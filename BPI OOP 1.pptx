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Lst>
  <p:sldSz cy="6858000" cx="12192000"/>
  <p:notesSz cx="7010400" cy="9296400"/>
  <p:embeddedFontLst>
    <p:embeddedFont>
      <p:font typeface="IBM Plex Sans"/>
      <p:regular r:id="rId52"/>
      <p:bold r:id="rId53"/>
      <p:italic r:id="rId54"/>
      <p:boldItalic r:id="rId55"/>
    </p:embeddedFont>
    <p:embeddedFont>
      <p:font typeface="Arial Black"/>
      <p:regular r:id="rId56"/>
    </p:embeddedFont>
    <p:embeddedFont>
      <p:font typeface="Lexend"/>
      <p:regular r:id="rId57"/>
      <p:bold r:id="rId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9" roundtripDataSignature="AMtx7mgsefkYfkgAJt10U5xD7C/oMbvB+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font" Target="fonts/IBMPlexSans-bold.fntdata"/><Relationship Id="rId52" Type="http://schemas.openxmlformats.org/officeDocument/2006/relationships/font" Target="fonts/IBMPlexSans-regular.fntdata"/><Relationship Id="rId11" Type="http://schemas.openxmlformats.org/officeDocument/2006/relationships/slide" Target="slides/slide7.xml"/><Relationship Id="rId55" Type="http://schemas.openxmlformats.org/officeDocument/2006/relationships/font" Target="fonts/IBMPlexSans-boldItalic.fntdata"/><Relationship Id="rId10" Type="http://schemas.openxmlformats.org/officeDocument/2006/relationships/slide" Target="slides/slide6.xml"/><Relationship Id="rId54" Type="http://schemas.openxmlformats.org/officeDocument/2006/relationships/font" Target="fonts/IBMPlexSans-italic.fntdata"/><Relationship Id="rId13" Type="http://schemas.openxmlformats.org/officeDocument/2006/relationships/slide" Target="slides/slide9.xml"/><Relationship Id="rId57" Type="http://schemas.openxmlformats.org/officeDocument/2006/relationships/font" Target="fonts/Lexend-regular.fntdata"/><Relationship Id="rId12" Type="http://schemas.openxmlformats.org/officeDocument/2006/relationships/slide" Target="slides/slide8.xml"/><Relationship Id="rId56" Type="http://schemas.openxmlformats.org/officeDocument/2006/relationships/font" Target="fonts/ArialBlack-regular.fntdata"/><Relationship Id="rId15" Type="http://schemas.openxmlformats.org/officeDocument/2006/relationships/slide" Target="slides/slide11.xml"/><Relationship Id="rId59" Type="http://customschemas.google.com/relationships/presentationmetadata" Target="metadata"/><Relationship Id="rId14" Type="http://schemas.openxmlformats.org/officeDocument/2006/relationships/slide" Target="slides/slide10.xml"/><Relationship Id="rId58" Type="http://schemas.openxmlformats.org/officeDocument/2006/relationships/font" Target="fonts/Lexend-bold.fnt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37840" cy="466434"/>
          </a:xfrm>
          <a:prstGeom prst="rect">
            <a:avLst/>
          </a:prstGeom>
          <a:noFill/>
          <a:ln>
            <a:noFill/>
          </a:ln>
        </p:spPr>
        <p:txBody>
          <a:bodyPr anchorCtr="0" anchor="t" bIns="46575" lIns="93175" spcFirstLastPara="1" rIns="93175" wrap="square" tIns="46575">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970938" y="0"/>
            <a:ext cx="3037840" cy="466434"/>
          </a:xfrm>
          <a:prstGeom prst="rect">
            <a:avLst/>
          </a:prstGeom>
          <a:noFill/>
          <a:ln>
            <a:noFill/>
          </a:ln>
        </p:spPr>
        <p:txBody>
          <a:bodyPr anchorCtr="0" anchor="t" bIns="46575" lIns="93175" spcFirstLastPara="1" rIns="93175" wrap="square" tIns="46575">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1040" y="4473892"/>
            <a:ext cx="5608320" cy="3660458"/>
          </a:xfrm>
          <a:prstGeom prst="rect">
            <a:avLst/>
          </a:prstGeom>
          <a:noFill/>
          <a:ln>
            <a:noFill/>
          </a:ln>
        </p:spPr>
        <p:txBody>
          <a:bodyPr anchorCtr="0" anchor="t" bIns="46575" lIns="93175" spcFirstLastPara="1" rIns="93175" wrap="square" tIns="46575">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829967"/>
            <a:ext cx="3037840" cy="466433"/>
          </a:xfrm>
          <a:prstGeom prst="rect">
            <a:avLst/>
          </a:prstGeom>
          <a:noFill/>
          <a:ln>
            <a:noFill/>
          </a:ln>
        </p:spPr>
        <p:txBody>
          <a:bodyPr anchorCtr="0" anchor="b" bIns="46575" lIns="93175" spcFirstLastPara="1" rIns="93175" wrap="square" tIns="46575">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970938" y="8829967"/>
            <a:ext cx="3037840" cy="466433"/>
          </a:xfrm>
          <a:prstGeom prst="rect">
            <a:avLst/>
          </a:prstGeom>
          <a:noFill/>
          <a:ln>
            <a:noFill/>
          </a:ln>
        </p:spPr>
        <p:txBody>
          <a:bodyPr anchorCtr="0" anchor="b" bIns="46575" lIns="93175" spcFirstLastPara="1" rIns="93175" wrap="square" tIns="46575">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txBox="1"/>
          <p:nvPr>
            <p:ph idx="1" type="body"/>
          </p:nvPr>
        </p:nvSpPr>
        <p:spPr>
          <a:xfrm>
            <a:off x="701040" y="4473892"/>
            <a:ext cx="5608320" cy="3660458"/>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87" name="Google Shape;87;p1: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9a1362b7ee_0_87: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 name="Google Shape;94;g39a1362b7ee_0_87: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95" name="Google Shape;95;g39a1362b7ee_0_87: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a9fedc5533_0_0: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g3a9fedc5533_0_0: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104" name="Google Shape;104;g3a9fedc5533_0_0: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a9b609c97c_0_0: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 name="Google Shape;112;g3a9b609c97c_0_0: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113" name="Google Shape;113;g3a9b609c97c_0_0: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9a1362b7ee_0_20: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g39a1362b7ee_0_20: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122" name="Google Shape;122;g39a1362b7ee_0_20: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9a1362b7ee_0_95: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 name="Google Shape;130;g39a1362b7ee_0_95: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131" name="Google Shape;131;g39a1362b7ee_0_95: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a9b609c97c_0_8: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 name="Google Shape;139;g3a9b609c97c_0_8: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140" name="Google Shape;140;g3a9b609c97c_0_8: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9a1362b7ee_0_103: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 name="Google Shape;149;g39a1362b7ee_0_103: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150" name="Google Shape;150;g39a1362b7ee_0_103: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9a1362b7ee_9_40: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 name="Google Shape;158;g39a1362b7ee_9_40: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159" name="Google Shape;159;g39a1362b7ee_9_40: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9a1362b7ee_9_48: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 name="Google Shape;167;g39a1362b7ee_9_48: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168" name="Google Shape;168;g39a1362b7ee_9_48: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a9fedc5533_0_11: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g3a9fedc5533_0_11: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177" name="Google Shape;177;g3a9fedc5533_0_11: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9a1362b7ee_9_0: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8" name="Google Shape;188;g39a1362b7ee_9_0: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189" name="Google Shape;189;g39a1362b7ee_9_0: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9a1362b7ee_9_8: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 name="Google Shape;197;g39a1362b7ee_9_8: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198" name="Google Shape;198;g39a1362b7ee_9_8: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9a1362b7ee_9_56: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g39a1362b7ee_9_56: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207" name="Google Shape;207;g39a1362b7ee_9_56: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9a1362b7ee_9_16: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g39a1362b7ee_9_16: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217" name="Google Shape;217;g39a1362b7ee_9_16: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9a1362b7ee_9_64: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5" name="Google Shape;225;g39a1362b7ee_9_64: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226" name="Google Shape;226;g39a1362b7ee_9_64: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9a1362b7ee_9_72: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4" name="Google Shape;234;g39a1362b7ee_9_72: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235" name="Google Shape;235;g39a1362b7ee_9_72: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9a1362b7ee_9_80: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 name="Google Shape;244;g39a1362b7ee_9_80: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245" name="Google Shape;245;g39a1362b7ee_9_80: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9a1362b7ee_9_88: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3" name="Google Shape;253;g39a1362b7ee_9_88: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254" name="Google Shape;254;g39a1362b7ee_9_88: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a9f1797db8_1_3: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2" name="Google Shape;262;g3a9f1797db8_1_3: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263" name="Google Shape;263;g3a9f1797db8_1_3: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9a1362b7ee_9_120: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3" name="Google Shape;273;g39a1362b7ee_9_120: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274" name="Google Shape;274;g39a1362b7ee_9_120: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aa74088a20_0_5: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2" name="Google Shape;282;g3aa74088a20_0_5: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283" name="Google Shape;283;g3aa74088a20_0_5: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9a1362b7ee_9_128: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3" name="Google Shape;293;g39a1362b7ee_9_128: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294" name="Google Shape;294;g39a1362b7ee_9_128: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aa74088a20_0_15: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2" name="Google Shape;302;g3aa74088a20_0_15: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303" name="Google Shape;303;g3aa74088a20_0_15: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9a1362b7ee_9_96: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2" name="Google Shape;312;g39a1362b7ee_9_96: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313" name="Google Shape;313;g39a1362b7ee_9_96: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9a1362b7ee_9_104: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1" name="Google Shape;321;g39a1362b7ee_9_104: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322" name="Google Shape;322;g39a1362b7ee_9_104: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9a1362b7ee_9_24: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0" name="Google Shape;330;g39a1362b7ee_9_24: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331" name="Google Shape;331;g39a1362b7ee_9_24: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9a1362b7ee_9_32: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9" name="Google Shape;339;g39a1362b7ee_9_32: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340" name="Google Shape;340;g39a1362b7ee_9_32: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9a1362b7ee_9_136: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8" name="Google Shape;348;g39a1362b7ee_9_136: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349" name="Google Shape;349;g39a1362b7ee_9_136: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39a1362b7ee_9_144: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7" name="Google Shape;357;g39a1362b7ee_9_144: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358" name="Google Shape;358;g39a1362b7ee_9_144: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9a1362b7ee_9_152: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6" name="Google Shape;366;g39a1362b7ee_9_152: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367" name="Google Shape;367;g39a1362b7ee_9_152: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aa74088a20_0_29: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5" name="Google Shape;375;g3aa74088a20_0_29: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376" name="Google Shape;376;g3aa74088a20_0_29: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a9fedc5533_0_19: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4" name="Google Shape;384;g3a9fedc5533_0_19: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385" name="Google Shape;385;g3a9fedc5533_0_19: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9a1362b7ee_9_160: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6" name="Google Shape;396;g39a1362b7ee_9_160: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397" name="Google Shape;397;g39a1362b7ee_9_160: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39a1362b7ee_9_168: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5" name="Google Shape;405;g39a1362b7ee_9_168: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406" name="Google Shape;406;g39a1362b7ee_9_168: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39a1362b7ee_9_176: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4" name="Google Shape;414;g39a1362b7ee_9_176: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415" name="Google Shape;415;g39a1362b7ee_9_176: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39a1362b7ee_9_184: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3" name="Google Shape;423;g39a1362b7ee_9_184: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424" name="Google Shape;424;g39a1362b7ee_9_184: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39a1362b7ee_9_192: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2" name="Google Shape;432;g39a1362b7ee_9_192: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433" name="Google Shape;433;g39a1362b7ee_9_192: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39a1362b7ee_9_200: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1" name="Google Shape;441;g39a1362b7ee_9_200: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442" name="Google Shape;442;g39a1362b7ee_9_200: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39a1362b7ee_9_240: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0" name="Google Shape;450;g39a1362b7ee_9_240: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451" name="Google Shape;451;g39a1362b7ee_9_240: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39a1362b7ee_9_256: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9" name="Google Shape;459;g39a1362b7ee_9_256: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460" name="Google Shape;460;g39a1362b7ee_9_256: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39a1362b7ee_9_248: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8" name="Google Shape;468;g39a1362b7ee_9_248: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469" name="Google Shape;469;g39a1362b7ee_9_248: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3aa74088a20_0_41: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7" name="Google Shape;477;g3aa74088a20_0_41: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478" name="Google Shape;478;g3aa74088a20_0_41: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39a1362b7ee_9_208: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5" name="Google Shape;485;g39a1362b7ee_9_208: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486" name="Google Shape;486;g39a1362b7ee_9_208: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39a1362b7ee_9_224: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4" name="Google Shape;494;g39a1362b7ee_9_224: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495" name="Google Shape;495;g39a1362b7ee_9_224: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39a1362b7ee_9_216: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3" name="Google Shape;503;g39a1362b7ee_9_216: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504" name="Google Shape;504;g39a1362b7ee_9_216: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39a1362b7ee_9_232:notes"/>
          <p:cNvSpPr/>
          <p:nvPr>
            <p:ph idx="2" type="sldImg"/>
          </p:nvPr>
        </p:nvSpPr>
        <p:spPr>
          <a:xfrm>
            <a:off x="717550" y="1162050"/>
            <a:ext cx="5575200" cy="3136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2" name="Google Shape;512;g39a1362b7ee_9_232:notes"/>
          <p:cNvSpPr txBox="1"/>
          <p:nvPr>
            <p:ph idx="1" type="body"/>
          </p:nvPr>
        </p:nvSpPr>
        <p:spPr>
          <a:xfrm>
            <a:off x="701040" y="4473892"/>
            <a:ext cx="5608200" cy="3660600"/>
          </a:xfrm>
          <a:prstGeom prst="rect">
            <a:avLst/>
          </a:prstGeom>
          <a:noFill/>
          <a:ln>
            <a:noFill/>
          </a:ln>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513" name="Google Shape;513;g39a1362b7ee_9_232:notes"/>
          <p:cNvSpPr txBox="1"/>
          <p:nvPr>
            <p:ph idx="12" type="sldNum"/>
          </p:nvPr>
        </p:nvSpPr>
        <p:spPr>
          <a:xfrm>
            <a:off x="3970938" y="8829967"/>
            <a:ext cx="3037800" cy="466500"/>
          </a:xfrm>
          <a:prstGeom prst="rect">
            <a:avLst/>
          </a:prstGeom>
          <a:noFill/>
          <a:ln>
            <a:noFill/>
          </a:ln>
        </p:spPr>
        <p:txBody>
          <a:bodyPr anchorCtr="0" anchor="b" bIns="46575" lIns="93175" spcFirstLastPara="1" rIns="93175" wrap="square" tIns="465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sp>
        <p:nvSpPr>
          <p:cNvPr id="18" name="Google Shape;18;p4"/>
          <p:cNvSpPr txBox="1"/>
          <p:nvPr>
            <p:ph type="ctrTitle"/>
          </p:nvPr>
        </p:nvSpPr>
        <p:spPr>
          <a:xfrm>
            <a:off x="3848103" y="983674"/>
            <a:ext cx="6819900" cy="28173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9B1D23"/>
              </a:buClr>
              <a:buSzPts val="5333"/>
              <a:buFont typeface="Arial Black"/>
              <a:buNone/>
              <a:defRPr sz="5333"/>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4"/>
          <p:cNvSpPr txBox="1"/>
          <p:nvPr>
            <p:ph idx="1" type="subTitle"/>
          </p:nvPr>
        </p:nvSpPr>
        <p:spPr>
          <a:xfrm>
            <a:off x="3848103" y="3892984"/>
            <a:ext cx="6819900" cy="165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1333"/>
              </a:spcBef>
              <a:spcAft>
                <a:spcPts val="0"/>
              </a:spcAft>
              <a:buClr>
                <a:schemeClr val="dk1"/>
              </a:buClr>
              <a:buSzPts val="2134"/>
              <a:buNone/>
              <a:defRPr sz="2667"/>
            </a:lvl1pPr>
            <a:lvl2pPr lvl="1" algn="ctr">
              <a:lnSpc>
                <a:spcPct val="90000"/>
              </a:lnSpc>
              <a:spcBef>
                <a:spcPts val="667"/>
              </a:spcBef>
              <a:spcAft>
                <a:spcPts val="0"/>
              </a:spcAft>
              <a:buClr>
                <a:schemeClr val="dk1"/>
              </a:buClr>
              <a:buSzPts val="2134"/>
              <a:buNone/>
              <a:defRPr sz="2667"/>
            </a:lvl2pPr>
            <a:lvl3pPr lvl="2" algn="ctr">
              <a:lnSpc>
                <a:spcPct val="90000"/>
              </a:lnSpc>
              <a:spcBef>
                <a:spcPts val="667"/>
              </a:spcBef>
              <a:spcAft>
                <a:spcPts val="0"/>
              </a:spcAft>
              <a:buClr>
                <a:schemeClr val="dk1"/>
              </a:buClr>
              <a:buSzPts val="1920"/>
              <a:buNone/>
              <a:defRPr sz="2400"/>
            </a:lvl3pPr>
            <a:lvl4pPr lvl="3" algn="ctr">
              <a:lnSpc>
                <a:spcPct val="90000"/>
              </a:lnSpc>
              <a:spcBef>
                <a:spcPts val="667"/>
              </a:spcBef>
              <a:spcAft>
                <a:spcPts val="0"/>
              </a:spcAft>
              <a:buClr>
                <a:schemeClr val="dk1"/>
              </a:buClr>
              <a:buSzPts val="1706"/>
              <a:buNone/>
              <a:defRPr sz="2133"/>
            </a:lvl4pPr>
            <a:lvl5pPr lvl="4" algn="ctr">
              <a:lnSpc>
                <a:spcPct val="90000"/>
              </a:lnSpc>
              <a:spcBef>
                <a:spcPts val="667"/>
              </a:spcBef>
              <a:spcAft>
                <a:spcPts val="0"/>
              </a:spcAft>
              <a:buClr>
                <a:schemeClr val="dk1"/>
              </a:buClr>
              <a:buSzPts val="1706"/>
              <a:buNone/>
              <a:defRPr sz="2133"/>
            </a:lvl5pPr>
            <a:lvl6pPr lvl="5" algn="ctr">
              <a:lnSpc>
                <a:spcPct val="90000"/>
              </a:lnSpc>
              <a:spcBef>
                <a:spcPts val="667"/>
              </a:spcBef>
              <a:spcAft>
                <a:spcPts val="0"/>
              </a:spcAft>
              <a:buClr>
                <a:schemeClr val="dk1"/>
              </a:buClr>
              <a:buSzPts val="2133"/>
              <a:buNone/>
              <a:defRPr sz="2133"/>
            </a:lvl6pPr>
            <a:lvl7pPr lvl="6" algn="ctr">
              <a:lnSpc>
                <a:spcPct val="90000"/>
              </a:lnSpc>
              <a:spcBef>
                <a:spcPts val="667"/>
              </a:spcBef>
              <a:spcAft>
                <a:spcPts val="0"/>
              </a:spcAft>
              <a:buClr>
                <a:schemeClr val="dk1"/>
              </a:buClr>
              <a:buSzPts val="2133"/>
              <a:buNone/>
              <a:defRPr sz="2133"/>
            </a:lvl7pPr>
            <a:lvl8pPr lvl="7" algn="ctr">
              <a:lnSpc>
                <a:spcPct val="90000"/>
              </a:lnSpc>
              <a:spcBef>
                <a:spcPts val="667"/>
              </a:spcBef>
              <a:spcAft>
                <a:spcPts val="0"/>
              </a:spcAft>
              <a:buClr>
                <a:schemeClr val="dk1"/>
              </a:buClr>
              <a:buSzPts val="2133"/>
              <a:buNone/>
              <a:defRPr sz="2133"/>
            </a:lvl8pPr>
            <a:lvl9pPr lvl="8" algn="ctr">
              <a:lnSpc>
                <a:spcPct val="90000"/>
              </a:lnSpc>
              <a:spcBef>
                <a:spcPts val="667"/>
              </a:spcBef>
              <a:spcAft>
                <a:spcPts val="0"/>
              </a:spcAft>
              <a:buClr>
                <a:schemeClr val="dk1"/>
              </a:buClr>
              <a:buSzPts val="2133"/>
              <a:buNone/>
              <a:defRPr sz="2133"/>
            </a:lvl9pPr>
          </a:lstStyle>
          <a:p/>
        </p:txBody>
      </p:sp>
      <p:sp>
        <p:nvSpPr>
          <p:cNvPr id="20" name="Google Shape;20;p4"/>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solidFill>
                  <a:srgbClr val="888888"/>
                </a:solidFill>
              </a:defRPr>
            </a:lvl1pPr>
            <a:lvl2pPr indent="0" lvl="1" marL="0" algn="ctr">
              <a:spcBef>
                <a:spcPts val="0"/>
              </a:spcBef>
              <a:buNone/>
              <a:defRPr>
                <a:solidFill>
                  <a:srgbClr val="888888"/>
                </a:solidFill>
              </a:defRPr>
            </a:lvl2pPr>
            <a:lvl3pPr indent="0" lvl="2" marL="0" algn="ctr">
              <a:spcBef>
                <a:spcPts val="0"/>
              </a:spcBef>
              <a:buNone/>
              <a:defRPr>
                <a:solidFill>
                  <a:srgbClr val="888888"/>
                </a:solidFill>
              </a:defRPr>
            </a:lvl3pPr>
            <a:lvl4pPr indent="0" lvl="3" marL="0" algn="ctr">
              <a:spcBef>
                <a:spcPts val="0"/>
              </a:spcBef>
              <a:buNone/>
              <a:defRPr>
                <a:solidFill>
                  <a:srgbClr val="888888"/>
                </a:solidFill>
              </a:defRPr>
            </a:lvl4pPr>
            <a:lvl5pPr indent="0" lvl="4" marL="0" algn="ctr">
              <a:spcBef>
                <a:spcPts val="0"/>
              </a:spcBef>
              <a:buNone/>
              <a:defRPr>
                <a:solidFill>
                  <a:srgbClr val="888888"/>
                </a:solidFill>
              </a:defRPr>
            </a:lvl5pPr>
            <a:lvl6pPr indent="0" lvl="5" marL="0" algn="ctr">
              <a:spcBef>
                <a:spcPts val="0"/>
              </a:spcBef>
              <a:buNone/>
              <a:defRPr>
                <a:solidFill>
                  <a:srgbClr val="888888"/>
                </a:solidFill>
              </a:defRPr>
            </a:lvl6pPr>
            <a:lvl7pPr indent="0" lvl="6" marL="0" algn="ctr">
              <a:spcBef>
                <a:spcPts val="0"/>
              </a:spcBef>
              <a:buNone/>
              <a:defRPr>
                <a:solidFill>
                  <a:srgbClr val="888888"/>
                </a:solidFill>
              </a:defRPr>
            </a:lvl7pPr>
            <a:lvl8pPr indent="0" lvl="7" marL="0" algn="ctr">
              <a:spcBef>
                <a:spcPts val="0"/>
              </a:spcBef>
              <a:buNone/>
              <a:defRPr>
                <a:solidFill>
                  <a:srgbClr val="888888"/>
                </a:solidFill>
              </a:defRPr>
            </a:lvl8pPr>
            <a:lvl9pPr indent="0" lvl="8" marL="0" algn="ctr">
              <a:spcBef>
                <a:spcPts val="0"/>
              </a:spcBef>
              <a:buNone/>
              <a:defRPr>
                <a:solidFill>
                  <a:srgbClr val="888888"/>
                </a:solidFill>
              </a:defRPr>
            </a:lvl9pPr>
          </a:lstStyle>
          <a:p>
            <a:pPr indent="0" lvl="0" marL="0" rtl="0" algn="ctr">
              <a:spcBef>
                <a:spcPts val="0"/>
              </a:spcBef>
              <a:spcAft>
                <a:spcPts val="0"/>
              </a:spcAft>
              <a:buNone/>
            </a:pPr>
            <a:fld id="{00000000-1234-1234-1234-123412341234}" type="slidenum">
              <a:rPr lang="en-US"/>
              <a:t>‹#›</a:t>
            </a:fld>
            <a:endParaRPr/>
          </a:p>
        </p:txBody>
      </p:sp>
      <p:cxnSp>
        <p:nvCxnSpPr>
          <p:cNvPr id="21" name="Google Shape;21;p4"/>
          <p:cNvCxnSpPr/>
          <p:nvPr/>
        </p:nvCxnSpPr>
        <p:spPr>
          <a:xfrm>
            <a:off x="3610897" y="976745"/>
            <a:ext cx="0" cy="4572000"/>
          </a:xfrm>
          <a:prstGeom prst="straightConnector1">
            <a:avLst/>
          </a:prstGeom>
          <a:noFill/>
          <a:ln cap="flat" cmpd="sng" w="28575">
            <a:solidFill>
              <a:srgbClr val="9B1D23"/>
            </a:solidFill>
            <a:prstDash val="solid"/>
            <a:miter lim="800000"/>
            <a:headEnd len="sm" w="sm" type="none"/>
            <a:tailEnd len="sm" w="sm" type="none"/>
          </a:ln>
        </p:spPr>
      </p:cxnSp>
      <p:sp>
        <p:nvSpPr>
          <p:cNvPr id="22" name="Google Shape;22;p4"/>
          <p:cNvSpPr/>
          <p:nvPr/>
        </p:nvSpPr>
        <p:spPr>
          <a:xfrm>
            <a:off x="10668000" y="0"/>
            <a:ext cx="1422300" cy="787500"/>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rgbClr val="FFFFFF"/>
              </a:solidFill>
              <a:latin typeface="Calibri"/>
              <a:ea typeface="Calibri"/>
              <a:cs typeface="Calibri"/>
              <a:sym typeface="Calibri"/>
            </a:endParaRPr>
          </a:p>
        </p:txBody>
      </p:sp>
      <p:pic>
        <p:nvPicPr>
          <p:cNvPr id="23" name="Google Shape;23;p4"/>
          <p:cNvPicPr preferRelativeResize="0"/>
          <p:nvPr/>
        </p:nvPicPr>
        <p:blipFill rotWithShape="1">
          <a:blip r:embed="rId2">
            <a:alphaModFix/>
          </a:blip>
          <a:srcRect b="0" l="0" r="0" t="0"/>
          <a:stretch/>
        </p:blipFill>
        <p:spPr>
          <a:xfrm>
            <a:off x="101738" y="2087880"/>
            <a:ext cx="3479663" cy="268224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 name="Shape 24"/>
        <p:cNvGrpSpPr/>
        <p:nvPr/>
      </p:nvGrpSpPr>
      <p:grpSpPr>
        <a:xfrm>
          <a:off x="0" y="0"/>
          <a:ext cx="0" cy="0"/>
          <a:chOff x="0" y="0"/>
          <a:chExt cx="0" cy="0"/>
        </a:xfrm>
      </p:grpSpPr>
      <p:sp>
        <p:nvSpPr>
          <p:cNvPr id="25" name="Google Shape;25;p5"/>
          <p:cNvSpPr txBox="1"/>
          <p:nvPr>
            <p:ph type="title"/>
          </p:nvPr>
        </p:nvSpPr>
        <p:spPr>
          <a:xfrm>
            <a:off x="501400" y="643909"/>
            <a:ext cx="11175900" cy="6603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9B1D2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5"/>
          <p:cNvSpPr txBox="1"/>
          <p:nvPr>
            <p:ph idx="1" type="body"/>
          </p:nvPr>
        </p:nvSpPr>
        <p:spPr>
          <a:xfrm>
            <a:off x="505968" y="1600201"/>
            <a:ext cx="11180100" cy="4469100"/>
          </a:xfrm>
          <a:prstGeom prst="rect">
            <a:avLst/>
          </a:prstGeom>
          <a:noFill/>
          <a:ln>
            <a:noFill/>
          </a:ln>
        </p:spPr>
        <p:txBody>
          <a:bodyPr anchorCtr="0" anchor="t" bIns="45700" lIns="91425" spcFirstLastPara="1" rIns="91425" wrap="square" tIns="45700">
            <a:normAutofit/>
          </a:bodyPr>
          <a:lstStyle>
            <a:lvl1pPr indent="-391160" lvl="0" marL="457200" algn="l">
              <a:lnSpc>
                <a:spcPct val="90000"/>
              </a:lnSpc>
              <a:spcBef>
                <a:spcPts val="1333"/>
              </a:spcBef>
              <a:spcAft>
                <a:spcPts val="0"/>
              </a:spcAft>
              <a:buClr>
                <a:schemeClr val="dk1"/>
              </a:buClr>
              <a:buSzPts val="2560"/>
              <a:buChar char="•"/>
              <a:defRPr>
                <a:latin typeface="Calibri"/>
                <a:ea typeface="Calibri"/>
                <a:cs typeface="Calibri"/>
                <a:sym typeface="Calibri"/>
              </a:defRPr>
            </a:lvl1pPr>
            <a:lvl2pPr indent="-364083" lvl="1" marL="914400" algn="l">
              <a:lnSpc>
                <a:spcPct val="90000"/>
              </a:lnSpc>
              <a:spcBef>
                <a:spcPts val="667"/>
              </a:spcBef>
              <a:spcAft>
                <a:spcPts val="0"/>
              </a:spcAft>
              <a:buClr>
                <a:schemeClr val="dk1"/>
              </a:buClr>
              <a:buSzPts val="2134"/>
              <a:buChar char="•"/>
              <a:defRPr>
                <a:latin typeface="Calibri"/>
                <a:ea typeface="Calibri"/>
                <a:cs typeface="Calibri"/>
                <a:sym typeface="Calibri"/>
              </a:defRPr>
            </a:lvl2pPr>
            <a:lvl3pPr indent="-350519" lvl="2" marL="1371600" algn="l">
              <a:lnSpc>
                <a:spcPct val="90000"/>
              </a:lnSpc>
              <a:spcBef>
                <a:spcPts val="667"/>
              </a:spcBef>
              <a:spcAft>
                <a:spcPts val="0"/>
              </a:spcAft>
              <a:buClr>
                <a:schemeClr val="dk1"/>
              </a:buClr>
              <a:buSzPts val="1920"/>
              <a:buChar char="•"/>
              <a:defRPr>
                <a:latin typeface="Calibri"/>
                <a:ea typeface="Calibri"/>
                <a:cs typeface="Calibri"/>
                <a:sym typeface="Calibri"/>
              </a:defRPr>
            </a:lvl3pPr>
            <a:lvl4pPr indent="-336956" lvl="3" marL="1828800" algn="l">
              <a:lnSpc>
                <a:spcPct val="90000"/>
              </a:lnSpc>
              <a:spcBef>
                <a:spcPts val="667"/>
              </a:spcBef>
              <a:spcAft>
                <a:spcPts val="0"/>
              </a:spcAft>
              <a:buClr>
                <a:schemeClr val="dk1"/>
              </a:buClr>
              <a:buSzPts val="1706"/>
              <a:buChar char="•"/>
              <a:defRPr>
                <a:latin typeface="Calibri"/>
                <a:ea typeface="Calibri"/>
                <a:cs typeface="Calibri"/>
                <a:sym typeface="Calibri"/>
              </a:defRPr>
            </a:lvl4pPr>
            <a:lvl5pPr indent="-336956" lvl="4" marL="2286000" algn="l">
              <a:lnSpc>
                <a:spcPct val="90000"/>
              </a:lnSpc>
              <a:spcBef>
                <a:spcPts val="667"/>
              </a:spcBef>
              <a:spcAft>
                <a:spcPts val="0"/>
              </a:spcAft>
              <a:buClr>
                <a:schemeClr val="dk1"/>
              </a:buClr>
              <a:buSzPts val="1706"/>
              <a:buChar char="•"/>
              <a:defRPr>
                <a:latin typeface="Calibri"/>
                <a:ea typeface="Calibri"/>
                <a:cs typeface="Calibri"/>
                <a:sym typeface="Calibri"/>
              </a:defRPr>
            </a:lvl5pPr>
            <a:lvl6pPr indent="-342900" lvl="5" marL="2743200" algn="l">
              <a:lnSpc>
                <a:spcPct val="90000"/>
              </a:lnSpc>
              <a:spcBef>
                <a:spcPts val="667"/>
              </a:spcBef>
              <a:spcAft>
                <a:spcPts val="0"/>
              </a:spcAft>
              <a:buClr>
                <a:schemeClr val="dk1"/>
              </a:buClr>
              <a:buSzPts val="1800"/>
              <a:buChar char="•"/>
              <a:defRPr/>
            </a:lvl6pPr>
            <a:lvl7pPr indent="-342900" lvl="6" marL="3200400" algn="l">
              <a:lnSpc>
                <a:spcPct val="90000"/>
              </a:lnSpc>
              <a:spcBef>
                <a:spcPts val="667"/>
              </a:spcBef>
              <a:spcAft>
                <a:spcPts val="0"/>
              </a:spcAft>
              <a:buClr>
                <a:schemeClr val="dk1"/>
              </a:buClr>
              <a:buSzPts val="1800"/>
              <a:buChar char="•"/>
              <a:defRPr/>
            </a:lvl7pPr>
            <a:lvl8pPr indent="-342900" lvl="7" marL="3657600" algn="l">
              <a:lnSpc>
                <a:spcPct val="90000"/>
              </a:lnSpc>
              <a:spcBef>
                <a:spcPts val="667"/>
              </a:spcBef>
              <a:spcAft>
                <a:spcPts val="0"/>
              </a:spcAft>
              <a:buClr>
                <a:schemeClr val="dk1"/>
              </a:buClr>
              <a:buSzPts val="1800"/>
              <a:buChar char="•"/>
              <a:defRPr/>
            </a:lvl8pPr>
            <a:lvl9pPr indent="-342900" lvl="8" marL="4114800" algn="l">
              <a:lnSpc>
                <a:spcPct val="90000"/>
              </a:lnSpc>
              <a:spcBef>
                <a:spcPts val="667"/>
              </a:spcBef>
              <a:spcAft>
                <a:spcPts val="0"/>
              </a:spcAft>
              <a:buClr>
                <a:schemeClr val="dk1"/>
              </a:buClr>
              <a:buSzPts val="1800"/>
              <a:buChar char="•"/>
              <a:defRPr/>
            </a:lvl9pPr>
          </a:lstStyle>
          <a:p/>
        </p:txBody>
      </p:sp>
      <p:sp>
        <p:nvSpPr>
          <p:cNvPr id="27" name="Google Shape;27;p5"/>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b="0" i="0" sz="1600" u="none" cap="none" strike="noStrike">
                <a:solidFill>
                  <a:srgbClr val="888888"/>
                </a:solidFill>
                <a:latin typeface="Calibri"/>
                <a:ea typeface="Calibri"/>
                <a:cs typeface="Calibri"/>
                <a:sym typeface="Calibri"/>
              </a:defRPr>
            </a:lvl1pPr>
            <a:lvl2pPr indent="0" lvl="1" marL="0" algn="ctr">
              <a:spcBef>
                <a:spcPts val="0"/>
              </a:spcBef>
              <a:buNone/>
              <a:defRPr b="0" i="0" sz="1600" u="none" cap="none" strike="noStrike">
                <a:solidFill>
                  <a:srgbClr val="888888"/>
                </a:solidFill>
                <a:latin typeface="Calibri"/>
                <a:ea typeface="Calibri"/>
                <a:cs typeface="Calibri"/>
                <a:sym typeface="Calibri"/>
              </a:defRPr>
            </a:lvl2pPr>
            <a:lvl3pPr indent="0" lvl="2" marL="0" algn="ctr">
              <a:spcBef>
                <a:spcPts val="0"/>
              </a:spcBef>
              <a:buNone/>
              <a:defRPr b="0" i="0" sz="1600" u="none" cap="none" strike="noStrike">
                <a:solidFill>
                  <a:srgbClr val="888888"/>
                </a:solidFill>
                <a:latin typeface="Calibri"/>
                <a:ea typeface="Calibri"/>
                <a:cs typeface="Calibri"/>
                <a:sym typeface="Calibri"/>
              </a:defRPr>
            </a:lvl3pPr>
            <a:lvl4pPr indent="0" lvl="3" marL="0" algn="ctr">
              <a:spcBef>
                <a:spcPts val="0"/>
              </a:spcBef>
              <a:buNone/>
              <a:defRPr b="0" i="0" sz="1600" u="none" cap="none" strike="noStrike">
                <a:solidFill>
                  <a:srgbClr val="888888"/>
                </a:solidFill>
                <a:latin typeface="Calibri"/>
                <a:ea typeface="Calibri"/>
                <a:cs typeface="Calibri"/>
                <a:sym typeface="Calibri"/>
              </a:defRPr>
            </a:lvl4pPr>
            <a:lvl5pPr indent="0" lvl="4" marL="0" algn="ctr">
              <a:spcBef>
                <a:spcPts val="0"/>
              </a:spcBef>
              <a:buNone/>
              <a:defRPr b="0" i="0" sz="1600" u="none" cap="none" strike="noStrike">
                <a:solidFill>
                  <a:srgbClr val="888888"/>
                </a:solidFill>
                <a:latin typeface="Calibri"/>
                <a:ea typeface="Calibri"/>
                <a:cs typeface="Calibri"/>
                <a:sym typeface="Calibri"/>
              </a:defRPr>
            </a:lvl5pPr>
            <a:lvl6pPr indent="0" lvl="5" marL="0" algn="ctr">
              <a:spcBef>
                <a:spcPts val="0"/>
              </a:spcBef>
              <a:buNone/>
              <a:defRPr b="0" i="0" sz="1600" u="none" cap="none" strike="noStrike">
                <a:solidFill>
                  <a:srgbClr val="888888"/>
                </a:solidFill>
                <a:latin typeface="Calibri"/>
                <a:ea typeface="Calibri"/>
                <a:cs typeface="Calibri"/>
                <a:sym typeface="Calibri"/>
              </a:defRPr>
            </a:lvl6pPr>
            <a:lvl7pPr indent="0" lvl="6" marL="0" algn="ctr">
              <a:spcBef>
                <a:spcPts val="0"/>
              </a:spcBef>
              <a:buNone/>
              <a:defRPr b="0" i="0" sz="1600" u="none" cap="none" strike="noStrike">
                <a:solidFill>
                  <a:srgbClr val="888888"/>
                </a:solidFill>
                <a:latin typeface="Calibri"/>
                <a:ea typeface="Calibri"/>
                <a:cs typeface="Calibri"/>
                <a:sym typeface="Calibri"/>
              </a:defRPr>
            </a:lvl7pPr>
            <a:lvl8pPr indent="0" lvl="7" marL="0" algn="ctr">
              <a:spcBef>
                <a:spcPts val="0"/>
              </a:spcBef>
              <a:buNone/>
              <a:defRPr b="0" i="0" sz="1600" u="none" cap="none" strike="noStrike">
                <a:solidFill>
                  <a:srgbClr val="888888"/>
                </a:solidFill>
                <a:latin typeface="Calibri"/>
                <a:ea typeface="Calibri"/>
                <a:cs typeface="Calibri"/>
                <a:sym typeface="Calibri"/>
              </a:defRPr>
            </a:lvl8pPr>
            <a:lvl9pPr indent="0" lvl="8" marL="0" algn="ctr">
              <a:spcBef>
                <a:spcPts val="0"/>
              </a:spcBef>
              <a:buNone/>
              <a:defRPr b="0" i="0" sz="1600" u="none" cap="none" strike="noStrike">
                <a:solidFill>
                  <a:srgbClr val="888888"/>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ubtitle and Content">
  <p:cSld name="Title, Subtitle and Content">
    <p:spTree>
      <p:nvGrpSpPr>
        <p:cNvPr id="28" name="Shape 28"/>
        <p:cNvGrpSpPr/>
        <p:nvPr/>
      </p:nvGrpSpPr>
      <p:grpSpPr>
        <a:xfrm>
          <a:off x="0" y="0"/>
          <a:ext cx="0" cy="0"/>
          <a:chOff x="0" y="0"/>
          <a:chExt cx="0" cy="0"/>
        </a:xfrm>
      </p:grpSpPr>
      <p:sp>
        <p:nvSpPr>
          <p:cNvPr id="29" name="Google Shape;29;p6"/>
          <p:cNvSpPr txBox="1"/>
          <p:nvPr>
            <p:ph type="title"/>
          </p:nvPr>
        </p:nvSpPr>
        <p:spPr>
          <a:xfrm>
            <a:off x="501400" y="643909"/>
            <a:ext cx="11175900" cy="6603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9B1D2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6"/>
          <p:cNvSpPr txBox="1"/>
          <p:nvPr>
            <p:ph idx="1" type="body"/>
          </p:nvPr>
        </p:nvSpPr>
        <p:spPr>
          <a:xfrm>
            <a:off x="495300" y="1905001"/>
            <a:ext cx="11180100" cy="4164300"/>
          </a:xfrm>
          <a:prstGeom prst="rect">
            <a:avLst/>
          </a:prstGeom>
          <a:noFill/>
          <a:ln>
            <a:noFill/>
          </a:ln>
        </p:spPr>
        <p:txBody>
          <a:bodyPr anchorCtr="0" anchor="t" bIns="45700" lIns="91425" spcFirstLastPara="1" rIns="91425" wrap="square" tIns="45700">
            <a:normAutofit/>
          </a:bodyPr>
          <a:lstStyle>
            <a:lvl1pPr indent="-391160" lvl="0" marL="457200" algn="l">
              <a:lnSpc>
                <a:spcPct val="90000"/>
              </a:lnSpc>
              <a:spcBef>
                <a:spcPts val="1333"/>
              </a:spcBef>
              <a:spcAft>
                <a:spcPts val="0"/>
              </a:spcAft>
              <a:buClr>
                <a:schemeClr val="dk1"/>
              </a:buClr>
              <a:buSzPts val="2560"/>
              <a:buChar char="•"/>
              <a:defRPr sz="3200">
                <a:latin typeface="Calibri"/>
                <a:ea typeface="Calibri"/>
                <a:cs typeface="Calibri"/>
                <a:sym typeface="Calibri"/>
              </a:defRPr>
            </a:lvl1pPr>
            <a:lvl2pPr indent="-364083" lvl="1" marL="914400" algn="l">
              <a:lnSpc>
                <a:spcPct val="90000"/>
              </a:lnSpc>
              <a:spcBef>
                <a:spcPts val="667"/>
              </a:spcBef>
              <a:spcAft>
                <a:spcPts val="0"/>
              </a:spcAft>
              <a:buClr>
                <a:schemeClr val="dk1"/>
              </a:buClr>
              <a:buSzPts val="2134"/>
              <a:buChar char="•"/>
              <a:defRPr sz="2667">
                <a:latin typeface="Calibri"/>
                <a:ea typeface="Calibri"/>
                <a:cs typeface="Calibri"/>
                <a:sym typeface="Calibri"/>
              </a:defRPr>
            </a:lvl2pPr>
            <a:lvl3pPr indent="-350519" lvl="2" marL="1371600" algn="l">
              <a:lnSpc>
                <a:spcPct val="90000"/>
              </a:lnSpc>
              <a:spcBef>
                <a:spcPts val="667"/>
              </a:spcBef>
              <a:spcAft>
                <a:spcPts val="0"/>
              </a:spcAft>
              <a:buClr>
                <a:schemeClr val="dk1"/>
              </a:buClr>
              <a:buSzPts val="1920"/>
              <a:buChar char="•"/>
              <a:defRPr sz="2400">
                <a:latin typeface="Calibri"/>
                <a:ea typeface="Calibri"/>
                <a:cs typeface="Calibri"/>
                <a:sym typeface="Calibri"/>
              </a:defRPr>
            </a:lvl3pPr>
            <a:lvl4pPr indent="-336956" lvl="3" marL="1828800" algn="l">
              <a:lnSpc>
                <a:spcPct val="90000"/>
              </a:lnSpc>
              <a:spcBef>
                <a:spcPts val="667"/>
              </a:spcBef>
              <a:spcAft>
                <a:spcPts val="0"/>
              </a:spcAft>
              <a:buClr>
                <a:schemeClr val="dk1"/>
              </a:buClr>
              <a:buSzPts val="1706"/>
              <a:buChar char="•"/>
              <a:defRPr sz="2133">
                <a:latin typeface="Calibri"/>
                <a:ea typeface="Calibri"/>
                <a:cs typeface="Calibri"/>
                <a:sym typeface="Calibri"/>
              </a:defRPr>
            </a:lvl4pPr>
            <a:lvl5pPr indent="-336956" lvl="4" marL="2286000" algn="l">
              <a:lnSpc>
                <a:spcPct val="90000"/>
              </a:lnSpc>
              <a:spcBef>
                <a:spcPts val="667"/>
              </a:spcBef>
              <a:spcAft>
                <a:spcPts val="0"/>
              </a:spcAft>
              <a:buClr>
                <a:schemeClr val="dk1"/>
              </a:buClr>
              <a:buSzPts val="1706"/>
              <a:buChar char="•"/>
              <a:defRPr sz="2133">
                <a:latin typeface="Calibri"/>
                <a:ea typeface="Calibri"/>
                <a:cs typeface="Calibri"/>
                <a:sym typeface="Calibri"/>
              </a:defRPr>
            </a:lvl5pPr>
            <a:lvl6pPr indent="-342900" lvl="5" marL="2743200" algn="l">
              <a:lnSpc>
                <a:spcPct val="90000"/>
              </a:lnSpc>
              <a:spcBef>
                <a:spcPts val="667"/>
              </a:spcBef>
              <a:spcAft>
                <a:spcPts val="0"/>
              </a:spcAft>
              <a:buClr>
                <a:schemeClr val="dk1"/>
              </a:buClr>
              <a:buSzPts val="1800"/>
              <a:buChar char="•"/>
              <a:defRPr/>
            </a:lvl6pPr>
            <a:lvl7pPr indent="-342900" lvl="6" marL="3200400" algn="l">
              <a:lnSpc>
                <a:spcPct val="90000"/>
              </a:lnSpc>
              <a:spcBef>
                <a:spcPts val="667"/>
              </a:spcBef>
              <a:spcAft>
                <a:spcPts val="0"/>
              </a:spcAft>
              <a:buClr>
                <a:schemeClr val="dk1"/>
              </a:buClr>
              <a:buSzPts val="1800"/>
              <a:buChar char="•"/>
              <a:defRPr/>
            </a:lvl7pPr>
            <a:lvl8pPr indent="-342900" lvl="7" marL="3657600" algn="l">
              <a:lnSpc>
                <a:spcPct val="90000"/>
              </a:lnSpc>
              <a:spcBef>
                <a:spcPts val="667"/>
              </a:spcBef>
              <a:spcAft>
                <a:spcPts val="0"/>
              </a:spcAft>
              <a:buClr>
                <a:schemeClr val="dk1"/>
              </a:buClr>
              <a:buSzPts val="1800"/>
              <a:buChar char="•"/>
              <a:defRPr/>
            </a:lvl8pPr>
            <a:lvl9pPr indent="-342900" lvl="8" marL="4114800" algn="l">
              <a:lnSpc>
                <a:spcPct val="90000"/>
              </a:lnSpc>
              <a:spcBef>
                <a:spcPts val="667"/>
              </a:spcBef>
              <a:spcAft>
                <a:spcPts val="0"/>
              </a:spcAft>
              <a:buClr>
                <a:schemeClr val="dk1"/>
              </a:buClr>
              <a:buSzPts val="1800"/>
              <a:buChar char="•"/>
              <a:defRPr/>
            </a:lvl9pPr>
          </a:lstStyle>
          <a:p/>
        </p:txBody>
      </p:sp>
      <p:sp>
        <p:nvSpPr>
          <p:cNvPr id="31" name="Google Shape;31;p6"/>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solidFill>
                  <a:srgbClr val="888888"/>
                </a:solidFill>
              </a:defRPr>
            </a:lvl1pPr>
            <a:lvl2pPr indent="0" lvl="1" marL="0" algn="ctr">
              <a:spcBef>
                <a:spcPts val="0"/>
              </a:spcBef>
              <a:buNone/>
              <a:defRPr>
                <a:solidFill>
                  <a:srgbClr val="888888"/>
                </a:solidFill>
              </a:defRPr>
            </a:lvl2pPr>
            <a:lvl3pPr indent="0" lvl="2" marL="0" algn="ctr">
              <a:spcBef>
                <a:spcPts val="0"/>
              </a:spcBef>
              <a:buNone/>
              <a:defRPr>
                <a:solidFill>
                  <a:srgbClr val="888888"/>
                </a:solidFill>
              </a:defRPr>
            </a:lvl3pPr>
            <a:lvl4pPr indent="0" lvl="3" marL="0" algn="ctr">
              <a:spcBef>
                <a:spcPts val="0"/>
              </a:spcBef>
              <a:buNone/>
              <a:defRPr>
                <a:solidFill>
                  <a:srgbClr val="888888"/>
                </a:solidFill>
              </a:defRPr>
            </a:lvl4pPr>
            <a:lvl5pPr indent="0" lvl="4" marL="0" algn="ctr">
              <a:spcBef>
                <a:spcPts val="0"/>
              </a:spcBef>
              <a:buNone/>
              <a:defRPr>
                <a:solidFill>
                  <a:srgbClr val="888888"/>
                </a:solidFill>
              </a:defRPr>
            </a:lvl5pPr>
            <a:lvl6pPr indent="0" lvl="5" marL="0" algn="ctr">
              <a:spcBef>
                <a:spcPts val="0"/>
              </a:spcBef>
              <a:buNone/>
              <a:defRPr>
                <a:solidFill>
                  <a:srgbClr val="888888"/>
                </a:solidFill>
              </a:defRPr>
            </a:lvl6pPr>
            <a:lvl7pPr indent="0" lvl="6" marL="0" algn="ctr">
              <a:spcBef>
                <a:spcPts val="0"/>
              </a:spcBef>
              <a:buNone/>
              <a:defRPr>
                <a:solidFill>
                  <a:srgbClr val="888888"/>
                </a:solidFill>
              </a:defRPr>
            </a:lvl7pPr>
            <a:lvl8pPr indent="0" lvl="7" marL="0" algn="ctr">
              <a:spcBef>
                <a:spcPts val="0"/>
              </a:spcBef>
              <a:buNone/>
              <a:defRPr>
                <a:solidFill>
                  <a:srgbClr val="888888"/>
                </a:solidFill>
              </a:defRPr>
            </a:lvl8pPr>
            <a:lvl9pPr indent="0" lvl="8" marL="0" algn="ctr">
              <a:spcBef>
                <a:spcPts val="0"/>
              </a:spcBef>
              <a:buNone/>
              <a:defRPr>
                <a:solidFill>
                  <a:srgbClr val="888888"/>
                </a:solidFill>
              </a:defRPr>
            </a:lvl9pPr>
          </a:lstStyle>
          <a:p>
            <a:pPr indent="0" lvl="0" marL="0" rtl="0" algn="ctr">
              <a:spcBef>
                <a:spcPts val="0"/>
              </a:spcBef>
              <a:spcAft>
                <a:spcPts val="0"/>
              </a:spcAft>
              <a:buNone/>
            </a:pPr>
            <a:fld id="{00000000-1234-1234-1234-123412341234}" type="slidenum">
              <a:rPr lang="en-US"/>
              <a:t>‹#›</a:t>
            </a:fld>
            <a:endParaRPr/>
          </a:p>
        </p:txBody>
      </p:sp>
      <p:sp>
        <p:nvSpPr>
          <p:cNvPr id="32" name="Google Shape;32;p6"/>
          <p:cNvSpPr txBox="1"/>
          <p:nvPr>
            <p:ph idx="2" type="body"/>
          </p:nvPr>
        </p:nvSpPr>
        <p:spPr>
          <a:xfrm flipH="1">
            <a:off x="495264" y="1315720"/>
            <a:ext cx="11180100" cy="4878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333"/>
              </a:spcBef>
              <a:spcAft>
                <a:spcPts val="0"/>
              </a:spcAft>
              <a:buClr>
                <a:schemeClr val="dk1"/>
              </a:buClr>
              <a:buSzPts val="2134"/>
              <a:buFont typeface="Calibri"/>
              <a:buNone/>
              <a:defRPr i="1" sz="2667"/>
            </a:lvl1pPr>
            <a:lvl2pPr indent="-228600" lvl="1" marL="914400" algn="l">
              <a:lnSpc>
                <a:spcPct val="90000"/>
              </a:lnSpc>
              <a:spcBef>
                <a:spcPts val="667"/>
              </a:spcBef>
              <a:spcAft>
                <a:spcPts val="0"/>
              </a:spcAft>
              <a:buClr>
                <a:schemeClr val="dk1"/>
              </a:buClr>
              <a:buSzPts val="2134"/>
              <a:buFont typeface="Calibri"/>
              <a:buNone/>
              <a:defRPr/>
            </a:lvl2pPr>
            <a:lvl3pPr indent="-228600" lvl="2" marL="1371600" algn="l">
              <a:lnSpc>
                <a:spcPct val="90000"/>
              </a:lnSpc>
              <a:spcBef>
                <a:spcPts val="667"/>
              </a:spcBef>
              <a:spcAft>
                <a:spcPts val="0"/>
              </a:spcAft>
              <a:buClr>
                <a:schemeClr val="dk1"/>
              </a:buClr>
              <a:buSzPts val="1920"/>
              <a:buFont typeface="Calibri"/>
              <a:buNone/>
              <a:defRPr/>
            </a:lvl3pPr>
            <a:lvl4pPr indent="-228600" lvl="3" marL="1828800" algn="l">
              <a:lnSpc>
                <a:spcPct val="90000"/>
              </a:lnSpc>
              <a:spcBef>
                <a:spcPts val="667"/>
              </a:spcBef>
              <a:spcAft>
                <a:spcPts val="0"/>
              </a:spcAft>
              <a:buClr>
                <a:schemeClr val="dk1"/>
              </a:buClr>
              <a:buSzPts val="1706"/>
              <a:buFont typeface="Calibri"/>
              <a:buNone/>
              <a:defRPr/>
            </a:lvl4pPr>
            <a:lvl5pPr indent="-228600" lvl="4" marL="2286000" algn="l">
              <a:lnSpc>
                <a:spcPct val="90000"/>
              </a:lnSpc>
              <a:spcBef>
                <a:spcPts val="667"/>
              </a:spcBef>
              <a:spcAft>
                <a:spcPts val="0"/>
              </a:spcAft>
              <a:buClr>
                <a:schemeClr val="dk1"/>
              </a:buClr>
              <a:buSzPts val="1706"/>
              <a:buFont typeface="Calibri"/>
              <a:buNone/>
              <a:defRPr/>
            </a:lvl5pPr>
            <a:lvl6pPr indent="-342900" lvl="5" marL="2743200" algn="l">
              <a:lnSpc>
                <a:spcPct val="90000"/>
              </a:lnSpc>
              <a:spcBef>
                <a:spcPts val="667"/>
              </a:spcBef>
              <a:spcAft>
                <a:spcPts val="0"/>
              </a:spcAft>
              <a:buClr>
                <a:schemeClr val="dk1"/>
              </a:buClr>
              <a:buSzPts val="1800"/>
              <a:buChar char="•"/>
              <a:defRPr/>
            </a:lvl6pPr>
            <a:lvl7pPr indent="-342900" lvl="6" marL="3200400" algn="l">
              <a:lnSpc>
                <a:spcPct val="90000"/>
              </a:lnSpc>
              <a:spcBef>
                <a:spcPts val="667"/>
              </a:spcBef>
              <a:spcAft>
                <a:spcPts val="0"/>
              </a:spcAft>
              <a:buClr>
                <a:schemeClr val="dk1"/>
              </a:buClr>
              <a:buSzPts val="1800"/>
              <a:buChar char="•"/>
              <a:defRPr/>
            </a:lvl7pPr>
            <a:lvl8pPr indent="-342900" lvl="7" marL="3657600" algn="l">
              <a:lnSpc>
                <a:spcPct val="90000"/>
              </a:lnSpc>
              <a:spcBef>
                <a:spcPts val="667"/>
              </a:spcBef>
              <a:spcAft>
                <a:spcPts val="0"/>
              </a:spcAft>
              <a:buClr>
                <a:schemeClr val="dk1"/>
              </a:buClr>
              <a:buSzPts val="1800"/>
              <a:buChar char="•"/>
              <a:defRPr/>
            </a:lvl8pPr>
            <a:lvl9pPr indent="-342900" lvl="8" marL="4114800" algn="l">
              <a:lnSpc>
                <a:spcPct val="90000"/>
              </a:lnSpc>
              <a:spcBef>
                <a:spcPts val="667"/>
              </a:spcBef>
              <a:spcAft>
                <a:spcPts val="0"/>
              </a:spcAft>
              <a:buClr>
                <a:schemeClr val="dk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7"/>
          <p:cNvSpPr txBox="1"/>
          <p:nvPr>
            <p:ph type="title"/>
          </p:nvPr>
        </p:nvSpPr>
        <p:spPr>
          <a:xfrm>
            <a:off x="812800" y="2218267"/>
            <a:ext cx="10515600" cy="10974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rgbClr val="9B1D23"/>
              </a:buClr>
              <a:buSzPts val="4800"/>
              <a:buFont typeface="Arial Black"/>
              <a:buNone/>
              <a:defRPr sz="4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7"/>
          <p:cNvSpPr txBox="1"/>
          <p:nvPr>
            <p:ph idx="1" type="body"/>
          </p:nvPr>
        </p:nvSpPr>
        <p:spPr>
          <a:xfrm>
            <a:off x="812800" y="3530600"/>
            <a:ext cx="10515600" cy="9753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333"/>
              </a:spcBef>
              <a:spcAft>
                <a:spcPts val="0"/>
              </a:spcAft>
              <a:buClr>
                <a:srgbClr val="888888"/>
              </a:buClr>
              <a:buSzPts val="1920"/>
              <a:buNone/>
              <a:defRPr sz="2400">
                <a:solidFill>
                  <a:srgbClr val="888888"/>
                </a:solidFill>
              </a:defRPr>
            </a:lvl1pPr>
            <a:lvl2pPr indent="-228600" lvl="1" marL="914400" algn="l">
              <a:lnSpc>
                <a:spcPct val="90000"/>
              </a:lnSpc>
              <a:spcBef>
                <a:spcPts val="667"/>
              </a:spcBef>
              <a:spcAft>
                <a:spcPts val="0"/>
              </a:spcAft>
              <a:buClr>
                <a:srgbClr val="888888"/>
              </a:buClr>
              <a:buSzPts val="2134"/>
              <a:buNone/>
              <a:defRPr sz="2667">
                <a:solidFill>
                  <a:srgbClr val="888888"/>
                </a:solidFill>
              </a:defRPr>
            </a:lvl2pPr>
            <a:lvl3pPr indent="-228600" lvl="2" marL="1371600" algn="l">
              <a:lnSpc>
                <a:spcPct val="90000"/>
              </a:lnSpc>
              <a:spcBef>
                <a:spcPts val="667"/>
              </a:spcBef>
              <a:spcAft>
                <a:spcPts val="0"/>
              </a:spcAft>
              <a:buClr>
                <a:srgbClr val="888888"/>
              </a:buClr>
              <a:buSzPts val="1920"/>
              <a:buNone/>
              <a:defRPr sz="2400">
                <a:solidFill>
                  <a:srgbClr val="888888"/>
                </a:solidFill>
              </a:defRPr>
            </a:lvl3pPr>
            <a:lvl4pPr indent="-228600" lvl="3" marL="1828800" algn="l">
              <a:lnSpc>
                <a:spcPct val="90000"/>
              </a:lnSpc>
              <a:spcBef>
                <a:spcPts val="667"/>
              </a:spcBef>
              <a:spcAft>
                <a:spcPts val="0"/>
              </a:spcAft>
              <a:buClr>
                <a:srgbClr val="888888"/>
              </a:buClr>
              <a:buSzPts val="1706"/>
              <a:buNone/>
              <a:defRPr sz="2133">
                <a:solidFill>
                  <a:srgbClr val="888888"/>
                </a:solidFill>
              </a:defRPr>
            </a:lvl4pPr>
            <a:lvl5pPr indent="-228600" lvl="4" marL="2286000" algn="l">
              <a:lnSpc>
                <a:spcPct val="90000"/>
              </a:lnSpc>
              <a:spcBef>
                <a:spcPts val="667"/>
              </a:spcBef>
              <a:spcAft>
                <a:spcPts val="0"/>
              </a:spcAft>
              <a:buClr>
                <a:srgbClr val="888888"/>
              </a:buClr>
              <a:buSzPts val="1706"/>
              <a:buNone/>
              <a:defRPr sz="2133">
                <a:solidFill>
                  <a:srgbClr val="888888"/>
                </a:solidFill>
              </a:defRPr>
            </a:lvl5pPr>
            <a:lvl6pPr indent="-228600" lvl="5" marL="2743200" algn="l">
              <a:lnSpc>
                <a:spcPct val="90000"/>
              </a:lnSpc>
              <a:spcBef>
                <a:spcPts val="667"/>
              </a:spcBef>
              <a:spcAft>
                <a:spcPts val="0"/>
              </a:spcAft>
              <a:buClr>
                <a:srgbClr val="888888"/>
              </a:buClr>
              <a:buSzPts val="2133"/>
              <a:buNone/>
              <a:defRPr sz="2133">
                <a:solidFill>
                  <a:srgbClr val="888888"/>
                </a:solidFill>
              </a:defRPr>
            </a:lvl6pPr>
            <a:lvl7pPr indent="-228600" lvl="6" marL="3200400" algn="l">
              <a:lnSpc>
                <a:spcPct val="90000"/>
              </a:lnSpc>
              <a:spcBef>
                <a:spcPts val="667"/>
              </a:spcBef>
              <a:spcAft>
                <a:spcPts val="0"/>
              </a:spcAft>
              <a:buClr>
                <a:srgbClr val="888888"/>
              </a:buClr>
              <a:buSzPts val="2133"/>
              <a:buNone/>
              <a:defRPr sz="2133">
                <a:solidFill>
                  <a:srgbClr val="888888"/>
                </a:solidFill>
              </a:defRPr>
            </a:lvl7pPr>
            <a:lvl8pPr indent="-228600" lvl="7" marL="3657600" algn="l">
              <a:lnSpc>
                <a:spcPct val="90000"/>
              </a:lnSpc>
              <a:spcBef>
                <a:spcPts val="667"/>
              </a:spcBef>
              <a:spcAft>
                <a:spcPts val="0"/>
              </a:spcAft>
              <a:buClr>
                <a:srgbClr val="888888"/>
              </a:buClr>
              <a:buSzPts val="2133"/>
              <a:buNone/>
              <a:defRPr sz="2133">
                <a:solidFill>
                  <a:srgbClr val="888888"/>
                </a:solidFill>
              </a:defRPr>
            </a:lvl8pPr>
            <a:lvl9pPr indent="-228600" lvl="8" marL="4114800" algn="l">
              <a:lnSpc>
                <a:spcPct val="90000"/>
              </a:lnSpc>
              <a:spcBef>
                <a:spcPts val="667"/>
              </a:spcBef>
              <a:spcAft>
                <a:spcPts val="0"/>
              </a:spcAft>
              <a:buClr>
                <a:srgbClr val="888888"/>
              </a:buClr>
              <a:buSzPts val="2133"/>
              <a:buNone/>
              <a:defRPr sz="2133">
                <a:solidFill>
                  <a:srgbClr val="888888"/>
                </a:solidFill>
              </a:defRPr>
            </a:lvl9pPr>
          </a:lstStyle>
          <a:p/>
        </p:txBody>
      </p:sp>
      <p:sp>
        <p:nvSpPr>
          <p:cNvPr id="36" name="Google Shape;36;p7"/>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solidFill>
                  <a:srgbClr val="888888"/>
                </a:solidFill>
              </a:defRPr>
            </a:lvl1pPr>
            <a:lvl2pPr indent="0" lvl="1" marL="0" algn="ctr">
              <a:spcBef>
                <a:spcPts val="0"/>
              </a:spcBef>
              <a:buNone/>
              <a:defRPr>
                <a:solidFill>
                  <a:srgbClr val="888888"/>
                </a:solidFill>
              </a:defRPr>
            </a:lvl2pPr>
            <a:lvl3pPr indent="0" lvl="2" marL="0" algn="ctr">
              <a:spcBef>
                <a:spcPts val="0"/>
              </a:spcBef>
              <a:buNone/>
              <a:defRPr>
                <a:solidFill>
                  <a:srgbClr val="888888"/>
                </a:solidFill>
              </a:defRPr>
            </a:lvl3pPr>
            <a:lvl4pPr indent="0" lvl="3" marL="0" algn="ctr">
              <a:spcBef>
                <a:spcPts val="0"/>
              </a:spcBef>
              <a:buNone/>
              <a:defRPr>
                <a:solidFill>
                  <a:srgbClr val="888888"/>
                </a:solidFill>
              </a:defRPr>
            </a:lvl4pPr>
            <a:lvl5pPr indent="0" lvl="4" marL="0" algn="ctr">
              <a:spcBef>
                <a:spcPts val="0"/>
              </a:spcBef>
              <a:buNone/>
              <a:defRPr>
                <a:solidFill>
                  <a:srgbClr val="888888"/>
                </a:solidFill>
              </a:defRPr>
            </a:lvl5pPr>
            <a:lvl6pPr indent="0" lvl="5" marL="0" algn="ctr">
              <a:spcBef>
                <a:spcPts val="0"/>
              </a:spcBef>
              <a:buNone/>
              <a:defRPr>
                <a:solidFill>
                  <a:srgbClr val="888888"/>
                </a:solidFill>
              </a:defRPr>
            </a:lvl6pPr>
            <a:lvl7pPr indent="0" lvl="6" marL="0" algn="ctr">
              <a:spcBef>
                <a:spcPts val="0"/>
              </a:spcBef>
              <a:buNone/>
              <a:defRPr>
                <a:solidFill>
                  <a:srgbClr val="888888"/>
                </a:solidFill>
              </a:defRPr>
            </a:lvl7pPr>
            <a:lvl8pPr indent="0" lvl="7" marL="0" algn="ctr">
              <a:spcBef>
                <a:spcPts val="0"/>
              </a:spcBef>
              <a:buNone/>
              <a:defRPr>
                <a:solidFill>
                  <a:srgbClr val="888888"/>
                </a:solidFill>
              </a:defRPr>
            </a:lvl8pPr>
            <a:lvl9pPr indent="0" lvl="8" marL="0" algn="ctr">
              <a:spcBef>
                <a:spcPts val="0"/>
              </a:spcBef>
              <a:buNone/>
              <a:defRPr>
                <a:solidFill>
                  <a:srgbClr val="888888"/>
                </a:solidFil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7" name="Shape 37"/>
        <p:cNvGrpSpPr/>
        <p:nvPr/>
      </p:nvGrpSpPr>
      <p:grpSpPr>
        <a:xfrm>
          <a:off x="0" y="0"/>
          <a:ext cx="0" cy="0"/>
          <a:chOff x="0" y="0"/>
          <a:chExt cx="0" cy="0"/>
        </a:xfrm>
      </p:grpSpPr>
      <p:sp>
        <p:nvSpPr>
          <p:cNvPr id="38" name="Google Shape;38;p8"/>
          <p:cNvSpPr txBox="1"/>
          <p:nvPr>
            <p:ph type="title"/>
          </p:nvPr>
        </p:nvSpPr>
        <p:spPr>
          <a:xfrm>
            <a:off x="501400" y="643909"/>
            <a:ext cx="11175900" cy="6603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9B1D2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8"/>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solidFill>
                  <a:srgbClr val="888888"/>
                </a:solidFill>
              </a:defRPr>
            </a:lvl1pPr>
            <a:lvl2pPr indent="0" lvl="1" marL="0" algn="ctr">
              <a:spcBef>
                <a:spcPts val="0"/>
              </a:spcBef>
              <a:buNone/>
              <a:defRPr>
                <a:solidFill>
                  <a:srgbClr val="888888"/>
                </a:solidFill>
              </a:defRPr>
            </a:lvl2pPr>
            <a:lvl3pPr indent="0" lvl="2" marL="0" algn="ctr">
              <a:spcBef>
                <a:spcPts val="0"/>
              </a:spcBef>
              <a:buNone/>
              <a:defRPr>
                <a:solidFill>
                  <a:srgbClr val="888888"/>
                </a:solidFill>
              </a:defRPr>
            </a:lvl3pPr>
            <a:lvl4pPr indent="0" lvl="3" marL="0" algn="ctr">
              <a:spcBef>
                <a:spcPts val="0"/>
              </a:spcBef>
              <a:buNone/>
              <a:defRPr>
                <a:solidFill>
                  <a:srgbClr val="888888"/>
                </a:solidFill>
              </a:defRPr>
            </a:lvl4pPr>
            <a:lvl5pPr indent="0" lvl="4" marL="0" algn="ctr">
              <a:spcBef>
                <a:spcPts val="0"/>
              </a:spcBef>
              <a:buNone/>
              <a:defRPr>
                <a:solidFill>
                  <a:srgbClr val="888888"/>
                </a:solidFill>
              </a:defRPr>
            </a:lvl5pPr>
            <a:lvl6pPr indent="0" lvl="5" marL="0" algn="ctr">
              <a:spcBef>
                <a:spcPts val="0"/>
              </a:spcBef>
              <a:buNone/>
              <a:defRPr>
                <a:solidFill>
                  <a:srgbClr val="888888"/>
                </a:solidFill>
              </a:defRPr>
            </a:lvl6pPr>
            <a:lvl7pPr indent="0" lvl="6" marL="0" algn="ctr">
              <a:spcBef>
                <a:spcPts val="0"/>
              </a:spcBef>
              <a:buNone/>
              <a:defRPr>
                <a:solidFill>
                  <a:srgbClr val="888888"/>
                </a:solidFill>
              </a:defRPr>
            </a:lvl7pPr>
            <a:lvl8pPr indent="0" lvl="7" marL="0" algn="ctr">
              <a:spcBef>
                <a:spcPts val="0"/>
              </a:spcBef>
              <a:buNone/>
              <a:defRPr>
                <a:solidFill>
                  <a:srgbClr val="888888"/>
                </a:solidFill>
              </a:defRPr>
            </a:lvl8pPr>
            <a:lvl9pPr indent="0" lvl="8" marL="0" algn="ctr">
              <a:spcBef>
                <a:spcPts val="0"/>
              </a:spcBef>
              <a:buNone/>
              <a:defRPr>
                <a:solidFill>
                  <a:srgbClr val="888888"/>
                </a:solidFill>
              </a:defRPr>
            </a:lvl9pPr>
          </a:lstStyle>
          <a:p>
            <a:pPr indent="0" lvl="0" marL="0" rtl="0" algn="ctr">
              <a:spcBef>
                <a:spcPts val="0"/>
              </a:spcBef>
              <a:spcAft>
                <a:spcPts val="0"/>
              </a:spcAft>
              <a:buNone/>
            </a:pPr>
            <a:fld id="{00000000-1234-1234-1234-123412341234}" type="slidenum">
              <a:rPr lang="en-US"/>
              <a:t>‹#›</a:t>
            </a:fld>
            <a:endParaRPr/>
          </a:p>
        </p:txBody>
      </p:sp>
      <p:sp>
        <p:nvSpPr>
          <p:cNvPr id="40" name="Google Shape;40;p8"/>
          <p:cNvSpPr txBox="1"/>
          <p:nvPr>
            <p:ph idx="1" type="body"/>
          </p:nvPr>
        </p:nvSpPr>
        <p:spPr>
          <a:xfrm>
            <a:off x="519273" y="1603104"/>
            <a:ext cx="5486400" cy="4511100"/>
          </a:xfrm>
          <a:prstGeom prst="rect">
            <a:avLst/>
          </a:prstGeom>
          <a:noFill/>
          <a:ln>
            <a:noFill/>
          </a:ln>
        </p:spPr>
        <p:txBody>
          <a:bodyPr anchorCtr="0" anchor="t" bIns="45700" lIns="91425" spcFirstLastPara="1" rIns="91425" wrap="square" tIns="45700">
            <a:normAutofit/>
          </a:bodyPr>
          <a:lstStyle>
            <a:lvl1pPr indent="-364083" lvl="0" marL="457200" algn="l">
              <a:lnSpc>
                <a:spcPct val="90000"/>
              </a:lnSpc>
              <a:spcBef>
                <a:spcPts val="1333"/>
              </a:spcBef>
              <a:spcAft>
                <a:spcPts val="0"/>
              </a:spcAft>
              <a:buClr>
                <a:schemeClr val="dk1"/>
              </a:buClr>
              <a:buSzPts val="2134"/>
              <a:buChar char="•"/>
              <a:defRPr sz="2667">
                <a:latin typeface="Calibri"/>
                <a:ea typeface="Calibri"/>
                <a:cs typeface="Calibri"/>
                <a:sym typeface="Calibri"/>
              </a:defRPr>
            </a:lvl1pPr>
            <a:lvl2pPr indent="-350519" lvl="1" marL="914400" algn="l">
              <a:lnSpc>
                <a:spcPct val="90000"/>
              </a:lnSpc>
              <a:spcBef>
                <a:spcPts val="667"/>
              </a:spcBef>
              <a:spcAft>
                <a:spcPts val="0"/>
              </a:spcAft>
              <a:buClr>
                <a:schemeClr val="dk1"/>
              </a:buClr>
              <a:buSzPts val="1920"/>
              <a:buChar char="•"/>
              <a:defRPr sz="2400">
                <a:latin typeface="Calibri"/>
                <a:ea typeface="Calibri"/>
                <a:cs typeface="Calibri"/>
                <a:sym typeface="Calibri"/>
              </a:defRPr>
            </a:lvl2pPr>
            <a:lvl3pPr indent="-336956" lvl="2" marL="1371600" algn="l">
              <a:lnSpc>
                <a:spcPct val="90000"/>
              </a:lnSpc>
              <a:spcBef>
                <a:spcPts val="667"/>
              </a:spcBef>
              <a:spcAft>
                <a:spcPts val="0"/>
              </a:spcAft>
              <a:buClr>
                <a:schemeClr val="dk1"/>
              </a:buClr>
              <a:buSzPts val="1706"/>
              <a:buChar char="•"/>
              <a:defRPr sz="2133">
                <a:latin typeface="Calibri"/>
                <a:ea typeface="Calibri"/>
                <a:cs typeface="Calibri"/>
                <a:sym typeface="Calibri"/>
              </a:defRPr>
            </a:lvl3pPr>
            <a:lvl4pPr indent="-323443" lvl="3" marL="1828800" algn="l">
              <a:lnSpc>
                <a:spcPct val="90000"/>
              </a:lnSpc>
              <a:spcBef>
                <a:spcPts val="667"/>
              </a:spcBef>
              <a:spcAft>
                <a:spcPts val="0"/>
              </a:spcAft>
              <a:buClr>
                <a:schemeClr val="dk1"/>
              </a:buClr>
              <a:buSzPts val="1494"/>
              <a:buChar char="•"/>
              <a:defRPr sz="1867">
                <a:latin typeface="Calibri"/>
                <a:ea typeface="Calibri"/>
                <a:cs typeface="Calibri"/>
                <a:sym typeface="Calibri"/>
              </a:defRPr>
            </a:lvl4pPr>
            <a:lvl5pPr indent="-323443" lvl="4" marL="2286000" algn="l">
              <a:lnSpc>
                <a:spcPct val="90000"/>
              </a:lnSpc>
              <a:spcBef>
                <a:spcPts val="667"/>
              </a:spcBef>
              <a:spcAft>
                <a:spcPts val="0"/>
              </a:spcAft>
              <a:buClr>
                <a:schemeClr val="dk1"/>
              </a:buClr>
              <a:buSzPts val="1494"/>
              <a:buChar char="•"/>
              <a:defRPr sz="1867">
                <a:latin typeface="Calibri"/>
                <a:ea typeface="Calibri"/>
                <a:cs typeface="Calibri"/>
                <a:sym typeface="Calibri"/>
              </a:defRPr>
            </a:lvl5pPr>
            <a:lvl6pPr indent="-342900" lvl="5" marL="2743200" algn="l">
              <a:lnSpc>
                <a:spcPct val="90000"/>
              </a:lnSpc>
              <a:spcBef>
                <a:spcPts val="667"/>
              </a:spcBef>
              <a:spcAft>
                <a:spcPts val="0"/>
              </a:spcAft>
              <a:buClr>
                <a:schemeClr val="dk1"/>
              </a:buClr>
              <a:buSzPts val="1800"/>
              <a:buChar char="•"/>
              <a:defRPr/>
            </a:lvl6pPr>
            <a:lvl7pPr indent="-342900" lvl="6" marL="3200400" algn="l">
              <a:lnSpc>
                <a:spcPct val="90000"/>
              </a:lnSpc>
              <a:spcBef>
                <a:spcPts val="667"/>
              </a:spcBef>
              <a:spcAft>
                <a:spcPts val="0"/>
              </a:spcAft>
              <a:buClr>
                <a:schemeClr val="dk1"/>
              </a:buClr>
              <a:buSzPts val="1800"/>
              <a:buChar char="•"/>
              <a:defRPr/>
            </a:lvl7pPr>
            <a:lvl8pPr indent="-342900" lvl="7" marL="3657600" algn="l">
              <a:lnSpc>
                <a:spcPct val="90000"/>
              </a:lnSpc>
              <a:spcBef>
                <a:spcPts val="667"/>
              </a:spcBef>
              <a:spcAft>
                <a:spcPts val="0"/>
              </a:spcAft>
              <a:buClr>
                <a:schemeClr val="dk1"/>
              </a:buClr>
              <a:buSzPts val="1800"/>
              <a:buChar char="•"/>
              <a:defRPr/>
            </a:lvl8pPr>
            <a:lvl9pPr indent="-342900" lvl="8" marL="4114800" algn="l">
              <a:lnSpc>
                <a:spcPct val="90000"/>
              </a:lnSpc>
              <a:spcBef>
                <a:spcPts val="667"/>
              </a:spcBef>
              <a:spcAft>
                <a:spcPts val="0"/>
              </a:spcAft>
              <a:buClr>
                <a:schemeClr val="dk1"/>
              </a:buClr>
              <a:buSzPts val="1800"/>
              <a:buChar char="•"/>
              <a:defRPr/>
            </a:lvl9pPr>
          </a:lstStyle>
          <a:p/>
        </p:txBody>
      </p:sp>
      <p:sp>
        <p:nvSpPr>
          <p:cNvPr id="41" name="Google Shape;41;p8"/>
          <p:cNvSpPr txBox="1"/>
          <p:nvPr>
            <p:ph idx="2" type="body"/>
          </p:nvPr>
        </p:nvSpPr>
        <p:spPr>
          <a:xfrm>
            <a:off x="6196173" y="1603104"/>
            <a:ext cx="5486400" cy="4511100"/>
          </a:xfrm>
          <a:prstGeom prst="rect">
            <a:avLst/>
          </a:prstGeom>
          <a:noFill/>
          <a:ln>
            <a:noFill/>
          </a:ln>
        </p:spPr>
        <p:txBody>
          <a:bodyPr anchorCtr="0" anchor="t" bIns="45700" lIns="91425" spcFirstLastPara="1" rIns="91425" wrap="square" tIns="45700">
            <a:normAutofit/>
          </a:bodyPr>
          <a:lstStyle>
            <a:lvl1pPr indent="-364083" lvl="0" marL="457200" algn="l">
              <a:lnSpc>
                <a:spcPct val="90000"/>
              </a:lnSpc>
              <a:spcBef>
                <a:spcPts val="1333"/>
              </a:spcBef>
              <a:spcAft>
                <a:spcPts val="0"/>
              </a:spcAft>
              <a:buClr>
                <a:schemeClr val="dk1"/>
              </a:buClr>
              <a:buSzPts val="2134"/>
              <a:buChar char="•"/>
              <a:defRPr sz="2667">
                <a:latin typeface="Calibri"/>
                <a:ea typeface="Calibri"/>
                <a:cs typeface="Calibri"/>
                <a:sym typeface="Calibri"/>
              </a:defRPr>
            </a:lvl1pPr>
            <a:lvl2pPr indent="-350519" lvl="1" marL="914400" algn="l">
              <a:lnSpc>
                <a:spcPct val="90000"/>
              </a:lnSpc>
              <a:spcBef>
                <a:spcPts val="667"/>
              </a:spcBef>
              <a:spcAft>
                <a:spcPts val="0"/>
              </a:spcAft>
              <a:buClr>
                <a:schemeClr val="dk1"/>
              </a:buClr>
              <a:buSzPts val="1920"/>
              <a:buChar char="•"/>
              <a:defRPr sz="2400">
                <a:latin typeface="Calibri"/>
                <a:ea typeface="Calibri"/>
                <a:cs typeface="Calibri"/>
                <a:sym typeface="Calibri"/>
              </a:defRPr>
            </a:lvl2pPr>
            <a:lvl3pPr indent="-336956" lvl="2" marL="1371600" algn="l">
              <a:lnSpc>
                <a:spcPct val="90000"/>
              </a:lnSpc>
              <a:spcBef>
                <a:spcPts val="667"/>
              </a:spcBef>
              <a:spcAft>
                <a:spcPts val="0"/>
              </a:spcAft>
              <a:buClr>
                <a:schemeClr val="dk1"/>
              </a:buClr>
              <a:buSzPts val="1706"/>
              <a:buChar char="•"/>
              <a:defRPr sz="2133">
                <a:latin typeface="Calibri"/>
                <a:ea typeface="Calibri"/>
                <a:cs typeface="Calibri"/>
                <a:sym typeface="Calibri"/>
              </a:defRPr>
            </a:lvl3pPr>
            <a:lvl4pPr indent="-323443" lvl="3" marL="1828800" algn="l">
              <a:lnSpc>
                <a:spcPct val="90000"/>
              </a:lnSpc>
              <a:spcBef>
                <a:spcPts val="667"/>
              </a:spcBef>
              <a:spcAft>
                <a:spcPts val="0"/>
              </a:spcAft>
              <a:buClr>
                <a:schemeClr val="dk1"/>
              </a:buClr>
              <a:buSzPts val="1494"/>
              <a:buChar char="•"/>
              <a:defRPr sz="1867">
                <a:latin typeface="Calibri"/>
                <a:ea typeface="Calibri"/>
                <a:cs typeface="Calibri"/>
                <a:sym typeface="Calibri"/>
              </a:defRPr>
            </a:lvl4pPr>
            <a:lvl5pPr indent="-323443" lvl="4" marL="2286000" algn="l">
              <a:lnSpc>
                <a:spcPct val="90000"/>
              </a:lnSpc>
              <a:spcBef>
                <a:spcPts val="667"/>
              </a:spcBef>
              <a:spcAft>
                <a:spcPts val="0"/>
              </a:spcAft>
              <a:buClr>
                <a:schemeClr val="dk1"/>
              </a:buClr>
              <a:buSzPts val="1494"/>
              <a:buChar char="•"/>
              <a:defRPr sz="1867">
                <a:latin typeface="Calibri"/>
                <a:ea typeface="Calibri"/>
                <a:cs typeface="Calibri"/>
                <a:sym typeface="Calibri"/>
              </a:defRPr>
            </a:lvl5pPr>
            <a:lvl6pPr indent="-342900" lvl="5" marL="2743200" algn="l">
              <a:lnSpc>
                <a:spcPct val="90000"/>
              </a:lnSpc>
              <a:spcBef>
                <a:spcPts val="667"/>
              </a:spcBef>
              <a:spcAft>
                <a:spcPts val="0"/>
              </a:spcAft>
              <a:buClr>
                <a:schemeClr val="dk1"/>
              </a:buClr>
              <a:buSzPts val="1800"/>
              <a:buChar char="•"/>
              <a:defRPr/>
            </a:lvl6pPr>
            <a:lvl7pPr indent="-342900" lvl="6" marL="3200400" algn="l">
              <a:lnSpc>
                <a:spcPct val="90000"/>
              </a:lnSpc>
              <a:spcBef>
                <a:spcPts val="667"/>
              </a:spcBef>
              <a:spcAft>
                <a:spcPts val="0"/>
              </a:spcAft>
              <a:buClr>
                <a:schemeClr val="dk1"/>
              </a:buClr>
              <a:buSzPts val="1800"/>
              <a:buChar char="•"/>
              <a:defRPr/>
            </a:lvl7pPr>
            <a:lvl8pPr indent="-342900" lvl="7" marL="3657600" algn="l">
              <a:lnSpc>
                <a:spcPct val="90000"/>
              </a:lnSpc>
              <a:spcBef>
                <a:spcPts val="667"/>
              </a:spcBef>
              <a:spcAft>
                <a:spcPts val="0"/>
              </a:spcAft>
              <a:buClr>
                <a:schemeClr val="dk1"/>
              </a:buClr>
              <a:buSzPts val="1800"/>
              <a:buChar char="•"/>
              <a:defRPr/>
            </a:lvl8pPr>
            <a:lvl9pPr indent="-342900" lvl="8" marL="4114800" algn="l">
              <a:lnSpc>
                <a:spcPct val="90000"/>
              </a:lnSpc>
              <a:spcBef>
                <a:spcPts val="667"/>
              </a:spcBef>
              <a:spcAft>
                <a:spcPts val="0"/>
              </a:spcAft>
              <a:buClr>
                <a:schemeClr val="dk1"/>
              </a:buClr>
              <a:buSzPts val="18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and Two Content">
  <p:cSld name="Subtitle and Two Content">
    <p:spTree>
      <p:nvGrpSpPr>
        <p:cNvPr id="42" name="Shape 42"/>
        <p:cNvGrpSpPr/>
        <p:nvPr/>
      </p:nvGrpSpPr>
      <p:grpSpPr>
        <a:xfrm>
          <a:off x="0" y="0"/>
          <a:ext cx="0" cy="0"/>
          <a:chOff x="0" y="0"/>
          <a:chExt cx="0" cy="0"/>
        </a:xfrm>
      </p:grpSpPr>
      <p:sp>
        <p:nvSpPr>
          <p:cNvPr id="43" name="Google Shape;43;p9"/>
          <p:cNvSpPr txBox="1"/>
          <p:nvPr>
            <p:ph type="title"/>
          </p:nvPr>
        </p:nvSpPr>
        <p:spPr>
          <a:xfrm>
            <a:off x="501400" y="643909"/>
            <a:ext cx="11175900" cy="6603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9B1D2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9"/>
          <p:cNvSpPr txBox="1"/>
          <p:nvPr>
            <p:ph idx="1" type="body"/>
          </p:nvPr>
        </p:nvSpPr>
        <p:spPr>
          <a:xfrm>
            <a:off x="508401" y="1916384"/>
            <a:ext cx="5486400" cy="4145400"/>
          </a:xfrm>
          <a:prstGeom prst="rect">
            <a:avLst/>
          </a:prstGeom>
          <a:noFill/>
          <a:ln>
            <a:noFill/>
          </a:ln>
        </p:spPr>
        <p:txBody>
          <a:bodyPr anchorCtr="0" anchor="t" bIns="45700" lIns="91425" spcFirstLastPara="1" rIns="91425" wrap="square" tIns="45700">
            <a:normAutofit/>
          </a:bodyPr>
          <a:lstStyle>
            <a:lvl1pPr indent="-364083" lvl="0" marL="457200" algn="l">
              <a:lnSpc>
                <a:spcPct val="90000"/>
              </a:lnSpc>
              <a:spcBef>
                <a:spcPts val="1333"/>
              </a:spcBef>
              <a:spcAft>
                <a:spcPts val="0"/>
              </a:spcAft>
              <a:buClr>
                <a:schemeClr val="dk1"/>
              </a:buClr>
              <a:buSzPts val="2134"/>
              <a:buChar char="•"/>
              <a:defRPr sz="2667">
                <a:latin typeface="Calibri"/>
                <a:ea typeface="Calibri"/>
                <a:cs typeface="Calibri"/>
                <a:sym typeface="Calibri"/>
              </a:defRPr>
            </a:lvl1pPr>
            <a:lvl2pPr indent="-350519" lvl="1" marL="914400" algn="l">
              <a:lnSpc>
                <a:spcPct val="90000"/>
              </a:lnSpc>
              <a:spcBef>
                <a:spcPts val="667"/>
              </a:spcBef>
              <a:spcAft>
                <a:spcPts val="0"/>
              </a:spcAft>
              <a:buClr>
                <a:schemeClr val="dk1"/>
              </a:buClr>
              <a:buSzPts val="1920"/>
              <a:buChar char="•"/>
              <a:defRPr sz="2400">
                <a:latin typeface="Calibri"/>
                <a:ea typeface="Calibri"/>
                <a:cs typeface="Calibri"/>
                <a:sym typeface="Calibri"/>
              </a:defRPr>
            </a:lvl2pPr>
            <a:lvl3pPr indent="-336956" lvl="2" marL="1371600" algn="l">
              <a:lnSpc>
                <a:spcPct val="90000"/>
              </a:lnSpc>
              <a:spcBef>
                <a:spcPts val="667"/>
              </a:spcBef>
              <a:spcAft>
                <a:spcPts val="0"/>
              </a:spcAft>
              <a:buClr>
                <a:schemeClr val="dk1"/>
              </a:buClr>
              <a:buSzPts val="1706"/>
              <a:buChar char="•"/>
              <a:defRPr sz="2133">
                <a:latin typeface="Calibri"/>
                <a:ea typeface="Calibri"/>
                <a:cs typeface="Calibri"/>
                <a:sym typeface="Calibri"/>
              </a:defRPr>
            </a:lvl3pPr>
            <a:lvl4pPr indent="-323443" lvl="3" marL="1828800" algn="l">
              <a:lnSpc>
                <a:spcPct val="90000"/>
              </a:lnSpc>
              <a:spcBef>
                <a:spcPts val="667"/>
              </a:spcBef>
              <a:spcAft>
                <a:spcPts val="0"/>
              </a:spcAft>
              <a:buClr>
                <a:schemeClr val="dk1"/>
              </a:buClr>
              <a:buSzPts val="1494"/>
              <a:buChar char="•"/>
              <a:defRPr sz="1867">
                <a:latin typeface="Calibri"/>
                <a:ea typeface="Calibri"/>
                <a:cs typeface="Calibri"/>
                <a:sym typeface="Calibri"/>
              </a:defRPr>
            </a:lvl4pPr>
            <a:lvl5pPr indent="-323443" lvl="4" marL="2286000" algn="l">
              <a:lnSpc>
                <a:spcPct val="90000"/>
              </a:lnSpc>
              <a:spcBef>
                <a:spcPts val="667"/>
              </a:spcBef>
              <a:spcAft>
                <a:spcPts val="0"/>
              </a:spcAft>
              <a:buClr>
                <a:schemeClr val="dk1"/>
              </a:buClr>
              <a:buSzPts val="1494"/>
              <a:buChar char="•"/>
              <a:defRPr sz="1867">
                <a:latin typeface="Calibri"/>
                <a:ea typeface="Calibri"/>
                <a:cs typeface="Calibri"/>
                <a:sym typeface="Calibri"/>
              </a:defRPr>
            </a:lvl5pPr>
            <a:lvl6pPr indent="-342900" lvl="5" marL="2743200" algn="l">
              <a:lnSpc>
                <a:spcPct val="90000"/>
              </a:lnSpc>
              <a:spcBef>
                <a:spcPts val="667"/>
              </a:spcBef>
              <a:spcAft>
                <a:spcPts val="0"/>
              </a:spcAft>
              <a:buClr>
                <a:schemeClr val="dk1"/>
              </a:buClr>
              <a:buSzPts val="1800"/>
              <a:buChar char="•"/>
              <a:defRPr/>
            </a:lvl6pPr>
            <a:lvl7pPr indent="-342900" lvl="6" marL="3200400" algn="l">
              <a:lnSpc>
                <a:spcPct val="90000"/>
              </a:lnSpc>
              <a:spcBef>
                <a:spcPts val="667"/>
              </a:spcBef>
              <a:spcAft>
                <a:spcPts val="0"/>
              </a:spcAft>
              <a:buClr>
                <a:schemeClr val="dk1"/>
              </a:buClr>
              <a:buSzPts val="1800"/>
              <a:buChar char="•"/>
              <a:defRPr/>
            </a:lvl7pPr>
            <a:lvl8pPr indent="-342900" lvl="7" marL="3657600" algn="l">
              <a:lnSpc>
                <a:spcPct val="90000"/>
              </a:lnSpc>
              <a:spcBef>
                <a:spcPts val="667"/>
              </a:spcBef>
              <a:spcAft>
                <a:spcPts val="0"/>
              </a:spcAft>
              <a:buClr>
                <a:schemeClr val="dk1"/>
              </a:buClr>
              <a:buSzPts val="1800"/>
              <a:buChar char="•"/>
              <a:defRPr/>
            </a:lvl8pPr>
            <a:lvl9pPr indent="-342900" lvl="8" marL="4114800" algn="l">
              <a:lnSpc>
                <a:spcPct val="90000"/>
              </a:lnSpc>
              <a:spcBef>
                <a:spcPts val="667"/>
              </a:spcBef>
              <a:spcAft>
                <a:spcPts val="0"/>
              </a:spcAft>
              <a:buClr>
                <a:schemeClr val="dk1"/>
              </a:buClr>
              <a:buSzPts val="1800"/>
              <a:buChar char="•"/>
              <a:defRPr/>
            </a:lvl9pPr>
          </a:lstStyle>
          <a:p/>
        </p:txBody>
      </p:sp>
      <p:sp>
        <p:nvSpPr>
          <p:cNvPr id="45" name="Google Shape;45;p9"/>
          <p:cNvSpPr txBox="1"/>
          <p:nvPr>
            <p:ph idx="2" type="body"/>
          </p:nvPr>
        </p:nvSpPr>
        <p:spPr>
          <a:xfrm>
            <a:off x="6190365" y="1916384"/>
            <a:ext cx="5486400" cy="4145400"/>
          </a:xfrm>
          <a:prstGeom prst="rect">
            <a:avLst/>
          </a:prstGeom>
          <a:noFill/>
          <a:ln>
            <a:noFill/>
          </a:ln>
        </p:spPr>
        <p:txBody>
          <a:bodyPr anchorCtr="0" anchor="t" bIns="45700" lIns="91425" spcFirstLastPara="1" rIns="91425" wrap="square" tIns="45700">
            <a:normAutofit/>
          </a:bodyPr>
          <a:lstStyle>
            <a:lvl1pPr indent="-364083" lvl="0" marL="457200" algn="l">
              <a:lnSpc>
                <a:spcPct val="90000"/>
              </a:lnSpc>
              <a:spcBef>
                <a:spcPts val="1333"/>
              </a:spcBef>
              <a:spcAft>
                <a:spcPts val="0"/>
              </a:spcAft>
              <a:buClr>
                <a:schemeClr val="dk1"/>
              </a:buClr>
              <a:buSzPts val="2134"/>
              <a:buChar char="•"/>
              <a:defRPr sz="2667">
                <a:latin typeface="Calibri"/>
                <a:ea typeface="Calibri"/>
                <a:cs typeface="Calibri"/>
                <a:sym typeface="Calibri"/>
              </a:defRPr>
            </a:lvl1pPr>
            <a:lvl2pPr indent="-350519" lvl="1" marL="914400" algn="l">
              <a:lnSpc>
                <a:spcPct val="90000"/>
              </a:lnSpc>
              <a:spcBef>
                <a:spcPts val="667"/>
              </a:spcBef>
              <a:spcAft>
                <a:spcPts val="0"/>
              </a:spcAft>
              <a:buClr>
                <a:schemeClr val="dk1"/>
              </a:buClr>
              <a:buSzPts val="1920"/>
              <a:buChar char="•"/>
              <a:defRPr sz="2400">
                <a:latin typeface="Calibri"/>
                <a:ea typeface="Calibri"/>
                <a:cs typeface="Calibri"/>
                <a:sym typeface="Calibri"/>
              </a:defRPr>
            </a:lvl2pPr>
            <a:lvl3pPr indent="-336956" lvl="2" marL="1371600" algn="l">
              <a:lnSpc>
                <a:spcPct val="90000"/>
              </a:lnSpc>
              <a:spcBef>
                <a:spcPts val="667"/>
              </a:spcBef>
              <a:spcAft>
                <a:spcPts val="0"/>
              </a:spcAft>
              <a:buClr>
                <a:schemeClr val="dk1"/>
              </a:buClr>
              <a:buSzPts val="1706"/>
              <a:buChar char="•"/>
              <a:defRPr sz="2133">
                <a:latin typeface="Calibri"/>
                <a:ea typeface="Calibri"/>
                <a:cs typeface="Calibri"/>
                <a:sym typeface="Calibri"/>
              </a:defRPr>
            </a:lvl3pPr>
            <a:lvl4pPr indent="-323443" lvl="3" marL="1828800" algn="l">
              <a:lnSpc>
                <a:spcPct val="90000"/>
              </a:lnSpc>
              <a:spcBef>
                <a:spcPts val="667"/>
              </a:spcBef>
              <a:spcAft>
                <a:spcPts val="0"/>
              </a:spcAft>
              <a:buClr>
                <a:schemeClr val="dk1"/>
              </a:buClr>
              <a:buSzPts val="1494"/>
              <a:buChar char="•"/>
              <a:defRPr sz="1867">
                <a:latin typeface="Calibri"/>
                <a:ea typeface="Calibri"/>
                <a:cs typeface="Calibri"/>
                <a:sym typeface="Calibri"/>
              </a:defRPr>
            </a:lvl4pPr>
            <a:lvl5pPr indent="-323443" lvl="4" marL="2286000" algn="l">
              <a:lnSpc>
                <a:spcPct val="90000"/>
              </a:lnSpc>
              <a:spcBef>
                <a:spcPts val="667"/>
              </a:spcBef>
              <a:spcAft>
                <a:spcPts val="0"/>
              </a:spcAft>
              <a:buClr>
                <a:schemeClr val="dk1"/>
              </a:buClr>
              <a:buSzPts val="1494"/>
              <a:buChar char="•"/>
              <a:defRPr sz="1867">
                <a:latin typeface="Calibri"/>
                <a:ea typeface="Calibri"/>
                <a:cs typeface="Calibri"/>
                <a:sym typeface="Calibri"/>
              </a:defRPr>
            </a:lvl5pPr>
            <a:lvl6pPr indent="-342900" lvl="5" marL="2743200" algn="l">
              <a:lnSpc>
                <a:spcPct val="90000"/>
              </a:lnSpc>
              <a:spcBef>
                <a:spcPts val="667"/>
              </a:spcBef>
              <a:spcAft>
                <a:spcPts val="0"/>
              </a:spcAft>
              <a:buClr>
                <a:schemeClr val="dk1"/>
              </a:buClr>
              <a:buSzPts val="1800"/>
              <a:buChar char="•"/>
              <a:defRPr/>
            </a:lvl6pPr>
            <a:lvl7pPr indent="-342900" lvl="6" marL="3200400" algn="l">
              <a:lnSpc>
                <a:spcPct val="90000"/>
              </a:lnSpc>
              <a:spcBef>
                <a:spcPts val="667"/>
              </a:spcBef>
              <a:spcAft>
                <a:spcPts val="0"/>
              </a:spcAft>
              <a:buClr>
                <a:schemeClr val="dk1"/>
              </a:buClr>
              <a:buSzPts val="1800"/>
              <a:buChar char="•"/>
              <a:defRPr/>
            </a:lvl7pPr>
            <a:lvl8pPr indent="-342900" lvl="7" marL="3657600" algn="l">
              <a:lnSpc>
                <a:spcPct val="90000"/>
              </a:lnSpc>
              <a:spcBef>
                <a:spcPts val="667"/>
              </a:spcBef>
              <a:spcAft>
                <a:spcPts val="0"/>
              </a:spcAft>
              <a:buClr>
                <a:schemeClr val="dk1"/>
              </a:buClr>
              <a:buSzPts val="1800"/>
              <a:buChar char="•"/>
              <a:defRPr/>
            </a:lvl8pPr>
            <a:lvl9pPr indent="-342900" lvl="8" marL="4114800" algn="l">
              <a:lnSpc>
                <a:spcPct val="90000"/>
              </a:lnSpc>
              <a:spcBef>
                <a:spcPts val="667"/>
              </a:spcBef>
              <a:spcAft>
                <a:spcPts val="0"/>
              </a:spcAft>
              <a:buClr>
                <a:schemeClr val="dk1"/>
              </a:buClr>
              <a:buSzPts val="1800"/>
              <a:buChar char="•"/>
              <a:defRPr/>
            </a:lvl9pPr>
          </a:lstStyle>
          <a:p/>
        </p:txBody>
      </p:sp>
      <p:sp>
        <p:nvSpPr>
          <p:cNvPr id="46" name="Google Shape;46;p9"/>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solidFill>
                  <a:srgbClr val="888888"/>
                </a:solidFill>
              </a:defRPr>
            </a:lvl1pPr>
            <a:lvl2pPr indent="0" lvl="1" marL="0" algn="ctr">
              <a:spcBef>
                <a:spcPts val="0"/>
              </a:spcBef>
              <a:buNone/>
              <a:defRPr>
                <a:solidFill>
                  <a:srgbClr val="888888"/>
                </a:solidFill>
              </a:defRPr>
            </a:lvl2pPr>
            <a:lvl3pPr indent="0" lvl="2" marL="0" algn="ctr">
              <a:spcBef>
                <a:spcPts val="0"/>
              </a:spcBef>
              <a:buNone/>
              <a:defRPr>
                <a:solidFill>
                  <a:srgbClr val="888888"/>
                </a:solidFill>
              </a:defRPr>
            </a:lvl3pPr>
            <a:lvl4pPr indent="0" lvl="3" marL="0" algn="ctr">
              <a:spcBef>
                <a:spcPts val="0"/>
              </a:spcBef>
              <a:buNone/>
              <a:defRPr>
                <a:solidFill>
                  <a:srgbClr val="888888"/>
                </a:solidFill>
              </a:defRPr>
            </a:lvl4pPr>
            <a:lvl5pPr indent="0" lvl="4" marL="0" algn="ctr">
              <a:spcBef>
                <a:spcPts val="0"/>
              </a:spcBef>
              <a:buNone/>
              <a:defRPr>
                <a:solidFill>
                  <a:srgbClr val="888888"/>
                </a:solidFill>
              </a:defRPr>
            </a:lvl5pPr>
            <a:lvl6pPr indent="0" lvl="5" marL="0" algn="ctr">
              <a:spcBef>
                <a:spcPts val="0"/>
              </a:spcBef>
              <a:buNone/>
              <a:defRPr>
                <a:solidFill>
                  <a:srgbClr val="888888"/>
                </a:solidFill>
              </a:defRPr>
            </a:lvl6pPr>
            <a:lvl7pPr indent="0" lvl="6" marL="0" algn="ctr">
              <a:spcBef>
                <a:spcPts val="0"/>
              </a:spcBef>
              <a:buNone/>
              <a:defRPr>
                <a:solidFill>
                  <a:srgbClr val="888888"/>
                </a:solidFill>
              </a:defRPr>
            </a:lvl7pPr>
            <a:lvl8pPr indent="0" lvl="7" marL="0" algn="ctr">
              <a:spcBef>
                <a:spcPts val="0"/>
              </a:spcBef>
              <a:buNone/>
              <a:defRPr>
                <a:solidFill>
                  <a:srgbClr val="888888"/>
                </a:solidFill>
              </a:defRPr>
            </a:lvl8pPr>
            <a:lvl9pPr indent="0" lvl="8" marL="0" algn="ctr">
              <a:spcBef>
                <a:spcPts val="0"/>
              </a:spcBef>
              <a:buNone/>
              <a:defRPr>
                <a:solidFill>
                  <a:srgbClr val="888888"/>
                </a:solidFill>
              </a:defRPr>
            </a:lvl9pPr>
          </a:lstStyle>
          <a:p>
            <a:pPr indent="0" lvl="0" marL="0" rtl="0" algn="ctr">
              <a:spcBef>
                <a:spcPts val="0"/>
              </a:spcBef>
              <a:spcAft>
                <a:spcPts val="0"/>
              </a:spcAft>
              <a:buNone/>
            </a:pPr>
            <a:fld id="{00000000-1234-1234-1234-123412341234}" type="slidenum">
              <a:rPr lang="en-US"/>
              <a:t>‹#›</a:t>
            </a:fld>
            <a:endParaRPr/>
          </a:p>
        </p:txBody>
      </p:sp>
      <p:sp>
        <p:nvSpPr>
          <p:cNvPr id="47" name="Google Shape;47;p9"/>
          <p:cNvSpPr txBox="1"/>
          <p:nvPr>
            <p:ph idx="3" type="body"/>
          </p:nvPr>
        </p:nvSpPr>
        <p:spPr>
          <a:xfrm flipH="1">
            <a:off x="498731" y="1315720"/>
            <a:ext cx="11180100" cy="4878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333"/>
              </a:spcBef>
              <a:spcAft>
                <a:spcPts val="0"/>
              </a:spcAft>
              <a:buClr>
                <a:schemeClr val="dk1"/>
              </a:buClr>
              <a:buSzPts val="2134"/>
              <a:buFont typeface="Calibri"/>
              <a:buNone/>
              <a:defRPr i="1" sz="2667"/>
            </a:lvl1pPr>
            <a:lvl2pPr indent="-228600" lvl="1" marL="914400" algn="l">
              <a:lnSpc>
                <a:spcPct val="90000"/>
              </a:lnSpc>
              <a:spcBef>
                <a:spcPts val="667"/>
              </a:spcBef>
              <a:spcAft>
                <a:spcPts val="0"/>
              </a:spcAft>
              <a:buClr>
                <a:schemeClr val="dk1"/>
              </a:buClr>
              <a:buSzPts val="2134"/>
              <a:buFont typeface="Calibri"/>
              <a:buNone/>
              <a:defRPr/>
            </a:lvl2pPr>
            <a:lvl3pPr indent="-228600" lvl="2" marL="1371600" algn="l">
              <a:lnSpc>
                <a:spcPct val="90000"/>
              </a:lnSpc>
              <a:spcBef>
                <a:spcPts val="667"/>
              </a:spcBef>
              <a:spcAft>
                <a:spcPts val="0"/>
              </a:spcAft>
              <a:buClr>
                <a:schemeClr val="dk1"/>
              </a:buClr>
              <a:buSzPts val="1920"/>
              <a:buFont typeface="Calibri"/>
              <a:buNone/>
              <a:defRPr/>
            </a:lvl3pPr>
            <a:lvl4pPr indent="-228600" lvl="3" marL="1828800" algn="l">
              <a:lnSpc>
                <a:spcPct val="90000"/>
              </a:lnSpc>
              <a:spcBef>
                <a:spcPts val="667"/>
              </a:spcBef>
              <a:spcAft>
                <a:spcPts val="0"/>
              </a:spcAft>
              <a:buClr>
                <a:schemeClr val="dk1"/>
              </a:buClr>
              <a:buSzPts val="1706"/>
              <a:buFont typeface="Calibri"/>
              <a:buNone/>
              <a:defRPr/>
            </a:lvl4pPr>
            <a:lvl5pPr indent="-228600" lvl="4" marL="2286000" algn="l">
              <a:lnSpc>
                <a:spcPct val="90000"/>
              </a:lnSpc>
              <a:spcBef>
                <a:spcPts val="667"/>
              </a:spcBef>
              <a:spcAft>
                <a:spcPts val="0"/>
              </a:spcAft>
              <a:buClr>
                <a:schemeClr val="dk1"/>
              </a:buClr>
              <a:buSzPts val="1706"/>
              <a:buFont typeface="Calibri"/>
              <a:buNone/>
              <a:defRPr/>
            </a:lvl5pPr>
            <a:lvl6pPr indent="-342900" lvl="5" marL="2743200" algn="l">
              <a:lnSpc>
                <a:spcPct val="90000"/>
              </a:lnSpc>
              <a:spcBef>
                <a:spcPts val="667"/>
              </a:spcBef>
              <a:spcAft>
                <a:spcPts val="0"/>
              </a:spcAft>
              <a:buClr>
                <a:schemeClr val="dk1"/>
              </a:buClr>
              <a:buSzPts val="1800"/>
              <a:buChar char="•"/>
              <a:defRPr/>
            </a:lvl6pPr>
            <a:lvl7pPr indent="-342900" lvl="6" marL="3200400" algn="l">
              <a:lnSpc>
                <a:spcPct val="90000"/>
              </a:lnSpc>
              <a:spcBef>
                <a:spcPts val="667"/>
              </a:spcBef>
              <a:spcAft>
                <a:spcPts val="0"/>
              </a:spcAft>
              <a:buClr>
                <a:schemeClr val="dk1"/>
              </a:buClr>
              <a:buSzPts val="1800"/>
              <a:buChar char="•"/>
              <a:defRPr/>
            </a:lvl7pPr>
            <a:lvl8pPr indent="-342900" lvl="7" marL="3657600" algn="l">
              <a:lnSpc>
                <a:spcPct val="90000"/>
              </a:lnSpc>
              <a:spcBef>
                <a:spcPts val="667"/>
              </a:spcBef>
              <a:spcAft>
                <a:spcPts val="0"/>
              </a:spcAft>
              <a:buClr>
                <a:schemeClr val="dk1"/>
              </a:buClr>
              <a:buSzPts val="1800"/>
              <a:buChar char="•"/>
              <a:defRPr/>
            </a:lvl8pPr>
            <a:lvl9pPr indent="-342900" lvl="8" marL="4114800" algn="l">
              <a:lnSpc>
                <a:spcPct val="90000"/>
              </a:lnSpc>
              <a:spcBef>
                <a:spcPts val="667"/>
              </a:spcBef>
              <a:spcAft>
                <a:spcPts val="0"/>
              </a:spcAft>
              <a:buClr>
                <a:schemeClr val="dk1"/>
              </a:buClr>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48" name="Shape 48"/>
        <p:cNvGrpSpPr/>
        <p:nvPr/>
      </p:nvGrpSpPr>
      <p:grpSpPr>
        <a:xfrm>
          <a:off x="0" y="0"/>
          <a:ext cx="0" cy="0"/>
          <a:chOff x="0" y="0"/>
          <a:chExt cx="0" cy="0"/>
        </a:xfrm>
      </p:grpSpPr>
      <p:sp>
        <p:nvSpPr>
          <p:cNvPr id="49" name="Google Shape;49;p10"/>
          <p:cNvSpPr txBox="1"/>
          <p:nvPr>
            <p:ph idx="1" type="body"/>
          </p:nvPr>
        </p:nvSpPr>
        <p:spPr>
          <a:xfrm>
            <a:off x="508000" y="1397000"/>
            <a:ext cx="5486400" cy="6096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333"/>
              </a:spcBef>
              <a:spcAft>
                <a:spcPts val="0"/>
              </a:spcAft>
              <a:buClr>
                <a:schemeClr val="dk1"/>
              </a:buClr>
              <a:buSzPts val="2560"/>
              <a:buNone/>
              <a:defRPr b="1" sz="3200">
                <a:latin typeface="Calibri"/>
                <a:ea typeface="Calibri"/>
                <a:cs typeface="Calibri"/>
                <a:sym typeface="Calibri"/>
              </a:defRPr>
            </a:lvl1pPr>
            <a:lvl2pPr indent="-228600" lvl="1" marL="914400" algn="l">
              <a:lnSpc>
                <a:spcPct val="90000"/>
              </a:lnSpc>
              <a:spcBef>
                <a:spcPts val="667"/>
              </a:spcBef>
              <a:spcAft>
                <a:spcPts val="0"/>
              </a:spcAft>
              <a:buClr>
                <a:schemeClr val="dk1"/>
              </a:buClr>
              <a:buSzPts val="2134"/>
              <a:buNone/>
              <a:defRPr b="1" sz="2667"/>
            </a:lvl2pPr>
            <a:lvl3pPr indent="-228600" lvl="2" marL="1371600" algn="l">
              <a:lnSpc>
                <a:spcPct val="90000"/>
              </a:lnSpc>
              <a:spcBef>
                <a:spcPts val="667"/>
              </a:spcBef>
              <a:spcAft>
                <a:spcPts val="0"/>
              </a:spcAft>
              <a:buClr>
                <a:schemeClr val="dk1"/>
              </a:buClr>
              <a:buSzPts val="1920"/>
              <a:buNone/>
              <a:defRPr b="1" sz="2400"/>
            </a:lvl3pPr>
            <a:lvl4pPr indent="-228600" lvl="3" marL="1828800" algn="l">
              <a:lnSpc>
                <a:spcPct val="90000"/>
              </a:lnSpc>
              <a:spcBef>
                <a:spcPts val="667"/>
              </a:spcBef>
              <a:spcAft>
                <a:spcPts val="0"/>
              </a:spcAft>
              <a:buClr>
                <a:schemeClr val="dk1"/>
              </a:buClr>
              <a:buSzPts val="1706"/>
              <a:buNone/>
              <a:defRPr b="1" sz="2133"/>
            </a:lvl4pPr>
            <a:lvl5pPr indent="-228600" lvl="4" marL="2286000" algn="l">
              <a:lnSpc>
                <a:spcPct val="90000"/>
              </a:lnSpc>
              <a:spcBef>
                <a:spcPts val="667"/>
              </a:spcBef>
              <a:spcAft>
                <a:spcPts val="0"/>
              </a:spcAft>
              <a:buClr>
                <a:schemeClr val="dk1"/>
              </a:buClr>
              <a:buSzPts val="1706"/>
              <a:buNone/>
              <a:defRPr b="1" sz="2133"/>
            </a:lvl5pPr>
            <a:lvl6pPr indent="-228600" lvl="5" marL="2743200" algn="l">
              <a:lnSpc>
                <a:spcPct val="90000"/>
              </a:lnSpc>
              <a:spcBef>
                <a:spcPts val="667"/>
              </a:spcBef>
              <a:spcAft>
                <a:spcPts val="0"/>
              </a:spcAft>
              <a:buClr>
                <a:schemeClr val="dk1"/>
              </a:buClr>
              <a:buSzPts val="2133"/>
              <a:buNone/>
              <a:defRPr b="1" sz="2133"/>
            </a:lvl6pPr>
            <a:lvl7pPr indent="-228600" lvl="6" marL="3200400" algn="l">
              <a:lnSpc>
                <a:spcPct val="90000"/>
              </a:lnSpc>
              <a:spcBef>
                <a:spcPts val="667"/>
              </a:spcBef>
              <a:spcAft>
                <a:spcPts val="0"/>
              </a:spcAft>
              <a:buClr>
                <a:schemeClr val="dk1"/>
              </a:buClr>
              <a:buSzPts val="2133"/>
              <a:buNone/>
              <a:defRPr b="1" sz="2133"/>
            </a:lvl7pPr>
            <a:lvl8pPr indent="-228600" lvl="7" marL="3657600" algn="l">
              <a:lnSpc>
                <a:spcPct val="90000"/>
              </a:lnSpc>
              <a:spcBef>
                <a:spcPts val="667"/>
              </a:spcBef>
              <a:spcAft>
                <a:spcPts val="0"/>
              </a:spcAft>
              <a:buClr>
                <a:schemeClr val="dk1"/>
              </a:buClr>
              <a:buSzPts val="2133"/>
              <a:buNone/>
              <a:defRPr b="1" sz="2133"/>
            </a:lvl8pPr>
            <a:lvl9pPr indent="-228600" lvl="8" marL="4114800" algn="l">
              <a:lnSpc>
                <a:spcPct val="90000"/>
              </a:lnSpc>
              <a:spcBef>
                <a:spcPts val="667"/>
              </a:spcBef>
              <a:spcAft>
                <a:spcPts val="0"/>
              </a:spcAft>
              <a:buClr>
                <a:schemeClr val="dk1"/>
              </a:buClr>
              <a:buSzPts val="2133"/>
              <a:buNone/>
              <a:defRPr b="1" sz="2133"/>
            </a:lvl9pPr>
          </a:lstStyle>
          <a:p/>
        </p:txBody>
      </p:sp>
      <p:sp>
        <p:nvSpPr>
          <p:cNvPr id="50" name="Google Shape;50;p10"/>
          <p:cNvSpPr txBox="1"/>
          <p:nvPr>
            <p:ph idx="2" type="body"/>
          </p:nvPr>
        </p:nvSpPr>
        <p:spPr>
          <a:xfrm>
            <a:off x="515816" y="2216140"/>
            <a:ext cx="5486400" cy="3779400"/>
          </a:xfrm>
          <a:prstGeom prst="rect">
            <a:avLst/>
          </a:prstGeom>
          <a:noFill/>
          <a:ln>
            <a:noFill/>
          </a:ln>
        </p:spPr>
        <p:txBody>
          <a:bodyPr anchorCtr="0" anchor="t" bIns="45700" lIns="91425" spcFirstLastPara="1" rIns="91425" wrap="square" tIns="45700">
            <a:normAutofit/>
          </a:bodyPr>
          <a:lstStyle>
            <a:lvl1pPr indent="-364083" lvl="0" marL="457200" algn="l">
              <a:lnSpc>
                <a:spcPct val="90000"/>
              </a:lnSpc>
              <a:spcBef>
                <a:spcPts val="1333"/>
              </a:spcBef>
              <a:spcAft>
                <a:spcPts val="0"/>
              </a:spcAft>
              <a:buClr>
                <a:schemeClr val="dk1"/>
              </a:buClr>
              <a:buSzPts val="2134"/>
              <a:buChar char="•"/>
              <a:defRPr sz="2667">
                <a:latin typeface="Calibri"/>
                <a:ea typeface="Calibri"/>
                <a:cs typeface="Calibri"/>
                <a:sym typeface="Calibri"/>
              </a:defRPr>
            </a:lvl1pPr>
            <a:lvl2pPr indent="-350519" lvl="1" marL="914400" algn="l">
              <a:lnSpc>
                <a:spcPct val="90000"/>
              </a:lnSpc>
              <a:spcBef>
                <a:spcPts val="667"/>
              </a:spcBef>
              <a:spcAft>
                <a:spcPts val="0"/>
              </a:spcAft>
              <a:buClr>
                <a:schemeClr val="dk1"/>
              </a:buClr>
              <a:buSzPts val="1920"/>
              <a:buChar char="•"/>
              <a:defRPr sz="2400">
                <a:latin typeface="Calibri"/>
                <a:ea typeface="Calibri"/>
                <a:cs typeface="Calibri"/>
                <a:sym typeface="Calibri"/>
              </a:defRPr>
            </a:lvl2pPr>
            <a:lvl3pPr indent="-336956" lvl="2" marL="1371600" algn="l">
              <a:lnSpc>
                <a:spcPct val="90000"/>
              </a:lnSpc>
              <a:spcBef>
                <a:spcPts val="667"/>
              </a:spcBef>
              <a:spcAft>
                <a:spcPts val="0"/>
              </a:spcAft>
              <a:buClr>
                <a:schemeClr val="dk1"/>
              </a:buClr>
              <a:buSzPts val="1706"/>
              <a:buChar char="•"/>
              <a:defRPr sz="2133">
                <a:latin typeface="Calibri"/>
                <a:ea typeface="Calibri"/>
                <a:cs typeface="Calibri"/>
                <a:sym typeface="Calibri"/>
              </a:defRPr>
            </a:lvl3pPr>
            <a:lvl4pPr indent="-323443" lvl="3" marL="1828800" algn="l">
              <a:lnSpc>
                <a:spcPct val="90000"/>
              </a:lnSpc>
              <a:spcBef>
                <a:spcPts val="667"/>
              </a:spcBef>
              <a:spcAft>
                <a:spcPts val="0"/>
              </a:spcAft>
              <a:buClr>
                <a:schemeClr val="dk1"/>
              </a:buClr>
              <a:buSzPts val="1494"/>
              <a:buChar char="•"/>
              <a:defRPr sz="1867">
                <a:latin typeface="Calibri"/>
                <a:ea typeface="Calibri"/>
                <a:cs typeface="Calibri"/>
                <a:sym typeface="Calibri"/>
              </a:defRPr>
            </a:lvl4pPr>
            <a:lvl5pPr indent="-323443" lvl="4" marL="2286000" algn="l">
              <a:lnSpc>
                <a:spcPct val="90000"/>
              </a:lnSpc>
              <a:spcBef>
                <a:spcPts val="667"/>
              </a:spcBef>
              <a:spcAft>
                <a:spcPts val="0"/>
              </a:spcAft>
              <a:buClr>
                <a:schemeClr val="dk1"/>
              </a:buClr>
              <a:buSzPts val="1494"/>
              <a:buChar char="•"/>
              <a:defRPr sz="1867">
                <a:latin typeface="Calibri"/>
                <a:ea typeface="Calibri"/>
                <a:cs typeface="Calibri"/>
                <a:sym typeface="Calibri"/>
              </a:defRPr>
            </a:lvl5pPr>
            <a:lvl6pPr indent="-342900" lvl="5" marL="2743200" algn="l">
              <a:lnSpc>
                <a:spcPct val="90000"/>
              </a:lnSpc>
              <a:spcBef>
                <a:spcPts val="667"/>
              </a:spcBef>
              <a:spcAft>
                <a:spcPts val="0"/>
              </a:spcAft>
              <a:buClr>
                <a:schemeClr val="dk1"/>
              </a:buClr>
              <a:buSzPts val="1800"/>
              <a:buChar char="•"/>
              <a:defRPr/>
            </a:lvl6pPr>
            <a:lvl7pPr indent="-342900" lvl="6" marL="3200400" algn="l">
              <a:lnSpc>
                <a:spcPct val="90000"/>
              </a:lnSpc>
              <a:spcBef>
                <a:spcPts val="667"/>
              </a:spcBef>
              <a:spcAft>
                <a:spcPts val="0"/>
              </a:spcAft>
              <a:buClr>
                <a:schemeClr val="dk1"/>
              </a:buClr>
              <a:buSzPts val="1800"/>
              <a:buChar char="•"/>
              <a:defRPr/>
            </a:lvl7pPr>
            <a:lvl8pPr indent="-342900" lvl="7" marL="3657600" algn="l">
              <a:lnSpc>
                <a:spcPct val="90000"/>
              </a:lnSpc>
              <a:spcBef>
                <a:spcPts val="667"/>
              </a:spcBef>
              <a:spcAft>
                <a:spcPts val="0"/>
              </a:spcAft>
              <a:buClr>
                <a:schemeClr val="dk1"/>
              </a:buClr>
              <a:buSzPts val="1800"/>
              <a:buChar char="•"/>
              <a:defRPr/>
            </a:lvl8pPr>
            <a:lvl9pPr indent="-342900" lvl="8" marL="4114800" algn="l">
              <a:lnSpc>
                <a:spcPct val="90000"/>
              </a:lnSpc>
              <a:spcBef>
                <a:spcPts val="667"/>
              </a:spcBef>
              <a:spcAft>
                <a:spcPts val="0"/>
              </a:spcAft>
              <a:buClr>
                <a:schemeClr val="dk1"/>
              </a:buClr>
              <a:buSzPts val="1800"/>
              <a:buChar char="•"/>
              <a:defRPr/>
            </a:lvl9pPr>
          </a:lstStyle>
          <a:p/>
        </p:txBody>
      </p:sp>
      <p:sp>
        <p:nvSpPr>
          <p:cNvPr id="51" name="Google Shape;51;p10"/>
          <p:cNvSpPr txBox="1"/>
          <p:nvPr>
            <p:ph idx="3" type="body"/>
          </p:nvPr>
        </p:nvSpPr>
        <p:spPr>
          <a:xfrm>
            <a:off x="6184924" y="1397000"/>
            <a:ext cx="5486400" cy="6096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333"/>
              </a:spcBef>
              <a:spcAft>
                <a:spcPts val="0"/>
              </a:spcAft>
              <a:buClr>
                <a:schemeClr val="dk1"/>
              </a:buClr>
              <a:buSzPts val="2560"/>
              <a:buNone/>
              <a:defRPr b="1" sz="3200">
                <a:latin typeface="Calibri"/>
                <a:ea typeface="Calibri"/>
                <a:cs typeface="Calibri"/>
                <a:sym typeface="Calibri"/>
              </a:defRPr>
            </a:lvl1pPr>
            <a:lvl2pPr indent="-228600" lvl="1" marL="914400" algn="l">
              <a:lnSpc>
                <a:spcPct val="90000"/>
              </a:lnSpc>
              <a:spcBef>
                <a:spcPts val="667"/>
              </a:spcBef>
              <a:spcAft>
                <a:spcPts val="0"/>
              </a:spcAft>
              <a:buClr>
                <a:schemeClr val="dk1"/>
              </a:buClr>
              <a:buSzPts val="2134"/>
              <a:buNone/>
              <a:defRPr b="1" sz="2667"/>
            </a:lvl2pPr>
            <a:lvl3pPr indent="-228600" lvl="2" marL="1371600" algn="l">
              <a:lnSpc>
                <a:spcPct val="90000"/>
              </a:lnSpc>
              <a:spcBef>
                <a:spcPts val="667"/>
              </a:spcBef>
              <a:spcAft>
                <a:spcPts val="0"/>
              </a:spcAft>
              <a:buClr>
                <a:schemeClr val="dk1"/>
              </a:buClr>
              <a:buSzPts val="1920"/>
              <a:buNone/>
              <a:defRPr b="1" sz="2400"/>
            </a:lvl3pPr>
            <a:lvl4pPr indent="-228600" lvl="3" marL="1828800" algn="l">
              <a:lnSpc>
                <a:spcPct val="90000"/>
              </a:lnSpc>
              <a:spcBef>
                <a:spcPts val="667"/>
              </a:spcBef>
              <a:spcAft>
                <a:spcPts val="0"/>
              </a:spcAft>
              <a:buClr>
                <a:schemeClr val="dk1"/>
              </a:buClr>
              <a:buSzPts val="1706"/>
              <a:buNone/>
              <a:defRPr b="1" sz="2133"/>
            </a:lvl4pPr>
            <a:lvl5pPr indent="-228600" lvl="4" marL="2286000" algn="l">
              <a:lnSpc>
                <a:spcPct val="90000"/>
              </a:lnSpc>
              <a:spcBef>
                <a:spcPts val="667"/>
              </a:spcBef>
              <a:spcAft>
                <a:spcPts val="0"/>
              </a:spcAft>
              <a:buClr>
                <a:schemeClr val="dk1"/>
              </a:buClr>
              <a:buSzPts val="1706"/>
              <a:buNone/>
              <a:defRPr b="1" sz="2133"/>
            </a:lvl5pPr>
            <a:lvl6pPr indent="-228600" lvl="5" marL="2743200" algn="l">
              <a:lnSpc>
                <a:spcPct val="90000"/>
              </a:lnSpc>
              <a:spcBef>
                <a:spcPts val="667"/>
              </a:spcBef>
              <a:spcAft>
                <a:spcPts val="0"/>
              </a:spcAft>
              <a:buClr>
                <a:schemeClr val="dk1"/>
              </a:buClr>
              <a:buSzPts val="2133"/>
              <a:buNone/>
              <a:defRPr b="1" sz="2133"/>
            </a:lvl6pPr>
            <a:lvl7pPr indent="-228600" lvl="6" marL="3200400" algn="l">
              <a:lnSpc>
                <a:spcPct val="90000"/>
              </a:lnSpc>
              <a:spcBef>
                <a:spcPts val="667"/>
              </a:spcBef>
              <a:spcAft>
                <a:spcPts val="0"/>
              </a:spcAft>
              <a:buClr>
                <a:schemeClr val="dk1"/>
              </a:buClr>
              <a:buSzPts val="2133"/>
              <a:buNone/>
              <a:defRPr b="1" sz="2133"/>
            </a:lvl7pPr>
            <a:lvl8pPr indent="-228600" lvl="7" marL="3657600" algn="l">
              <a:lnSpc>
                <a:spcPct val="90000"/>
              </a:lnSpc>
              <a:spcBef>
                <a:spcPts val="667"/>
              </a:spcBef>
              <a:spcAft>
                <a:spcPts val="0"/>
              </a:spcAft>
              <a:buClr>
                <a:schemeClr val="dk1"/>
              </a:buClr>
              <a:buSzPts val="2133"/>
              <a:buNone/>
              <a:defRPr b="1" sz="2133"/>
            </a:lvl8pPr>
            <a:lvl9pPr indent="-228600" lvl="8" marL="4114800" algn="l">
              <a:lnSpc>
                <a:spcPct val="90000"/>
              </a:lnSpc>
              <a:spcBef>
                <a:spcPts val="667"/>
              </a:spcBef>
              <a:spcAft>
                <a:spcPts val="0"/>
              </a:spcAft>
              <a:buClr>
                <a:schemeClr val="dk1"/>
              </a:buClr>
              <a:buSzPts val="2133"/>
              <a:buNone/>
              <a:defRPr b="1" sz="2133"/>
            </a:lvl9pPr>
          </a:lstStyle>
          <a:p/>
        </p:txBody>
      </p:sp>
      <p:sp>
        <p:nvSpPr>
          <p:cNvPr id="52" name="Google Shape;52;p10"/>
          <p:cNvSpPr txBox="1"/>
          <p:nvPr>
            <p:ph idx="4" type="body"/>
          </p:nvPr>
        </p:nvSpPr>
        <p:spPr>
          <a:xfrm>
            <a:off x="6192740" y="2216140"/>
            <a:ext cx="5486400" cy="3779400"/>
          </a:xfrm>
          <a:prstGeom prst="rect">
            <a:avLst/>
          </a:prstGeom>
          <a:noFill/>
          <a:ln>
            <a:noFill/>
          </a:ln>
        </p:spPr>
        <p:txBody>
          <a:bodyPr anchorCtr="0" anchor="t" bIns="45700" lIns="91425" spcFirstLastPara="1" rIns="91425" wrap="square" tIns="45700">
            <a:normAutofit/>
          </a:bodyPr>
          <a:lstStyle>
            <a:lvl1pPr indent="-364083" lvl="0" marL="457200" algn="l">
              <a:lnSpc>
                <a:spcPct val="90000"/>
              </a:lnSpc>
              <a:spcBef>
                <a:spcPts val="1333"/>
              </a:spcBef>
              <a:spcAft>
                <a:spcPts val="0"/>
              </a:spcAft>
              <a:buClr>
                <a:schemeClr val="dk1"/>
              </a:buClr>
              <a:buSzPts val="2134"/>
              <a:buChar char="•"/>
              <a:defRPr sz="2667">
                <a:latin typeface="Calibri"/>
                <a:ea typeface="Calibri"/>
                <a:cs typeface="Calibri"/>
                <a:sym typeface="Calibri"/>
              </a:defRPr>
            </a:lvl1pPr>
            <a:lvl2pPr indent="-350519" lvl="1" marL="914400" algn="l">
              <a:lnSpc>
                <a:spcPct val="90000"/>
              </a:lnSpc>
              <a:spcBef>
                <a:spcPts val="667"/>
              </a:spcBef>
              <a:spcAft>
                <a:spcPts val="0"/>
              </a:spcAft>
              <a:buClr>
                <a:schemeClr val="dk1"/>
              </a:buClr>
              <a:buSzPts val="1920"/>
              <a:buChar char="•"/>
              <a:defRPr sz="2400">
                <a:latin typeface="Calibri"/>
                <a:ea typeface="Calibri"/>
                <a:cs typeface="Calibri"/>
                <a:sym typeface="Calibri"/>
              </a:defRPr>
            </a:lvl2pPr>
            <a:lvl3pPr indent="-336956" lvl="2" marL="1371600" algn="l">
              <a:lnSpc>
                <a:spcPct val="90000"/>
              </a:lnSpc>
              <a:spcBef>
                <a:spcPts val="667"/>
              </a:spcBef>
              <a:spcAft>
                <a:spcPts val="0"/>
              </a:spcAft>
              <a:buClr>
                <a:schemeClr val="dk1"/>
              </a:buClr>
              <a:buSzPts val="1706"/>
              <a:buChar char="•"/>
              <a:defRPr sz="2133">
                <a:latin typeface="Calibri"/>
                <a:ea typeface="Calibri"/>
                <a:cs typeface="Calibri"/>
                <a:sym typeface="Calibri"/>
              </a:defRPr>
            </a:lvl3pPr>
            <a:lvl4pPr indent="-323443" lvl="3" marL="1828800" algn="l">
              <a:lnSpc>
                <a:spcPct val="90000"/>
              </a:lnSpc>
              <a:spcBef>
                <a:spcPts val="667"/>
              </a:spcBef>
              <a:spcAft>
                <a:spcPts val="0"/>
              </a:spcAft>
              <a:buClr>
                <a:schemeClr val="dk1"/>
              </a:buClr>
              <a:buSzPts val="1494"/>
              <a:buChar char="•"/>
              <a:defRPr sz="1867">
                <a:latin typeface="Calibri"/>
                <a:ea typeface="Calibri"/>
                <a:cs typeface="Calibri"/>
                <a:sym typeface="Calibri"/>
              </a:defRPr>
            </a:lvl4pPr>
            <a:lvl5pPr indent="-323443" lvl="4" marL="2286000" algn="l">
              <a:lnSpc>
                <a:spcPct val="90000"/>
              </a:lnSpc>
              <a:spcBef>
                <a:spcPts val="667"/>
              </a:spcBef>
              <a:spcAft>
                <a:spcPts val="0"/>
              </a:spcAft>
              <a:buClr>
                <a:schemeClr val="dk1"/>
              </a:buClr>
              <a:buSzPts val="1494"/>
              <a:buChar char="•"/>
              <a:defRPr sz="1867">
                <a:latin typeface="Calibri"/>
                <a:ea typeface="Calibri"/>
                <a:cs typeface="Calibri"/>
                <a:sym typeface="Calibri"/>
              </a:defRPr>
            </a:lvl5pPr>
            <a:lvl6pPr indent="-342900" lvl="5" marL="2743200" algn="l">
              <a:lnSpc>
                <a:spcPct val="90000"/>
              </a:lnSpc>
              <a:spcBef>
                <a:spcPts val="667"/>
              </a:spcBef>
              <a:spcAft>
                <a:spcPts val="0"/>
              </a:spcAft>
              <a:buClr>
                <a:schemeClr val="dk1"/>
              </a:buClr>
              <a:buSzPts val="1800"/>
              <a:buChar char="•"/>
              <a:defRPr/>
            </a:lvl6pPr>
            <a:lvl7pPr indent="-342900" lvl="6" marL="3200400" algn="l">
              <a:lnSpc>
                <a:spcPct val="90000"/>
              </a:lnSpc>
              <a:spcBef>
                <a:spcPts val="667"/>
              </a:spcBef>
              <a:spcAft>
                <a:spcPts val="0"/>
              </a:spcAft>
              <a:buClr>
                <a:schemeClr val="dk1"/>
              </a:buClr>
              <a:buSzPts val="1800"/>
              <a:buChar char="•"/>
              <a:defRPr/>
            </a:lvl7pPr>
            <a:lvl8pPr indent="-342900" lvl="7" marL="3657600" algn="l">
              <a:lnSpc>
                <a:spcPct val="90000"/>
              </a:lnSpc>
              <a:spcBef>
                <a:spcPts val="667"/>
              </a:spcBef>
              <a:spcAft>
                <a:spcPts val="0"/>
              </a:spcAft>
              <a:buClr>
                <a:schemeClr val="dk1"/>
              </a:buClr>
              <a:buSzPts val="1800"/>
              <a:buChar char="•"/>
              <a:defRPr/>
            </a:lvl8pPr>
            <a:lvl9pPr indent="-342900" lvl="8" marL="4114800" algn="l">
              <a:lnSpc>
                <a:spcPct val="90000"/>
              </a:lnSpc>
              <a:spcBef>
                <a:spcPts val="667"/>
              </a:spcBef>
              <a:spcAft>
                <a:spcPts val="0"/>
              </a:spcAft>
              <a:buClr>
                <a:schemeClr val="dk1"/>
              </a:buClr>
              <a:buSzPts val="1800"/>
              <a:buChar char="•"/>
              <a:defRPr/>
            </a:lvl9pPr>
          </a:lstStyle>
          <a:p/>
        </p:txBody>
      </p:sp>
      <p:sp>
        <p:nvSpPr>
          <p:cNvPr id="53" name="Google Shape;53;p10"/>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solidFill>
                  <a:srgbClr val="888888"/>
                </a:solidFill>
              </a:defRPr>
            </a:lvl1pPr>
            <a:lvl2pPr indent="0" lvl="1" marL="0" algn="ctr">
              <a:spcBef>
                <a:spcPts val="0"/>
              </a:spcBef>
              <a:buNone/>
              <a:defRPr>
                <a:solidFill>
                  <a:srgbClr val="888888"/>
                </a:solidFill>
              </a:defRPr>
            </a:lvl2pPr>
            <a:lvl3pPr indent="0" lvl="2" marL="0" algn="ctr">
              <a:spcBef>
                <a:spcPts val="0"/>
              </a:spcBef>
              <a:buNone/>
              <a:defRPr>
                <a:solidFill>
                  <a:srgbClr val="888888"/>
                </a:solidFill>
              </a:defRPr>
            </a:lvl3pPr>
            <a:lvl4pPr indent="0" lvl="3" marL="0" algn="ctr">
              <a:spcBef>
                <a:spcPts val="0"/>
              </a:spcBef>
              <a:buNone/>
              <a:defRPr>
                <a:solidFill>
                  <a:srgbClr val="888888"/>
                </a:solidFill>
              </a:defRPr>
            </a:lvl4pPr>
            <a:lvl5pPr indent="0" lvl="4" marL="0" algn="ctr">
              <a:spcBef>
                <a:spcPts val="0"/>
              </a:spcBef>
              <a:buNone/>
              <a:defRPr>
                <a:solidFill>
                  <a:srgbClr val="888888"/>
                </a:solidFill>
              </a:defRPr>
            </a:lvl5pPr>
            <a:lvl6pPr indent="0" lvl="5" marL="0" algn="ctr">
              <a:spcBef>
                <a:spcPts val="0"/>
              </a:spcBef>
              <a:buNone/>
              <a:defRPr>
                <a:solidFill>
                  <a:srgbClr val="888888"/>
                </a:solidFill>
              </a:defRPr>
            </a:lvl6pPr>
            <a:lvl7pPr indent="0" lvl="6" marL="0" algn="ctr">
              <a:spcBef>
                <a:spcPts val="0"/>
              </a:spcBef>
              <a:buNone/>
              <a:defRPr>
                <a:solidFill>
                  <a:srgbClr val="888888"/>
                </a:solidFill>
              </a:defRPr>
            </a:lvl7pPr>
            <a:lvl8pPr indent="0" lvl="7" marL="0" algn="ctr">
              <a:spcBef>
                <a:spcPts val="0"/>
              </a:spcBef>
              <a:buNone/>
              <a:defRPr>
                <a:solidFill>
                  <a:srgbClr val="888888"/>
                </a:solidFill>
              </a:defRPr>
            </a:lvl8pPr>
            <a:lvl9pPr indent="0" lvl="8" marL="0" algn="ctr">
              <a:spcBef>
                <a:spcPts val="0"/>
              </a:spcBef>
              <a:buNone/>
              <a:defRPr>
                <a:solidFill>
                  <a:srgbClr val="888888"/>
                </a:solidFill>
              </a:defRPr>
            </a:lvl9pPr>
          </a:lstStyle>
          <a:p>
            <a:pPr indent="0" lvl="0" marL="0" rtl="0" algn="ctr">
              <a:spcBef>
                <a:spcPts val="0"/>
              </a:spcBef>
              <a:spcAft>
                <a:spcPts val="0"/>
              </a:spcAft>
              <a:buNone/>
            </a:pPr>
            <a:fld id="{00000000-1234-1234-1234-123412341234}" type="slidenum">
              <a:rPr lang="en-US"/>
              <a:t>‹#›</a:t>
            </a:fld>
            <a:endParaRPr/>
          </a:p>
        </p:txBody>
      </p:sp>
      <p:sp>
        <p:nvSpPr>
          <p:cNvPr id="54" name="Google Shape;54;p10"/>
          <p:cNvSpPr txBox="1"/>
          <p:nvPr>
            <p:ph type="title"/>
          </p:nvPr>
        </p:nvSpPr>
        <p:spPr>
          <a:xfrm>
            <a:off x="501400" y="643909"/>
            <a:ext cx="11175900" cy="6603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9B1D2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11"/>
          <p:cNvSpPr txBox="1"/>
          <p:nvPr>
            <p:ph type="title"/>
          </p:nvPr>
        </p:nvSpPr>
        <p:spPr>
          <a:xfrm>
            <a:off x="501400" y="643909"/>
            <a:ext cx="11175900" cy="6603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9B1D2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11"/>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solidFill>
                  <a:srgbClr val="888888"/>
                </a:solidFill>
              </a:defRPr>
            </a:lvl1pPr>
            <a:lvl2pPr indent="0" lvl="1" marL="0" algn="ctr">
              <a:spcBef>
                <a:spcPts val="0"/>
              </a:spcBef>
              <a:buNone/>
              <a:defRPr>
                <a:solidFill>
                  <a:srgbClr val="888888"/>
                </a:solidFill>
              </a:defRPr>
            </a:lvl2pPr>
            <a:lvl3pPr indent="0" lvl="2" marL="0" algn="ctr">
              <a:spcBef>
                <a:spcPts val="0"/>
              </a:spcBef>
              <a:buNone/>
              <a:defRPr>
                <a:solidFill>
                  <a:srgbClr val="888888"/>
                </a:solidFill>
              </a:defRPr>
            </a:lvl3pPr>
            <a:lvl4pPr indent="0" lvl="3" marL="0" algn="ctr">
              <a:spcBef>
                <a:spcPts val="0"/>
              </a:spcBef>
              <a:buNone/>
              <a:defRPr>
                <a:solidFill>
                  <a:srgbClr val="888888"/>
                </a:solidFill>
              </a:defRPr>
            </a:lvl4pPr>
            <a:lvl5pPr indent="0" lvl="4" marL="0" algn="ctr">
              <a:spcBef>
                <a:spcPts val="0"/>
              </a:spcBef>
              <a:buNone/>
              <a:defRPr>
                <a:solidFill>
                  <a:srgbClr val="888888"/>
                </a:solidFill>
              </a:defRPr>
            </a:lvl5pPr>
            <a:lvl6pPr indent="0" lvl="5" marL="0" algn="ctr">
              <a:spcBef>
                <a:spcPts val="0"/>
              </a:spcBef>
              <a:buNone/>
              <a:defRPr>
                <a:solidFill>
                  <a:srgbClr val="888888"/>
                </a:solidFill>
              </a:defRPr>
            </a:lvl6pPr>
            <a:lvl7pPr indent="0" lvl="6" marL="0" algn="ctr">
              <a:spcBef>
                <a:spcPts val="0"/>
              </a:spcBef>
              <a:buNone/>
              <a:defRPr>
                <a:solidFill>
                  <a:srgbClr val="888888"/>
                </a:solidFill>
              </a:defRPr>
            </a:lvl7pPr>
            <a:lvl8pPr indent="0" lvl="7" marL="0" algn="ctr">
              <a:spcBef>
                <a:spcPts val="0"/>
              </a:spcBef>
              <a:buNone/>
              <a:defRPr>
                <a:solidFill>
                  <a:srgbClr val="888888"/>
                </a:solidFill>
              </a:defRPr>
            </a:lvl8pPr>
            <a:lvl9pPr indent="0" lvl="8" marL="0" algn="ctr">
              <a:spcBef>
                <a:spcPts val="0"/>
              </a:spcBef>
              <a:buNone/>
              <a:defRPr>
                <a:solidFill>
                  <a:srgbClr val="888888"/>
                </a:solidFil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ubtitle Only">
  <p:cSld name="Title and Subtitle Only">
    <p:spTree>
      <p:nvGrpSpPr>
        <p:cNvPr id="58" name="Shape 58"/>
        <p:cNvGrpSpPr/>
        <p:nvPr/>
      </p:nvGrpSpPr>
      <p:grpSpPr>
        <a:xfrm>
          <a:off x="0" y="0"/>
          <a:ext cx="0" cy="0"/>
          <a:chOff x="0" y="0"/>
          <a:chExt cx="0" cy="0"/>
        </a:xfrm>
      </p:grpSpPr>
      <p:sp>
        <p:nvSpPr>
          <p:cNvPr id="59" name="Google Shape;59;p12"/>
          <p:cNvSpPr txBox="1"/>
          <p:nvPr>
            <p:ph type="title"/>
          </p:nvPr>
        </p:nvSpPr>
        <p:spPr>
          <a:xfrm>
            <a:off x="501400" y="643909"/>
            <a:ext cx="11175900" cy="6603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9B1D2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12"/>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solidFill>
                  <a:srgbClr val="888888"/>
                </a:solidFill>
              </a:defRPr>
            </a:lvl1pPr>
            <a:lvl2pPr indent="0" lvl="1" marL="0" algn="ctr">
              <a:spcBef>
                <a:spcPts val="0"/>
              </a:spcBef>
              <a:buNone/>
              <a:defRPr>
                <a:solidFill>
                  <a:srgbClr val="888888"/>
                </a:solidFill>
              </a:defRPr>
            </a:lvl2pPr>
            <a:lvl3pPr indent="0" lvl="2" marL="0" algn="ctr">
              <a:spcBef>
                <a:spcPts val="0"/>
              </a:spcBef>
              <a:buNone/>
              <a:defRPr>
                <a:solidFill>
                  <a:srgbClr val="888888"/>
                </a:solidFill>
              </a:defRPr>
            </a:lvl3pPr>
            <a:lvl4pPr indent="0" lvl="3" marL="0" algn="ctr">
              <a:spcBef>
                <a:spcPts val="0"/>
              </a:spcBef>
              <a:buNone/>
              <a:defRPr>
                <a:solidFill>
                  <a:srgbClr val="888888"/>
                </a:solidFill>
              </a:defRPr>
            </a:lvl4pPr>
            <a:lvl5pPr indent="0" lvl="4" marL="0" algn="ctr">
              <a:spcBef>
                <a:spcPts val="0"/>
              </a:spcBef>
              <a:buNone/>
              <a:defRPr>
                <a:solidFill>
                  <a:srgbClr val="888888"/>
                </a:solidFill>
              </a:defRPr>
            </a:lvl5pPr>
            <a:lvl6pPr indent="0" lvl="5" marL="0" algn="ctr">
              <a:spcBef>
                <a:spcPts val="0"/>
              </a:spcBef>
              <a:buNone/>
              <a:defRPr>
                <a:solidFill>
                  <a:srgbClr val="888888"/>
                </a:solidFill>
              </a:defRPr>
            </a:lvl6pPr>
            <a:lvl7pPr indent="0" lvl="6" marL="0" algn="ctr">
              <a:spcBef>
                <a:spcPts val="0"/>
              </a:spcBef>
              <a:buNone/>
              <a:defRPr>
                <a:solidFill>
                  <a:srgbClr val="888888"/>
                </a:solidFill>
              </a:defRPr>
            </a:lvl7pPr>
            <a:lvl8pPr indent="0" lvl="7" marL="0" algn="ctr">
              <a:spcBef>
                <a:spcPts val="0"/>
              </a:spcBef>
              <a:buNone/>
              <a:defRPr>
                <a:solidFill>
                  <a:srgbClr val="888888"/>
                </a:solidFill>
              </a:defRPr>
            </a:lvl8pPr>
            <a:lvl9pPr indent="0" lvl="8" marL="0" algn="ctr">
              <a:spcBef>
                <a:spcPts val="0"/>
              </a:spcBef>
              <a:buNone/>
              <a:defRPr>
                <a:solidFill>
                  <a:srgbClr val="888888"/>
                </a:solidFill>
              </a:defRPr>
            </a:lvl9pPr>
          </a:lstStyle>
          <a:p>
            <a:pPr indent="0" lvl="0" marL="0" rtl="0" algn="ctr">
              <a:spcBef>
                <a:spcPts val="0"/>
              </a:spcBef>
              <a:spcAft>
                <a:spcPts val="0"/>
              </a:spcAft>
              <a:buNone/>
            </a:pPr>
            <a:fld id="{00000000-1234-1234-1234-123412341234}" type="slidenum">
              <a:rPr lang="en-US"/>
              <a:t>‹#›</a:t>
            </a:fld>
            <a:endParaRPr/>
          </a:p>
        </p:txBody>
      </p:sp>
      <p:sp>
        <p:nvSpPr>
          <p:cNvPr id="61" name="Google Shape;61;p12"/>
          <p:cNvSpPr txBox="1"/>
          <p:nvPr>
            <p:ph idx="1" type="body"/>
          </p:nvPr>
        </p:nvSpPr>
        <p:spPr>
          <a:xfrm flipH="1">
            <a:off x="498135" y="1307957"/>
            <a:ext cx="11180100" cy="4878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333"/>
              </a:spcBef>
              <a:spcAft>
                <a:spcPts val="0"/>
              </a:spcAft>
              <a:buClr>
                <a:schemeClr val="dk1"/>
              </a:buClr>
              <a:buSzPts val="2134"/>
              <a:buFont typeface="Calibri"/>
              <a:buNone/>
              <a:defRPr i="1" sz="2667"/>
            </a:lvl1pPr>
            <a:lvl2pPr indent="-228600" lvl="1" marL="914400" algn="l">
              <a:lnSpc>
                <a:spcPct val="90000"/>
              </a:lnSpc>
              <a:spcBef>
                <a:spcPts val="667"/>
              </a:spcBef>
              <a:spcAft>
                <a:spcPts val="0"/>
              </a:spcAft>
              <a:buClr>
                <a:schemeClr val="dk1"/>
              </a:buClr>
              <a:buSzPts val="2134"/>
              <a:buFont typeface="Calibri"/>
              <a:buNone/>
              <a:defRPr/>
            </a:lvl2pPr>
            <a:lvl3pPr indent="-228600" lvl="2" marL="1371600" algn="l">
              <a:lnSpc>
                <a:spcPct val="90000"/>
              </a:lnSpc>
              <a:spcBef>
                <a:spcPts val="667"/>
              </a:spcBef>
              <a:spcAft>
                <a:spcPts val="0"/>
              </a:spcAft>
              <a:buClr>
                <a:schemeClr val="dk1"/>
              </a:buClr>
              <a:buSzPts val="1920"/>
              <a:buFont typeface="Calibri"/>
              <a:buNone/>
              <a:defRPr/>
            </a:lvl3pPr>
            <a:lvl4pPr indent="-228600" lvl="3" marL="1828800" algn="l">
              <a:lnSpc>
                <a:spcPct val="90000"/>
              </a:lnSpc>
              <a:spcBef>
                <a:spcPts val="667"/>
              </a:spcBef>
              <a:spcAft>
                <a:spcPts val="0"/>
              </a:spcAft>
              <a:buClr>
                <a:schemeClr val="dk1"/>
              </a:buClr>
              <a:buSzPts val="1706"/>
              <a:buFont typeface="Calibri"/>
              <a:buNone/>
              <a:defRPr/>
            </a:lvl4pPr>
            <a:lvl5pPr indent="-228600" lvl="4" marL="2286000" algn="l">
              <a:lnSpc>
                <a:spcPct val="90000"/>
              </a:lnSpc>
              <a:spcBef>
                <a:spcPts val="667"/>
              </a:spcBef>
              <a:spcAft>
                <a:spcPts val="0"/>
              </a:spcAft>
              <a:buClr>
                <a:schemeClr val="dk1"/>
              </a:buClr>
              <a:buSzPts val="1706"/>
              <a:buFont typeface="Calibri"/>
              <a:buNone/>
              <a:defRPr/>
            </a:lvl5pPr>
            <a:lvl6pPr indent="-342900" lvl="5" marL="2743200" algn="l">
              <a:lnSpc>
                <a:spcPct val="90000"/>
              </a:lnSpc>
              <a:spcBef>
                <a:spcPts val="667"/>
              </a:spcBef>
              <a:spcAft>
                <a:spcPts val="0"/>
              </a:spcAft>
              <a:buClr>
                <a:schemeClr val="dk1"/>
              </a:buClr>
              <a:buSzPts val="1800"/>
              <a:buChar char="•"/>
              <a:defRPr/>
            </a:lvl6pPr>
            <a:lvl7pPr indent="-342900" lvl="6" marL="3200400" algn="l">
              <a:lnSpc>
                <a:spcPct val="90000"/>
              </a:lnSpc>
              <a:spcBef>
                <a:spcPts val="667"/>
              </a:spcBef>
              <a:spcAft>
                <a:spcPts val="0"/>
              </a:spcAft>
              <a:buClr>
                <a:schemeClr val="dk1"/>
              </a:buClr>
              <a:buSzPts val="1800"/>
              <a:buChar char="•"/>
              <a:defRPr/>
            </a:lvl7pPr>
            <a:lvl8pPr indent="-342900" lvl="7" marL="3657600" algn="l">
              <a:lnSpc>
                <a:spcPct val="90000"/>
              </a:lnSpc>
              <a:spcBef>
                <a:spcPts val="667"/>
              </a:spcBef>
              <a:spcAft>
                <a:spcPts val="0"/>
              </a:spcAft>
              <a:buClr>
                <a:schemeClr val="dk1"/>
              </a:buClr>
              <a:buSzPts val="1800"/>
              <a:buChar char="•"/>
              <a:defRPr/>
            </a:lvl8pPr>
            <a:lvl9pPr indent="-342900" lvl="8" marL="4114800" algn="l">
              <a:lnSpc>
                <a:spcPct val="90000"/>
              </a:lnSpc>
              <a:spcBef>
                <a:spcPts val="667"/>
              </a:spcBef>
              <a:spcAft>
                <a:spcPts val="0"/>
              </a:spcAft>
              <a:buClr>
                <a:schemeClr val="dk1"/>
              </a:buClr>
              <a:buSzPts val="18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2" name="Shape 62"/>
        <p:cNvGrpSpPr/>
        <p:nvPr/>
      </p:nvGrpSpPr>
      <p:grpSpPr>
        <a:xfrm>
          <a:off x="0" y="0"/>
          <a:ext cx="0" cy="0"/>
          <a:chOff x="0" y="0"/>
          <a:chExt cx="0" cy="0"/>
        </a:xfrm>
      </p:grpSpPr>
      <p:sp>
        <p:nvSpPr>
          <p:cNvPr id="63" name="Google Shape;63;p13"/>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solidFill>
                  <a:srgbClr val="888888"/>
                </a:solidFill>
              </a:defRPr>
            </a:lvl1pPr>
            <a:lvl2pPr indent="0" lvl="1" marL="0" algn="ctr">
              <a:spcBef>
                <a:spcPts val="0"/>
              </a:spcBef>
              <a:buNone/>
              <a:defRPr>
                <a:solidFill>
                  <a:srgbClr val="888888"/>
                </a:solidFill>
              </a:defRPr>
            </a:lvl2pPr>
            <a:lvl3pPr indent="0" lvl="2" marL="0" algn="ctr">
              <a:spcBef>
                <a:spcPts val="0"/>
              </a:spcBef>
              <a:buNone/>
              <a:defRPr>
                <a:solidFill>
                  <a:srgbClr val="888888"/>
                </a:solidFill>
              </a:defRPr>
            </a:lvl3pPr>
            <a:lvl4pPr indent="0" lvl="3" marL="0" algn="ctr">
              <a:spcBef>
                <a:spcPts val="0"/>
              </a:spcBef>
              <a:buNone/>
              <a:defRPr>
                <a:solidFill>
                  <a:srgbClr val="888888"/>
                </a:solidFill>
              </a:defRPr>
            </a:lvl4pPr>
            <a:lvl5pPr indent="0" lvl="4" marL="0" algn="ctr">
              <a:spcBef>
                <a:spcPts val="0"/>
              </a:spcBef>
              <a:buNone/>
              <a:defRPr>
                <a:solidFill>
                  <a:srgbClr val="888888"/>
                </a:solidFill>
              </a:defRPr>
            </a:lvl5pPr>
            <a:lvl6pPr indent="0" lvl="5" marL="0" algn="ctr">
              <a:spcBef>
                <a:spcPts val="0"/>
              </a:spcBef>
              <a:buNone/>
              <a:defRPr>
                <a:solidFill>
                  <a:srgbClr val="888888"/>
                </a:solidFill>
              </a:defRPr>
            </a:lvl6pPr>
            <a:lvl7pPr indent="0" lvl="6" marL="0" algn="ctr">
              <a:spcBef>
                <a:spcPts val="0"/>
              </a:spcBef>
              <a:buNone/>
              <a:defRPr>
                <a:solidFill>
                  <a:srgbClr val="888888"/>
                </a:solidFill>
              </a:defRPr>
            </a:lvl7pPr>
            <a:lvl8pPr indent="0" lvl="7" marL="0" algn="ctr">
              <a:spcBef>
                <a:spcPts val="0"/>
              </a:spcBef>
              <a:buNone/>
              <a:defRPr>
                <a:solidFill>
                  <a:srgbClr val="888888"/>
                </a:solidFill>
              </a:defRPr>
            </a:lvl8pPr>
            <a:lvl9pPr indent="0" lvl="8" marL="0" algn="ctr">
              <a:spcBef>
                <a:spcPts val="0"/>
              </a:spcBef>
              <a:buNone/>
              <a:defRPr>
                <a:solidFill>
                  <a:srgbClr val="888888"/>
                </a:solidFil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14"/>
          <p:cNvSpPr txBox="1"/>
          <p:nvPr>
            <p:ph type="title"/>
          </p:nvPr>
        </p:nvSpPr>
        <p:spPr>
          <a:xfrm>
            <a:off x="840318" y="457200"/>
            <a:ext cx="3932700"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rgbClr val="9B1D23"/>
              </a:buClr>
              <a:buSzPts val="3733"/>
              <a:buFont typeface="Arial Black"/>
              <a:buNone/>
              <a:defRPr sz="3733"/>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14"/>
          <p:cNvSpPr txBox="1"/>
          <p:nvPr>
            <p:ph idx="1" type="body"/>
          </p:nvPr>
        </p:nvSpPr>
        <p:spPr>
          <a:xfrm>
            <a:off x="5183717" y="988485"/>
            <a:ext cx="6172200" cy="4872600"/>
          </a:xfrm>
          <a:prstGeom prst="rect">
            <a:avLst/>
          </a:prstGeom>
          <a:noFill/>
          <a:ln>
            <a:noFill/>
          </a:ln>
        </p:spPr>
        <p:txBody>
          <a:bodyPr anchorCtr="0" anchor="t" bIns="45700" lIns="91425" spcFirstLastPara="1" rIns="91425" wrap="square" tIns="45700">
            <a:normAutofit/>
          </a:bodyPr>
          <a:lstStyle>
            <a:lvl1pPr indent="-418236" lvl="0" marL="457200" algn="l">
              <a:lnSpc>
                <a:spcPct val="90000"/>
              </a:lnSpc>
              <a:spcBef>
                <a:spcPts val="1333"/>
              </a:spcBef>
              <a:spcAft>
                <a:spcPts val="0"/>
              </a:spcAft>
              <a:buClr>
                <a:schemeClr val="dk1"/>
              </a:buClr>
              <a:buSzPts val="2986"/>
              <a:buChar char="•"/>
              <a:defRPr sz="3733"/>
            </a:lvl1pPr>
            <a:lvl2pPr indent="-391160" lvl="1" marL="914400" algn="l">
              <a:lnSpc>
                <a:spcPct val="90000"/>
              </a:lnSpc>
              <a:spcBef>
                <a:spcPts val="667"/>
              </a:spcBef>
              <a:spcAft>
                <a:spcPts val="0"/>
              </a:spcAft>
              <a:buClr>
                <a:schemeClr val="dk1"/>
              </a:buClr>
              <a:buSzPts val="2560"/>
              <a:buChar char="•"/>
              <a:defRPr sz="3200"/>
            </a:lvl2pPr>
            <a:lvl3pPr indent="-364083" lvl="2" marL="1371600" algn="l">
              <a:lnSpc>
                <a:spcPct val="90000"/>
              </a:lnSpc>
              <a:spcBef>
                <a:spcPts val="667"/>
              </a:spcBef>
              <a:spcAft>
                <a:spcPts val="0"/>
              </a:spcAft>
              <a:buClr>
                <a:schemeClr val="dk1"/>
              </a:buClr>
              <a:buSzPts val="2134"/>
              <a:buChar char="•"/>
              <a:defRPr sz="2667"/>
            </a:lvl3pPr>
            <a:lvl4pPr indent="-350519" lvl="3" marL="1828800" algn="l">
              <a:lnSpc>
                <a:spcPct val="90000"/>
              </a:lnSpc>
              <a:spcBef>
                <a:spcPts val="667"/>
              </a:spcBef>
              <a:spcAft>
                <a:spcPts val="0"/>
              </a:spcAft>
              <a:buClr>
                <a:schemeClr val="dk1"/>
              </a:buClr>
              <a:buSzPts val="1920"/>
              <a:buChar char="•"/>
              <a:defRPr sz="2400"/>
            </a:lvl4pPr>
            <a:lvl5pPr indent="-350520" lvl="4" marL="2286000" algn="l">
              <a:lnSpc>
                <a:spcPct val="90000"/>
              </a:lnSpc>
              <a:spcBef>
                <a:spcPts val="667"/>
              </a:spcBef>
              <a:spcAft>
                <a:spcPts val="0"/>
              </a:spcAft>
              <a:buClr>
                <a:schemeClr val="dk1"/>
              </a:buClr>
              <a:buSzPts val="1920"/>
              <a:buChar char="•"/>
              <a:defRPr sz="2400"/>
            </a:lvl5pPr>
            <a:lvl6pPr indent="-397954" lvl="5" marL="2743200" algn="l">
              <a:lnSpc>
                <a:spcPct val="90000"/>
              </a:lnSpc>
              <a:spcBef>
                <a:spcPts val="667"/>
              </a:spcBef>
              <a:spcAft>
                <a:spcPts val="0"/>
              </a:spcAft>
              <a:buClr>
                <a:schemeClr val="dk1"/>
              </a:buClr>
              <a:buSzPts val="2667"/>
              <a:buChar char="•"/>
              <a:defRPr sz="2667"/>
            </a:lvl6pPr>
            <a:lvl7pPr indent="-397954" lvl="6" marL="3200400" algn="l">
              <a:lnSpc>
                <a:spcPct val="90000"/>
              </a:lnSpc>
              <a:spcBef>
                <a:spcPts val="667"/>
              </a:spcBef>
              <a:spcAft>
                <a:spcPts val="0"/>
              </a:spcAft>
              <a:buClr>
                <a:schemeClr val="dk1"/>
              </a:buClr>
              <a:buSzPts val="2667"/>
              <a:buChar char="•"/>
              <a:defRPr sz="2667"/>
            </a:lvl7pPr>
            <a:lvl8pPr indent="-397954" lvl="7" marL="3657600" algn="l">
              <a:lnSpc>
                <a:spcPct val="90000"/>
              </a:lnSpc>
              <a:spcBef>
                <a:spcPts val="667"/>
              </a:spcBef>
              <a:spcAft>
                <a:spcPts val="0"/>
              </a:spcAft>
              <a:buClr>
                <a:schemeClr val="dk1"/>
              </a:buClr>
              <a:buSzPts val="2667"/>
              <a:buChar char="•"/>
              <a:defRPr sz="2667"/>
            </a:lvl8pPr>
            <a:lvl9pPr indent="-397954" lvl="8" marL="4114800" algn="l">
              <a:lnSpc>
                <a:spcPct val="90000"/>
              </a:lnSpc>
              <a:spcBef>
                <a:spcPts val="667"/>
              </a:spcBef>
              <a:spcAft>
                <a:spcPts val="0"/>
              </a:spcAft>
              <a:buClr>
                <a:schemeClr val="dk1"/>
              </a:buClr>
              <a:buSzPts val="2667"/>
              <a:buChar char="•"/>
              <a:defRPr sz="2667"/>
            </a:lvl9pPr>
          </a:lstStyle>
          <a:p/>
        </p:txBody>
      </p:sp>
      <p:sp>
        <p:nvSpPr>
          <p:cNvPr id="67" name="Google Shape;67;p14"/>
          <p:cNvSpPr txBox="1"/>
          <p:nvPr>
            <p:ph idx="2" type="body"/>
          </p:nvPr>
        </p:nvSpPr>
        <p:spPr>
          <a:xfrm>
            <a:off x="840318" y="2057400"/>
            <a:ext cx="3932700" cy="38121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333"/>
              </a:spcBef>
              <a:spcAft>
                <a:spcPts val="0"/>
              </a:spcAft>
              <a:buClr>
                <a:schemeClr val="dk1"/>
              </a:buClr>
              <a:buSzPts val="1706"/>
              <a:buNone/>
              <a:defRPr sz="2133"/>
            </a:lvl1pPr>
            <a:lvl2pPr indent="-228600" lvl="1" marL="914400" algn="l">
              <a:lnSpc>
                <a:spcPct val="90000"/>
              </a:lnSpc>
              <a:spcBef>
                <a:spcPts val="667"/>
              </a:spcBef>
              <a:spcAft>
                <a:spcPts val="0"/>
              </a:spcAft>
              <a:buClr>
                <a:schemeClr val="dk1"/>
              </a:buClr>
              <a:buSzPts val="1494"/>
              <a:buNone/>
              <a:defRPr sz="1867"/>
            </a:lvl2pPr>
            <a:lvl3pPr indent="-228600" lvl="2" marL="1371600" algn="l">
              <a:lnSpc>
                <a:spcPct val="90000"/>
              </a:lnSpc>
              <a:spcBef>
                <a:spcPts val="667"/>
              </a:spcBef>
              <a:spcAft>
                <a:spcPts val="0"/>
              </a:spcAft>
              <a:buClr>
                <a:schemeClr val="dk1"/>
              </a:buClr>
              <a:buSzPts val="1280"/>
              <a:buNone/>
              <a:defRPr sz="1600"/>
            </a:lvl3pPr>
            <a:lvl4pPr indent="-228600" lvl="3" marL="1828800" algn="l">
              <a:lnSpc>
                <a:spcPct val="90000"/>
              </a:lnSpc>
              <a:spcBef>
                <a:spcPts val="667"/>
              </a:spcBef>
              <a:spcAft>
                <a:spcPts val="0"/>
              </a:spcAft>
              <a:buClr>
                <a:schemeClr val="dk1"/>
              </a:buClr>
              <a:buSzPts val="1066"/>
              <a:buNone/>
              <a:defRPr sz="1333"/>
            </a:lvl4pPr>
            <a:lvl5pPr indent="-228600" lvl="4" marL="2286000" algn="l">
              <a:lnSpc>
                <a:spcPct val="90000"/>
              </a:lnSpc>
              <a:spcBef>
                <a:spcPts val="667"/>
              </a:spcBef>
              <a:spcAft>
                <a:spcPts val="0"/>
              </a:spcAft>
              <a:buClr>
                <a:schemeClr val="dk1"/>
              </a:buClr>
              <a:buSzPts val="1066"/>
              <a:buNone/>
              <a:defRPr sz="1333"/>
            </a:lvl5pPr>
            <a:lvl6pPr indent="-228600" lvl="5" marL="2743200" algn="l">
              <a:lnSpc>
                <a:spcPct val="90000"/>
              </a:lnSpc>
              <a:spcBef>
                <a:spcPts val="667"/>
              </a:spcBef>
              <a:spcAft>
                <a:spcPts val="0"/>
              </a:spcAft>
              <a:buClr>
                <a:schemeClr val="dk1"/>
              </a:buClr>
              <a:buSzPts val="1333"/>
              <a:buNone/>
              <a:defRPr sz="1333"/>
            </a:lvl6pPr>
            <a:lvl7pPr indent="-228600" lvl="6" marL="3200400" algn="l">
              <a:lnSpc>
                <a:spcPct val="90000"/>
              </a:lnSpc>
              <a:spcBef>
                <a:spcPts val="667"/>
              </a:spcBef>
              <a:spcAft>
                <a:spcPts val="0"/>
              </a:spcAft>
              <a:buClr>
                <a:schemeClr val="dk1"/>
              </a:buClr>
              <a:buSzPts val="1333"/>
              <a:buNone/>
              <a:defRPr sz="1333"/>
            </a:lvl7pPr>
            <a:lvl8pPr indent="-228600" lvl="7" marL="3657600" algn="l">
              <a:lnSpc>
                <a:spcPct val="90000"/>
              </a:lnSpc>
              <a:spcBef>
                <a:spcPts val="667"/>
              </a:spcBef>
              <a:spcAft>
                <a:spcPts val="0"/>
              </a:spcAft>
              <a:buClr>
                <a:schemeClr val="dk1"/>
              </a:buClr>
              <a:buSzPts val="1333"/>
              <a:buNone/>
              <a:defRPr sz="1333"/>
            </a:lvl8pPr>
            <a:lvl9pPr indent="-228600" lvl="8" marL="4114800" algn="l">
              <a:lnSpc>
                <a:spcPct val="90000"/>
              </a:lnSpc>
              <a:spcBef>
                <a:spcPts val="667"/>
              </a:spcBef>
              <a:spcAft>
                <a:spcPts val="0"/>
              </a:spcAft>
              <a:buClr>
                <a:schemeClr val="dk1"/>
              </a:buClr>
              <a:buSzPts val="1333"/>
              <a:buNone/>
              <a:defRPr sz="1333"/>
            </a:lvl9pPr>
          </a:lstStyle>
          <a:p/>
        </p:txBody>
      </p:sp>
      <p:sp>
        <p:nvSpPr>
          <p:cNvPr id="68" name="Google Shape;68;p14"/>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solidFill>
                  <a:srgbClr val="888888"/>
                </a:solidFill>
              </a:defRPr>
            </a:lvl1pPr>
            <a:lvl2pPr indent="0" lvl="1" marL="0" algn="ctr">
              <a:spcBef>
                <a:spcPts val="0"/>
              </a:spcBef>
              <a:buNone/>
              <a:defRPr>
                <a:solidFill>
                  <a:srgbClr val="888888"/>
                </a:solidFill>
              </a:defRPr>
            </a:lvl2pPr>
            <a:lvl3pPr indent="0" lvl="2" marL="0" algn="ctr">
              <a:spcBef>
                <a:spcPts val="0"/>
              </a:spcBef>
              <a:buNone/>
              <a:defRPr>
                <a:solidFill>
                  <a:srgbClr val="888888"/>
                </a:solidFill>
              </a:defRPr>
            </a:lvl3pPr>
            <a:lvl4pPr indent="0" lvl="3" marL="0" algn="ctr">
              <a:spcBef>
                <a:spcPts val="0"/>
              </a:spcBef>
              <a:buNone/>
              <a:defRPr>
                <a:solidFill>
                  <a:srgbClr val="888888"/>
                </a:solidFill>
              </a:defRPr>
            </a:lvl4pPr>
            <a:lvl5pPr indent="0" lvl="4" marL="0" algn="ctr">
              <a:spcBef>
                <a:spcPts val="0"/>
              </a:spcBef>
              <a:buNone/>
              <a:defRPr>
                <a:solidFill>
                  <a:srgbClr val="888888"/>
                </a:solidFill>
              </a:defRPr>
            </a:lvl5pPr>
            <a:lvl6pPr indent="0" lvl="5" marL="0" algn="ctr">
              <a:spcBef>
                <a:spcPts val="0"/>
              </a:spcBef>
              <a:buNone/>
              <a:defRPr>
                <a:solidFill>
                  <a:srgbClr val="888888"/>
                </a:solidFill>
              </a:defRPr>
            </a:lvl6pPr>
            <a:lvl7pPr indent="0" lvl="6" marL="0" algn="ctr">
              <a:spcBef>
                <a:spcPts val="0"/>
              </a:spcBef>
              <a:buNone/>
              <a:defRPr>
                <a:solidFill>
                  <a:srgbClr val="888888"/>
                </a:solidFill>
              </a:defRPr>
            </a:lvl7pPr>
            <a:lvl8pPr indent="0" lvl="7" marL="0" algn="ctr">
              <a:spcBef>
                <a:spcPts val="0"/>
              </a:spcBef>
              <a:buNone/>
              <a:defRPr>
                <a:solidFill>
                  <a:srgbClr val="888888"/>
                </a:solidFill>
              </a:defRPr>
            </a:lvl8pPr>
            <a:lvl9pPr indent="0" lvl="8" marL="0" algn="ctr">
              <a:spcBef>
                <a:spcPts val="0"/>
              </a:spcBef>
              <a:buNone/>
              <a:defRPr>
                <a:solidFill>
                  <a:srgbClr val="888888"/>
                </a:solidFil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9" name="Shape 69"/>
        <p:cNvGrpSpPr/>
        <p:nvPr/>
      </p:nvGrpSpPr>
      <p:grpSpPr>
        <a:xfrm>
          <a:off x="0" y="0"/>
          <a:ext cx="0" cy="0"/>
          <a:chOff x="0" y="0"/>
          <a:chExt cx="0" cy="0"/>
        </a:xfrm>
      </p:grpSpPr>
      <p:sp>
        <p:nvSpPr>
          <p:cNvPr id="70" name="Google Shape;70;p15"/>
          <p:cNvSpPr txBox="1"/>
          <p:nvPr>
            <p:ph type="title"/>
          </p:nvPr>
        </p:nvSpPr>
        <p:spPr>
          <a:xfrm>
            <a:off x="501400" y="643909"/>
            <a:ext cx="11175900" cy="6603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9B1D2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 name="Google Shape;71;p15"/>
          <p:cNvSpPr txBox="1"/>
          <p:nvPr>
            <p:ph idx="1" type="body"/>
          </p:nvPr>
        </p:nvSpPr>
        <p:spPr>
          <a:xfrm rot="5400000">
            <a:off x="3894950" y="-1787975"/>
            <a:ext cx="4389000" cy="11175900"/>
          </a:xfrm>
          <a:prstGeom prst="rect">
            <a:avLst/>
          </a:prstGeom>
          <a:noFill/>
          <a:ln>
            <a:noFill/>
          </a:ln>
        </p:spPr>
        <p:txBody>
          <a:bodyPr anchorCtr="0" anchor="t" bIns="45700" lIns="91425" spcFirstLastPara="1" rIns="91425" wrap="square" tIns="45700">
            <a:normAutofit/>
          </a:bodyPr>
          <a:lstStyle>
            <a:lvl1pPr indent="-320040" lvl="0" marL="457200" algn="l">
              <a:lnSpc>
                <a:spcPct val="90000"/>
              </a:lnSpc>
              <a:spcBef>
                <a:spcPts val="1333"/>
              </a:spcBef>
              <a:spcAft>
                <a:spcPts val="0"/>
              </a:spcAft>
              <a:buClr>
                <a:schemeClr val="dk1"/>
              </a:buClr>
              <a:buSzPts val="1440"/>
              <a:buChar char="•"/>
              <a:defRPr/>
            </a:lvl1pPr>
            <a:lvl2pPr indent="-320040" lvl="1" marL="914400" algn="l">
              <a:lnSpc>
                <a:spcPct val="90000"/>
              </a:lnSpc>
              <a:spcBef>
                <a:spcPts val="667"/>
              </a:spcBef>
              <a:spcAft>
                <a:spcPts val="0"/>
              </a:spcAft>
              <a:buClr>
                <a:schemeClr val="dk1"/>
              </a:buClr>
              <a:buSzPts val="1440"/>
              <a:buChar char="•"/>
              <a:defRPr/>
            </a:lvl2pPr>
            <a:lvl3pPr indent="-320039" lvl="2" marL="1371600" algn="l">
              <a:lnSpc>
                <a:spcPct val="90000"/>
              </a:lnSpc>
              <a:spcBef>
                <a:spcPts val="667"/>
              </a:spcBef>
              <a:spcAft>
                <a:spcPts val="0"/>
              </a:spcAft>
              <a:buClr>
                <a:schemeClr val="dk1"/>
              </a:buClr>
              <a:buSzPts val="1440"/>
              <a:buChar char="•"/>
              <a:defRPr/>
            </a:lvl3pPr>
            <a:lvl4pPr indent="-320039" lvl="3" marL="1828800" algn="l">
              <a:lnSpc>
                <a:spcPct val="90000"/>
              </a:lnSpc>
              <a:spcBef>
                <a:spcPts val="667"/>
              </a:spcBef>
              <a:spcAft>
                <a:spcPts val="0"/>
              </a:spcAft>
              <a:buClr>
                <a:schemeClr val="dk1"/>
              </a:buClr>
              <a:buSzPts val="1440"/>
              <a:buChar char="•"/>
              <a:defRPr/>
            </a:lvl4pPr>
            <a:lvl5pPr indent="-320039" lvl="4" marL="2286000" algn="l">
              <a:lnSpc>
                <a:spcPct val="90000"/>
              </a:lnSpc>
              <a:spcBef>
                <a:spcPts val="667"/>
              </a:spcBef>
              <a:spcAft>
                <a:spcPts val="0"/>
              </a:spcAft>
              <a:buClr>
                <a:schemeClr val="dk1"/>
              </a:buClr>
              <a:buSzPts val="1440"/>
              <a:buChar char="•"/>
              <a:defRPr/>
            </a:lvl5pPr>
            <a:lvl6pPr indent="-342900" lvl="5" marL="2743200" algn="l">
              <a:lnSpc>
                <a:spcPct val="90000"/>
              </a:lnSpc>
              <a:spcBef>
                <a:spcPts val="667"/>
              </a:spcBef>
              <a:spcAft>
                <a:spcPts val="0"/>
              </a:spcAft>
              <a:buClr>
                <a:schemeClr val="dk1"/>
              </a:buClr>
              <a:buSzPts val="1800"/>
              <a:buChar char="•"/>
              <a:defRPr/>
            </a:lvl6pPr>
            <a:lvl7pPr indent="-342900" lvl="6" marL="3200400" algn="l">
              <a:lnSpc>
                <a:spcPct val="90000"/>
              </a:lnSpc>
              <a:spcBef>
                <a:spcPts val="667"/>
              </a:spcBef>
              <a:spcAft>
                <a:spcPts val="0"/>
              </a:spcAft>
              <a:buClr>
                <a:schemeClr val="dk1"/>
              </a:buClr>
              <a:buSzPts val="1800"/>
              <a:buChar char="•"/>
              <a:defRPr/>
            </a:lvl7pPr>
            <a:lvl8pPr indent="-342900" lvl="7" marL="3657600" algn="l">
              <a:lnSpc>
                <a:spcPct val="90000"/>
              </a:lnSpc>
              <a:spcBef>
                <a:spcPts val="667"/>
              </a:spcBef>
              <a:spcAft>
                <a:spcPts val="0"/>
              </a:spcAft>
              <a:buClr>
                <a:schemeClr val="dk1"/>
              </a:buClr>
              <a:buSzPts val="1800"/>
              <a:buChar char="•"/>
              <a:defRPr/>
            </a:lvl8pPr>
            <a:lvl9pPr indent="-342900" lvl="8" marL="4114800" algn="l">
              <a:lnSpc>
                <a:spcPct val="90000"/>
              </a:lnSpc>
              <a:spcBef>
                <a:spcPts val="667"/>
              </a:spcBef>
              <a:spcAft>
                <a:spcPts val="0"/>
              </a:spcAft>
              <a:buClr>
                <a:schemeClr val="dk1"/>
              </a:buClr>
              <a:buSzPts val="1800"/>
              <a:buChar char="•"/>
              <a:defRPr/>
            </a:lvl9pPr>
          </a:lstStyle>
          <a:p/>
        </p:txBody>
      </p:sp>
      <p:sp>
        <p:nvSpPr>
          <p:cNvPr id="72" name="Google Shape;72;p15"/>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solidFill>
                  <a:srgbClr val="888888"/>
                </a:solidFill>
              </a:defRPr>
            </a:lvl1pPr>
            <a:lvl2pPr indent="0" lvl="1" marL="0" algn="ctr">
              <a:spcBef>
                <a:spcPts val="0"/>
              </a:spcBef>
              <a:buNone/>
              <a:defRPr>
                <a:solidFill>
                  <a:srgbClr val="888888"/>
                </a:solidFill>
              </a:defRPr>
            </a:lvl2pPr>
            <a:lvl3pPr indent="0" lvl="2" marL="0" algn="ctr">
              <a:spcBef>
                <a:spcPts val="0"/>
              </a:spcBef>
              <a:buNone/>
              <a:defRPr>
                <a:solidFill>
                  <a:srgbClr val="888888"/>
                </a:solidFill>
              </a:defRPr>
            </a:lvl3pPr>
            <a:lvl4pPr indent="0" lvl="3" marL="0" algn="ctr">
              <a:spcBef>
                <a:spcPts val="0"/>
              </a:spcBef>
              <a:buNone/>
              <a:defRPr>
                <a:solidFill>
                  <a:srgbClr val="888888"/>
                </a:solidFill>
              </a:defRPr>
            </a:lvl4pPr>
            <a:lvl5pPr indent="0" lvl="4" marL="0" algn="ctr">
              <a:spcBef>
                <a:spcPts val="0"/>
              </a:spcBef>
              <a:buNone/>
              <a:defRPr>
                <a:solidFill>
                  <a:srgbClr val="888888"/>
                </a:solidFill>
              </a:defRPr>
            </a:lvl5pPr>
            <a:lvl6pPr indent="0" lvl="5" marL="0" algn="ctr">
              <a:spcBef>
                <a:spcPts val="0"/>
              </a:spcBef>
              <a:buNone/>
              <a:defRPr>
                <a:solidFill>
                  <a:srgbClr val="888888"/>
                </a:solidFill>
              </a:defRPr>
            </a:lvl6pPr>
            <a:lvl7pPr indent="0" lvl="6" marL="0" algn="ctr">
              <a:spcBef>
                <a:spcPts val="0"/>
              </a:spcBef>
              <a:buNone/>
              <a:defRPr>
                <a:solidFill>
                  <a:srgbClr val="888888"/>
                </a:solidFill>
              </a:defRPr>
            </a:lvl7pPr>
            <a:lvl8pPr indent="0" lvl="7" marL="0" algn="ctr">
              <a:spcBef>
                <a:spcPts val="0"/>
              </a:spcBef>
              <a:buNone/>
              <a:defRPr>
                <a:solidFill>
                  <a:srgbClr val="888888"/>
                </a:solidFill>
              </a:defRPr>
            </a:lvl8pPr>
            <a:lvl9pPr indent="0" lvl="8" marL="0" algn="ctr">
              <a:spcBef>
                <a:spcPts val="0"/>
              </a:spcBef>
              <a:buNone/>
              <a:defRPr>
                <a:solidFill>
                  <a:srgbClr val="888888"/>
                </a:solidFil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3" name="Shape 73"/>
        <p:cNvGrpSpPr/>
        <p:nvPr/>
      </p:nvGrpSpPr>
      <p:grpSpPr>
        <a:xfrm>
          <a:off x="0" y="0"/>
          <a:ext cx="0" cy="0"/>
          <a:chOff x="0" y="0"/>
          <a:chExt cx="0" cy="0"/>
        </a:xfrm>
      </p:grpSpPr>
      <p:sp>
        <p:nvSpPr>
          <p:cNvPr id="74" name="Google Shape;74;p16"/>
          <p:cNvSpPr txBox="1"/>
          <p:nvPr>
            <p:ph type="title"/>
          </p:nvPr>
        </p:nvSpPr>
        <p:spPr>
          <a:xfrm rot="5400000">
            <a:off x="7134301" y="1956785"/>
            <a:ext cx="5810100" cy="26289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9B1D2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16"/>
          <p:cNvSpPr txBox="1"/>
          <p:nvPr>
            <p:ph idx="1" type="body"/>
          </p:nvPr>
        </p:nvSpPr>
        <p:spPr>
          <a:xfrm rot="5400000">
            <a:off x="1774851" y="-570565"/>
            <a:ext cx="5810100" cy="7683600"/>
          </a:xfrm>
          <a:prstGeom prst="rect">
            <a:avLst/>
          </a:prstGeom>
          <a:noFill/>
          <a:ln>
            <a:noFill/>
          </a:ln>
        </p:spPr>
        <p:txBody>
          <a:bodyPr anchorCtr="0" anchor="t" bIns="45700" lIns="91425" spcFirstLastPara="1" rIns="91425" wrap="square" tIns="45700">
            <a:normAutofit/>
          </a:bodyPr>
          <a:lstStyle>
            <a:lvl1pPr indent="-320040" lvl="0" marL="457200" algn="l">
              <a:lnSpc>
                <a:spcPct val="90000"/>
              </a:lnSpc>
              <a:spcBef>
                <a:spcPts val="1333"/>
              </a:spcBef>
              <a:spcAft>
                <a:spcPts val="0"/>
              </a:spcAft>
              <a:buClr>
                <a:schemeClr val="dk1"/>
              </a:buClr>
              <a:buSzPts val="1440"/>
              <a:buChar char="•"/>
              <a:defRPr/>
            </a:lvl1pPr>
            <a:lvl2pPr indent="-320040" lvl="1" marL="914400" algn="l">
              <a:lnSpc>
                <a:spcPct val="90000"/>
              </a:lnSpc>
              <a:spcBef>
                <a:spcPts val="667"/>
              </a:spcBef>
              <a:spcAft>
                <a:spcPts val="0"/>
              </a:spcAft>
              <a:buClr>
                <a:schemeClr val="dk1"/>
              </a:buClr>
              <a:buSzPts val="1440"/>
              <a:buChar char="•"/>
              <a:defRPr/>
            </a:lvl2pPr>
            <a:lvl3pPr indent="-320039" lvl="2" marL="1371600" algn="l">
              <a:lnSpc>
                <a:spcPct val="90000"/>
              </a:lnSpc>
              <a:spcBef>
                <a:spcPts val="667"/>
              </a:spcBef>
              <a:spcAft>
                <a:spcPts val="0"/>
              </a:spcAft>
              <a:buClr>
                <a:schemeClr val="dk1"/>
              </a:buClr>
              <a:buSzPts val="1440"/>
              <a:buChar char="•"/>
              <a:defRPr/>
            </a:lvl3pPr>
            <a:lvl4pPr indent="-320039" lvl="3" marL="1828800" algn="l">
              <a:lnSpc>
                <a:spcPct val="90000"/>
              </a:lnSpc>
              <a:spcBef>
                <a:spcPts val="667"/>
              </a:spcBef>
              <a:spcAft>
                <a:spcPts val="0"/>
              </a:spcAft>
              <a:buClr>
                <a:schemeClr val="dk1"/>
              </a:buClr>
              <a:buSzPts val="1440"/>
              <a:buChar char="•"/>
              <a:defRPr/>
            </a:lvl4pPr>
            <a:lvl5pPr indent="-320039" lvl="4" marL="2286000" algn="l">
              <a:lnSpc>
                <a:spcPct val="90000"/>
              </a:lnSpc>
              <a:spcBef>
                <a:spcPts val="667"/>
              </a:spcBef>
              <a:spcAft>
                <a:spcPts val="0"/>
              </a:spcAft>
              <a:buClr>
                <a:schemeClr val="dk1"/>
              </a:buClr>
              <a:buSzPts val="1440"/>
              <a:buChar char="•"/>
              <a:defRPr/>
            </a:lvl5pPr>
            <a:lvl6pPr indent="-342900" lvl="5" marL="2743200" algn="l">
              <a:lnSpc>
                <a:spcPct val="90000"/>
              </a:lnSpc>
              <a:spcBef>
                <a:spcPts val="667"/>
              </a:spcBef>
              <a:spcAft>
                <a:spcPts val="0"/>
              </a:spcAft>
              <a:buClr>
                <a:schemeClr val="dk1"/>
              </a:buClr>
              <a:buSzPts val="1800"/>
              <a:buChar char="•"/>
              <a:defRPr/>
            </a:lvl6pPr>
            <a:lvl7pPr indent="-342900" lvl="6" marL="3200400" algn="l">
              <a:lnSpc>
                <a:spcPct val="90000"/>
              </a:lnSpc>
              <a:spcBef>
                <a:spcPts val="667"/>
              </a:spcBef>
              <a:spcAft>
                <a:spcPts val="0"/>
              </a:spcAft>
              <a:buClr>
                <a:schemeClr val="dk1"/>
              </a:buClr>
              <a:buSzPts val="1800"/>
              <a:buChar char="•"/>
              <a:defRPr/>
            </a:lvl7pPr>
            <a:lvl8pPr indent="-342900" lvl="7" marL="3657600" algn="l">
              <a:lnSpc>
                <a:spcPct val="90000"/>
              </a:lnSpc>
              <a:spcBef>
                <a:spcPts val="667"/>
              </a:spcBef>
              <a:spcAft>
                <a:spcPts val="0"/>
              </a:spcAft>
              <a:buClr>
                <a:schemeClr val="dk1"/>
              </a:buClr>
              <a:buSzPts val="1800"/>
              <a:buChar char="•"/>
              <a:defRPr/>
            </a:lvl8pPr>
            <a:lvl9pPr indent="-342900" lvl="8" marL="4114800" algn="l">
              <a:lnSpc>
                <a:spcPct val="90000"/>
              </a:lnSpc>
              <a:spcBef>
                <a:spcPts val="667"/>
              </a:spcBef>
              <a:spcAft>
                <a:spcPts val="0"/>
              </a:spcAft>
              <a:buClr>
                <a:schemeClr val="dk1"/>
              </a:buClr>
              <a:buSzPts val="1800"/>
              <a:buChar char="•"/>
              <a:defRPr/>
            </a:lvl9pPr>
          </a:lstStyle>
          <a:p/>
        </p:txBody>
      </p:sp>
      <p:sp>
        <p:nvSpPr>
          <p:cNvPr id="76" name="Google Shape;76;p16"/>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solidFill>
                  <a:srgbClr val="888888"/>
                </a:solidFill>
              </a:defRPr>
            </a:lvl1pPr>
            <a:lvl2pPr indent="0" lvl="1" marL="0" algn="ctr">
              <a:spcBef>
                <a:spcPts val="0"/>
              </a:spcBef>
              <a:buNone/>
              <a:defRPr>
                <a:solidFill>
                  <a:srgbClr val="888888"/>
                </a:solidFill>
              </a:defRPr>
            </a:lvl2pPr>
            <a:lvl3pPr indent="0" lvl="2" marL="0" algn="ctr">
              <a:spcBef>
                <a:spcPts val="0"/>
              </a:spcBef>
              <a:buNone/>
              <a:defRPr>
                <a:solidFill>
                  <a:srgbClr val="888888"/>
                </a:solidFill>
              </a:defRPr>
            </a:lvl3pPr>
            <a:lvl4pPr indent="0" lvl="3" marL="0" algn="ctr">
              <a:spcBef>
                <a:spcPts val="0"/>
              </a:spcBef>
              <a:buNone/>
              <a:defRPr>
                <a:solidFill>
                  <a:srgbClr val="888888"/>
                </a:solidFill>
              </a:defRPr>
            </a:lvl4pPr>
            <a:lvl5pPr indent="0" lvl="4" marL="0" algn="ctr">
              <a:spcBef>
                <a:spcPts val="0"/>
              </a:spcBef>
              <a:buNone/>
              <a:defRPr>
                <a:solidFill>
                  <a:srgbClr val="888888"/>
                </a:solidFill>
              </a:defRPr>
            </a:lvl5pPr>
            <a:lvl6pPr indent="0" lvl="5" marL="0" algn="ctr">
              <a:spcBef>
                <a:spcPts val="0"/>
              </a:spcBef>
              <a:buNone/>
              <a:defRPr>
                <a:solidFill>
                  <a:srgbClr val="888888"/>
                </a:solidFill>
              </a:defRPr>
            </a:lvl6pPr>
            <a:lvl7pPr indent="0" lvl="6" marL="0" algn="ctr">
              <a:spcBef>
                <a:spcPts val="0"/>
              </a:spcBef>
              <a:buNone/>
              <a:defRPr>
                <a:solidFill>
                  <a:srgbClr val="888888"/>
                </a:solidFill>
              </a:defRPr>
            </a:lvl7pPr>
            <a:lvl8pPr indent="0" lvl="7" marL="0" algn="ctr">
              <a:spcBef>
                <a:spcPts val="0"/>
              </a:spcBef>
              <a:buNone/>
              <a:defRPr>
                <a:solidFill>
                  <a:srgbClr val="888888"/>
                </a:solidFill>
              </a:defRPr>
            </a:lvl8pPr>
            <a:lvl9pPr indent="0" lvl="8" marL="0" algn="ctr">
              <a:spcBef>
                <a:spcPts val="0"/>
              </a:spcBef>
              <a:buNone/>
              <a:defRPr>
                <a:solidFill>
                  <a:srgbClr val="888888"/>
                </a:solidFil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Slide">
  <p:cSld name="End Slide">
    <p:spTree>
      <p:nvGrpSpPr>
        <p:cNvPr id="77" name="Shape 77"/>
        <p:cNvGrpSpPr/>
        <p:nvPr/>
      </p:nvGrpSpPr>
      <p:grpSpPr>
        <a:xfrm>
          <a:off x="0" y="0"/>
          <a:ext cx="0" cy="0"/>
          <a:chOff x="0" y="0"/>
          <a:chExt cx="0" cy="0"/>
        </a:xfrm>
      </p:grpSpPr>
      <p:sp>
        <p:nvSpPr>
          <p:cNvPr id="78" name="Google Shape;78;p17"/>
          <p:cNvSpPr txBox="1"/>
          <p:nvPr>
            <p:ph type="ctrTitle"/>
          </p:nvPr>
        </p:nvSpPr>
        <p:spPr>
          <a:xfrm>
            <a:off x="3962400" y="2057400"/>
            <a:ext cx="7924800" cy="8229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9B1D23"/>
              </a:buClr>
              <a:buSzPts val="4267"/>
              <a:buFont typeface="Arial Black"/>
              <a:buNone/>
              <a:defRPr sz="4267"/>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17"/>
          <p:cNvSpPr txBox="1"/>
          <p:nvPr>
            <p:ph idx="1" type="subTitle"/>
          </p:nvPr>
        </p:nvSpPr>
        <p:spPr>
          <a:xfrm>
            <a:off x="3962400" y="3566160"/>
            <a:ext cx="7924800" cy="320100"/>
          </a:xfrm>
          <a:prstGeom prst="rect">
            <a:avLst/>
          </a:prstGeom>
          <a:noFill/>
          <a:ln>
            <a:noFill/>
          </a:ln>
        </p:spPr>
        <p:txBody>
          <a:bodyPr anchorCtr="0" anchor="t" bIns="45700" lIns="91425" spcFirstLastPara="1" rIns="91425" wrap="square" tIns="45700">
            <a:noAutofit/>
          </a:bodyPr>
          <a:lstStyle>
            <a:lvl1pPr lvl="0" algn="l">
              <a:lnSpc>
                <a:spcPct val="90000"/>
              </a:lnSpc>
              <a:spcBef>
                <a:spcPts val="1333"/>
              </a:spcBef>
              <a:spcAft>
                <a:spcPts val="0"/>
              </a:spcAft>
              <a:buClr>
                <a:schemeClr val="dk1"/>
              </a:buClr>
              <a:buSzPts val="1494"/>
              <a:buNone/>
              <a:defRPr sz="1867">
                <a:solidFill>
                  <a:schemeClr val="dk1"/>
                </a:solidFill>
                <a:latin typeface="Calibri"/>
                <a:ea typeface="Calibri"/>
                <a:cs typeface="Calibri"/>
                <a:sym typeface="Calibri"/>
              </a:defRPr>
            </a:lvl1pPr>
            <a:lvl2pPr lvl="1" algn="ctr">
              <a:lnSpc>
                <a:spcPct val="90000"/>
              </a:lnSpc>
              <a:spcBef>
                <a:spcPts val="667"/>
              </a:spcBef>
              <a:spcAft>
                <a:spcPts val="0"/>
              </a:spcAft>
              <a:buClr>
                <a:srgbClr val="888888"/>
              </a:buClr>
              <a:buSzPts val="2134"/>
              <a:buNone/>
              <a:defRPr>
                <a:solidFill>
                  <a:srgbClr val="888888"/>
                </a:solidFill>
              </a:defRPr>
            </a:lvl2pPr>
            <a:lvl3pPr lvl="2" algn="ctr">
              <a:lnSpc>
                <a:spcPct val="90000"/>
              </a:lnSpc>
              <a:spcBef>
                <a:spcPts val="667"/>
              </a:spcBef>
              <a:spcAft>
                <a:spcPts val="0"/>
              </a:spcAft>
              <a:buClr>
                <a:srgbClr val="888888"/>
              </a:buClr>
              <a:buSzPts val="1920"/>
              <a:buNone/>
              <a:defRPr>
                <a:solidFill>
                  <a:srgbClr val="888888"/>
                </a:solidFill>
              </a:defRPr>
            </a:lvl3pPr>
            <a:lvl4pPr lvl="3" algn="ctr">
              <a:lnSpc>
                <a:spcPct val="90000"/>
              </a:lnSpc>
              <a:spcBef>
                <a:spcPts val="667"/>
              </a:spcBef>
              <a:spcAft>
                <a:spcPts val="0"/>
              </a:spcAft>
              <a:buClr>
                <a:srgbClr val="888888"/>
              </a:buClr>
              <a:buSzPts val="1706"/>
              <a:buNone/>
              <a:defRPr>
                <a:solidFill>
                  <a:srgbClr val="888888"/>
                </a:solidFill>
              </a:defRPr>
            </a:lvl4pPr>
            <a:lvl5pPr lvl="4" algn="ctr">
              <a:lnSpc>
                <a:spcPct val="90000"/>
              </a:lnSpc>
              <a:spcBef>
                <a:spcPts val="667"/>
              </a:spcBef>
              <a:spcAft>
                <a:spcPts val="0"/>
              </a:spcAft>
              <a:buClr>
                <a:srgbClr val="888888"/>
              </a:buClr>
              <a:buSzPts val="1706"/>
              <a:buNone/>
              <a:defRPr>
                <a:solidFill>
                  <a:srgbClr val="888888"/>
                </a:solidFill>
              </a:defRPr>
            </a:lvl5pPr>
            <a:lvl6pPr lvl="5" algn="ctr">
              <a:lnSpc>
                <a:spcPct val="90000"/>
              </a:lnSpc>
              <a:spcBef>
                <a:spcPts val="667"/>
              </a:spcBef>
              <a:spcAft>
                <a:spcPts val="0"/>
              </a:spcAft>
              <a:buClr>
                <a:srgbClr val="888888"/>
              </a:buClr>
              <a:buSzPts val="2400"/>
              <a:buNone/>
              <a:defRPr>
                <a:solidFill>
                  <a:srgbClr val="888888"/>
                </a:solidFill>
              </a:defRPr>
            </a:lvl6pPr>
            <a:lvl7pPr lvl="6" algn="ctr">
              <a:lnSpc>
                <a:spcPct val="90000"/>
              </a:lnSpc>
              <a:spcBef>
                <a:spcPts val="667"/>
              </a:spcBef>
              <a:spcAft>
                <a:spcPts val="0"/>
              </a:spcAft>
              <a:buClr>
                <a:srgbClr val="888888"/>
              </a:buClr>
              <a:buSzPts val="2400"/>
              <a:buNone/>
              <a:defRPr>
                <a:solidFill>
                  <a:srgbClr val="888888"/>
                </a:solidFill>
              </a:defRPr>
            </a:lvl7pPr>
            <a:lvl8pPr lvl="7" algn="ctr">
              <a:lnSpc>
                <a:spcPct val="90000"/>
              </a:lnSpc>
              <a:spcBef>
                <a:spcPts val="667"/>
              </a:spcBef>
              <a:spcAft>
                <a:spcPts val="0"/>
              </a:spcAft>
              <a:buClr>
                <a:srgbClr val="888888"/>
              </a:buClr>
              <a:buSzPts val="2400"/>
              <a:buNone/>
              <a:defRPr>
                <a:solidFill>
                  <a:srgbClr val="888888"/>
                </a:solidFill>
              </a:defRPr>
            </a:lvl8pPr>
            <a:lvl9pPr lvl="8" algn="ctr">
              <a:lnSpc>
                <a:spcPct val="90000"/>
              </a:lnSpc>
              <a:spcBef>
                <a:spcPts val="667"/>
              </a:spcBef>
              <a:spcAft>
                <a:spcPts val="0"/>
              </a:spcAft>
              <a:buClr>
                <a:srgbClr val="888888"/>
              </a:buClr>
              <a:buSzPts val="2400"/>
              <a:buNone/>
              <a:defRPr>
                <a:solidFill>
                  <a:srgbClr val="888888"/>
                </a:solidFill>
              </a:defRPr>
            </a:lvl9pPr>
          </a:lstStyle>
          <a:p/>
        </p:txBody>
      </p:sp>
      <p:sp>
        <p:nvSpPr>
          <p:cNvPr id="80" name="Google Shape;80;p17"/>
          <p:cNvSpPr txBox="1"/>
          <p:nvPr>
            <p:ph idx="2" type="body"/>
          </p:nvPr>
        </p:nvSpPr>
        <p:spPr>
          <a:xfrm>
            <a:off x="3962400" y="2971800"/>
            <a:ext cx="7924800" cy="4572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333"/>
              </a:spcBef>
              <a:spcAft>
                <a:spcPts val="0"/>
              </a:spcAft>
              <a:buClr>
                <a:schemeClr val="dk1"/>
              </a:buClr>
              <a:buSzPts val="2134"/>
              <a:buNone/>
              <a:defRPr sz="2667">
                <a:latin typeface="Calibri"/>
                <a:ea typeface="Calibri"/>
                <a:cs typeface="Calibri"/>
                <a:sym typeface="Calibri"/>
              </a:defRPr>
            </a:lvl1pPr>
            <a:lvl2pPr indent="-320040" lvl="1" marL="914400" algn="l">
              <a:lnSpc>
                <a:spcPct val="90000"/>
              </a:lnSpc>
              <a:spcBef>
                <a:spcPts val="667"/>
              </a:spcBef>
              <a:spcAft>
                <a:spcPts val="0"/>
              </a:spcAft>
              <a:buClr>
                <a:schemeClr val="dk1"/>
              </a:buClr>
              <a:buSzPts val="1440"/>
              <a:buChar char="•"/>
              <a:defRPr/>
            </a:lvl2pPr>
            <a:lvl3pPr indent="-320039" lvl="2" marL="1371600" algn="l">
              <a:lnSpc>
                <a:spcPct val="90000"/>
              </a:lnSpc>
              <a:spcBef>
                <a:spcPts val="667"/>
              </a:spcBef>
              <a:spcAft>
                <a:spcPts val="0"/>
              </a:spcAft>
              <a:buClr>
                <a:schemeClr val="dk1"/>
              </a:buClr>
              <a:buSzPts val="1440"/>
              <a:buChar char="•"/>
              <a:defRPr/>
            </a:lvl3pPr>
            <a:lvl4pPr indent="-320039" lvl="3" marL="1828800" algn="l">
              <a:lnSpc>
                <a:spcPct val="90000"/>
              </a:lnSpc>
              <a:spcBef>
                <a:spcPts val="667"/>
              </a:spcBef>
              <a:spcAft>
                <a:spcPts val="0"/>
              </a:spcAft>
              <a:buClr>
                <a:schemeClr val="dk1"/>
              </a:buClr>
              <a:buSzPts val="1440"/>
              <a:buChar char="•"/>
              <a:defRPr/>
            </a:lvl4pPr>
            <a:lvl5pPr indent="-320039" lvl="4" marL="2286000" algn="l">
              <a:lnSpc>
                <a:spcPct val="90000"/>
              </a:lnSpc>
              <a:spcBef>
                <a:spcPts val="667"/>
              </a:spcBef>
              <a:spcAft>
                <a:spcPts val="0"/>
              </a:spcAft>
              <a:buClr>
                <a:schemeClr val="dk1"/>
              </a:buClr>
              <a:buSzPts val="1440"/>
              <a:buChar char="•"/>
              <a:defRPr/>
            </a:lvl5pPr>
            <a:lvl6pPr indent="-342900" lvl="5" marL="2743200" algn="l">
              <a:lnSpc>
                <a:spcPct val="90000"/>
              </a:lnSpc>
              <a:spcBef>
                <a:spcPts val="667"/>
              </a:spcBef>
              <a:spcAft>
                <a:spcPts val="0"/>
              </a:spcAft>
              <a:buClr>
                <a:schemeClr val="dk1"/>
              </a:buClr>
              <a:buSzPts val="1800"/>
              <a:buChar char="•"/>
              <a:defRPr/>
            </a:lvl6pPr>
            <a:lvl7pPr indent="-342900" lvl="6" marL="3200400" algn="l">
              <a:lnSpc>
                <a:spcPct val="90000"/>
              </a:lnSpc>
              <a:spcBef>
                <a:spcPts val="667"/>
              </a:spcBef>
              <a:spcAft>
                <a:spcPts val="0"/>
              </a:spcAft>
              <a:buClr>
                <a:schemeClr val="dk1"/>
              </a:buClr>
              <a:buSzPts val="1800"/>
              <a:buChar char="•"/>
              <a:defRPr/>
            </a:lvl7pPr>
            <a:lvl8pPr indent="-342900" lvl="7" marL="3657600" algn="l">
              <a:lnSpc>
                <a:spcPct val="90000"/>
              </a:lnSpc>
              <a:spcBef>
                <a:spcPts val="667"/>
              </a:spcBef>
              <a:spcAft>
                <a:spcPts val="0"/>
              </a:spcAft>
              <a:buClr>
                <a:schemeClr val="dk1"/>
              </a:buClr>
              <a:buSzPts val="1800"/>
              <a:buChar char="•"/>
              <a:defRPr/>
            </a:lvl8pPr>
            <a:lvl9pPr indent="-342900" lvl="8" marL="4114800" algn="l">
              <a:lnSpc>
                <a:spcPct val="90000"/>
              </a:lnSpc>
              <a:spcBef>
                <a:spcPts val="667"/>
              </a:spcBef>
              <a:spcAft>
                <a:spcPts val="0"/>
              </a:spcAft>
              <a:buClr>
                <a:schemeClr val="dk1"/>
              </a:buClr>
              <a:buSzPts val="1800"/>
              <a:buChar char="•"/>
              <a:defRPr/>
            </a:lvl9pPr>
          </a:lstStyle>
          <a:p/>
        </p:txBody>
      </p:sp>
      <p:sp>
        <p:nvSpPr>
          <p:cNvPr id="81" name="Google Shape;81;p17"/>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b="0" i="0" sz="1600" u="none" cap="none" strike="noStrike">
                <a:solidFill>
                  <a:srgbClr val="888888"/>
                </a:solidFill>
                <a:latin typeface="Calibri"/>
                <a:ea typeface="Calibri"/>
                <a:cs typeface="Calibri"/>
                <a:sym typeface="Calibri"/>
              </a:defRPr>
            </a:lvl1pPr>
            <a:lvl2pPr indent="0" lvl="1" marL="0" algn="ctr">
              <a:spcBef>
                <a:spcPts val="0"/>
              </a:spcBef>
              <a:buNone/>
              <a:defRPr b="0" i="0" sz="1600" u="none" cap="none" strike="noStrike">
                <a:solidFill>
                  <a:srgbClr val="888888"/>
                </a:solidFill>
                <a:latin typeface="Calibri"/>
                <a:ea typeface="Calibri"/>
                <a:cs typeface="Calibri"/>
                <a:sym typeface="Calibri"/>
              </a:defRPr>
            </a:lvl2pPr>
            <a:lvl3pPr indent="0" lvl="2" marL="0" algn="ctr">
              <a:spcBef>
                <a:spcPts val="0"/>
              </a:spcBef>
              <a:buNone/>
              <a:defRPr b="0" i="0" sz="1600" u="none" cap="none" strike="noStrike">
                <a:solidFill>
                  <a:srgbClr val="888888"/>
                </a:solidFill>
                <a:latin typeface="Calibri"/>
                <a:ea typeface="Calibri"/>
                <a:cs typeface="Calibri"/>
                <a:sym typeface="Calibri"/>
              </a:defRPr>
            </a:lvl3pPr>
            <a:lvl4pPr indent="0" lvl="3" marL="0" algn="ctr">
              <a:spcBef>
                <a:spcPts val="0"/>
              </a:spcBef>
              <a:buNone/>
              <a:defRPr b="0" i="0" sz="1600" u="none" cap="none" strike="noStrike">
                <a:solidFill>
                  <a:srgbClr val="888888"/>
                </a:solidFill>
                <a:latin typeface="Calibri"/>
                <a:ea typeface="Calibri"/>
                <a:cs typeface="Calibri"/>
                <a:sym typeface="Calibri"/>
              </a:defRPr>
            </a:lvl4pPr>
            <a:lvl5pPr indent="0" lvl="4" marL="0" algn="ctr">
              <a:spcBef>
                <a:spcPts val="0"/>
              </a:spcBef>
              <a:buNone/>
              <a:defRPr b="0" i="0" sz="1600" u="none" cap="none" strike="noStrike">
                <a:solidFill>
                  <a:srgbClr val="888888"/>
                </a:solidFill>
                <a:latin typeface="Calibri"/>
                <a:ea typeface="Calibri"/>
                <a:cs typeface="Calibri"/>
                <a:sym typeface="Calibri"/>
              </a:defRPr>
            </a:lvl5pPr>
            <a:lvl6pPr indent="0" lvl="5" marL="0" algn="ctr">
              <a:spcBef>
                <a:spcPts val="0"/>
              </a:spcBef>
              <a:buNone/>
              <a:defRPr b="0" i="0" sz="1600" u="none" cap="none" strike="noStrike">
                <a:solidFill>
                  <a:srgbClr val="888888"/>
                </a:solidFill>
                <a:latin typeface="Calibri"/>
                <a:ea typeface="Calibri"/>
                <a:cs typeface="Calibri"/>
                <a:sym typeface="Calibri"/>
              </a:defRPr>
            </a:lvl6pPr>
            <a:lvl7pPr indent="0" lvl="6" marL="0" algn="ctr">
              <a:spcBef>
                <a:spcPts val="0"/>
              </a:spcBef>
              <a:buNone/>
              <a:defRPr b="0" i="0" sz="1600" u="none" cap="none" strike="noStrike">
                <a:solidFill>
                  <a:srgbClr val="888888"/>
                </a:solidFill>
                <a:latin typeface="Calibri"/>
                <a:ea typeface="Calibri"/>
                <a:cs typeface="Calibri"/>
                <a:sym typeface="Calibri"/>
              </a:defRPr>
            </a:lvl7pPr>
            <a:lvl8pPr indent="0" lvl="7" marL="0" algn="ctr">
              <a:spcBef>
                <a:spcPts val="0"/>
              </a:spcBef>
              <a:buNone/>
              <a:defRPr b="0" i="0" sz="1600" u="none" cap="none" strike="noStrike">
                <a:solidFill>
                  <a:srgbClr val="888888"/>
                </a:solidFill>
                <a:latin typeface="Calibri"/>
                <a:ea typeface="Calibri"/>
                <a:cs typeface="Calibri"/>
                <a:sym typeface="Calibri"/>
              </a:defRPr>
            </a:lvl8pPr>
            <a:lvl9pPr indent="0" lvl="8" marL="0" algn="ctr">
              <a:spcBef>
                <a:spcPts val="0"/>
              </a:spcBef>
              <a:buNone/>
              <a:defRPr b="0" i="0" sz="1600" u="none" cap="none" strike="noStrike">
                <a:solidFill>
                  <a:srgbClr val="888888"/>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cxnSp>
        <p:nvCxnSpPr>
          <p:cNvPr id="82" name="Google Shape;82;p17"/>
          <p:cNvCxnSpPr/>
          <p:nvPr/>
        </p:nvCxnSpPr>
        <p:spPr>
          <a:xfrm>
            <a:off x="3610897" y="976745"/>
            <a:ext cx="0" cy="4572000"/>
          </a:xfrm>
          <a:prstGeom prst="straightConnector1">
            <a:avLst/>
          </a:prstGeom>
          <a:noFill/>
          <a:ln cap="flat" cmpd="sng" w="28575">
            <a:solidFill>
              <a:srgbClr val="9B1D23"/>
            </a:solidFill>
            <a:prstDash val="solid"/>
            <a:miter lim="800000"/>
            <a:headEnd len="sm" w="sm" type="none"/>
            <a:tailEnd len="sm" w="sm" type="none"/>
          </a:ln>
        </p:spPr>
      </p:cxnSp>
      <p:pic>
        <p:nvPicPr>
          <p:cNvPr id="83" name="Google Shape;83;p17"/>
          <p:cNvPicPr preferRelativeResize="0"/>
          <p:nvPr/>
        </p:nvPicPr>
        <p:blipFill rotWithShape="1">
          <a:blip r:embed="rId2">
            <a:alphaModFix/>
          </a:blip>
          <a:srcRect b="0" l="0" r="0" t="0"/>
          <a:stretch/>
        </p:blipFill>
        <p:spPr>
          <a:xfrm>
            <a:off x="101738" y="2087880"/>
            <a:ext cx="3479663" cy="2682240"/>
          </a:xfrm>
          <a:prstGeom prst="rect">
            <a:avLst/>
          </a:prstGeom>
          <a:noFill/>
          <a:ln>
            <a:noFill/>
          </a:ln>
        </p:spPr>
      </p:pic>
      <p:sp>
        <p:nvSpPr>
          <p:cNvPr id="84" name="Google Shape;84;p17"/>
          <p:cNvSpPr/>
          <p:nvPr/>
        </p:nvSpPr>
        <p:spPr>
          <a:xfrm>
            <a:off x="10383520" y="55880"/>
            <a:ext cx="1707000" cy="731400"/>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rgbClr val="FFFFFF"/>
              </a:solidFill>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6" Type="http://schemas.openxmlformats.org/officeDocument/2006/relationships/theme" Target="../theme/theme2.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3"/>
          <p:cNvPicPr preferRelativeResize="0"/>
          <p:nvPr/>
        </p:nvPicPr>
        <p:blipFill rotWithShape="1">
          <a:blip r:embed="rId1">
            <a:alphaModFix/>
          </a:blip>
          <a:srcRect b="0" l="0" r="0" t="0"/>
          <a:stretch/>
        </p:blipFill>
        <p:spPr>
          <a:xfrm>
            <a:off x="10668000" y="3"/>
            <a:ext cx="1274928" cy="984244"/>
          </a:xfrm>
          <a:prstGeom prst="rect">
            <a:avLst/>
          </a:prstGeom>
          <a:noFill/>
          <a:ln>
            <a:noFill/>
          </a:ln>
        </p:spPr>
      </p:pic>
      <p:sp>
        <p:nvSpPr>
          <p:cNvPr id="11" name="Google Shape;11;p3"/>
          <p:cNvSpPr txBox="1"/>
          <p:nvPr>
            <p:ph type="title"/>
          </p:nvPr>
        </p:nvSpPr>
        <p:spPr>
          <a:xfrm>
            <a:off x="501400" y="643909"/>
            <a:ext cx="11175900" cy="660300"/>
          </a:xfrm>
          <a:prstGeom prst="rect">
            <a:avLst/>
          </a:prstGeom>
          <a:noFill/>
          <a:ln>
            <a:noFill/>
          </a:ln>
        </p:spPr>
        <p:txBody>
          <a:bodyPr anchorCtr="0" anchor="ctr" bIns="45700" lIns="91425" spcFirstLastPara="1" rIns="91425" wrap="square" tIns="45700">
            <a:noAutofit/>
          </a:bodyPr>
          <a:lstStyle>
            <a:lvl1pPr lvl="0" marR="0" algn="l">
              <a:lnSpc>
                <a:spcPct val="90000"/>
              </a:lnSpc>
              <a:spcBef>
                <a:spcPts val="0"/>
              </a:spcBef>
              <a:spcAft>
                <a:spcPts val="0"/>
              </a:spcAft>
              <a:buClr>
                <a:srgbClr val="9B1D23"/>
              </a:buClr>
              <a:buSzPts val="4267"/>
              <a:buFont typeface="Arial Black"/>
              <a:buNone/>
              <a:defRPr b="1" i="0" sz="4267" u="none" cap="none" strike="noStrike">
                <a:solidFill>
                  <a:srgbClr val="9B1D23"/>
                </a:solidFill>
                <a:latin typeface="Arial Black"/>
                <a:ea typeface="Arial Black"/>
                <a:cs typeface="Arial Black"/>
                <a:sym typeface="Arial Blac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3"/>
          <p:cNvSpPr txBox="1"/>
          <p:nvPr>
            <p:ph idx="1" type="body"/>
          </p:nvPr>
        </p:nvSpPr>
        <p:spPr>
          <a:xfrm>
            <a:off x="501400" y="1605475"/>
            <a:ext cx="11175900" cy="4389000"/>
          </a:xfrm>
          <a:prstGeom prst="rect">
            <a:avLst/>
          </a:prstGeom>
          <a:noFill/>
          <a:ln>
            <a:noFill/>
          </a:ln>
        </p:spPr>
        <p:txBody>
          <a:bodyPr anchorCtr="0" anchor="t" bIns="45700" lIns="91425" spcFirstLastPara="1" rIns="91425" wrap="square" tIns="45700">
            <a:normAutofit/>
          </a:bodyPr>
          <a:lstStyle>
            <a:lvl1pPr indent="-391160" lvl="0" marL="457200" marR="0" algn="l">
              <a:lnSpc>
                <a:spcPct val="90000"/>
              </a:lnSpc>
              <a:spcBef>
                <a:spcPts val="1333"/>
              </a:spcBef>
              <a:spcAft>
                <a:spcPts val="0"/>
              </a:spcAft>
              <a:buClr>
                <a:schemeClr val="dk1"/>
              </a:buClr>
              <a:buSzPts val="2560"/>
              <a:buFont typeface="Arial"/>
              <a:buChar char="•"/>
              <a:defRPr b="0" i="0" sz="3200" u="none" cap="none" strike="noStrike">
                <a:solidFill>
                  <a:schemeClr val="dk1"/>
                </a:solidFill>
                <a:latin typeface="Calibri"/>
                <a:ea typeface="Calibri"/>
                <a:cs typeface="Calibri"/>
                <a:sym typeface="Calibri"/>
              </a:defRPr>
            </a:lvl1pPr>
            <a:lvl2pPr indent="-364083" lvl="1" marL="914400" marR="0" algn="l">
              <a:lnSpc>
                <a:spcPct val="90000"/>
              </a:lnSpc>
              <a:spcBef>
                <a:spcPts val="667"/>
              </a:spcBef>
              <a:spcAft>
                <a:spcPts val="0"/>
              </a:spcAft>
              <a:buClr>
                <a:schemeClr val="dk1"/>
              </a:buClr>
              <a:buSzPts val="2134"/>
              <a:buFont typeface="Arial"/>
              <a:buChar char="•"/>
              <a:defRPr b="0" i="0" sz="2667" u="none" cap="none" strike="noStrike">
                <a:solidFill>
                  <a:schemeClr val="dk1"/>
                </a:solidFill>
                <a:latin typeface="Calibri"/>
                <a:ea typeface="Calibri"/>
                <a:cs typeface="Calibri"/>
                <a:sym typeface="Calibri"/>
              </a:defRPr>
            </a:lvl2pPr>
            <a:lvl3pPr indent="-350519" lvl="2" marL="1371600" marR="0" algn="l">
              <a:lnSpc>
                <a:spcPct val="90000"/>
              </a:lnSpc>
              <a:spcBef>
                <a:spcPts val="667"/>
              </a:spcBef>
              <a:spcAft>
                <a:spcPts val="0"/>
              </a:spcAft>
              <a:buClr>
                <a:schemeClr val="dk1"/>
              </a:buClr>
              <a:buSzPts val="1920"/>
              <a:buFont typeface="Arial"/>
              <a:buChar char="•"/>
              <a:defRPr b="0" i="0" sz="2400" u="none" cap="none" strike="noStrike">
                <a:solidFill>
                  <a:schemeClr val="dk1"/>
                </a:solidFill>
                <a:latin typeface="Calibri"/>
                <a:ea typeface="Calibri"/>
                <a:cs typeface="Calibri"/>
                <a:sym typeface="Calibri"/>
              </a:defRPr>
            </a:lvl3pPr>
            <a:lvl4pPr indent="-336956" lvl="3" marL="1828800" marR="0" algn="l">
              <a:lnSpc>
                <a:spcPct val="90000"/>
              </a:lnSpc>
              <a:spcBef>
                <a:spcPts val="667"/>
              </a:spcBef>
              <a:spcAft>
                <a:spcPts val="0"/>
              </a:spcAft>
              <a:buClr>
                <a:schemeClr val="dk1"/>
              </a:buClr>
              <a:buSzPts val="1706"/>
              <a:buFont typeface="Arial"/>
              <a:buChar char="•"/>
              <a:defRPr b="0" i="0" sz="2133" u="none" cap="none" strike="noStrike">
                <a:solidFill>
                  <a:schemeClr val="dk1"/>
                </a:solidFill>
                <a:latin typeface="Calibri"/>
                <a:ea typeface="Calibri"/>
                <a:cs typeface="Calibri"/>
                <a:sym typeface="Calibri"/>
              </a:defRPr>
            </a:lvl4pPr>
            <a:lvl5pPr indent="-336956" lvl="4" marL="2286000" marR="0" algn="l">
              <a:lnSpc>
                <a:spcPct val="90000"/>
              </a:lnSpc>
              <a:spcBef>
                <a:spcPts val="667"/>
              </a:spcBef>
              <a:spcAft>
                <a:spcPts val="0"/>
              </a:spcAft>
              <a:buClr>
                <a:schemeClr val="dk1"/>
              </a:buClr>
              <a:buSzPts val="1706"/>
              <a:buFont typeface="Arial"/>
              <a:buChar char="•"/>
              <a:defRPr b="0" i="0" sz="2133" u="none" cap="none" strike="noStrike">
                <a:solidFill>
                  <a:schemeClr val="dk1"/>
                </a:solidFill>
                <a:latin typeface="Calibri"/>
                <a:ea typeface="Calibri"/>
                <a:cs typeface="Calibri"/>
                <a:sym typeface="Calibri"/>
              </a:defRPr>
            </a:lvl5pPr>
            <a:lvl6pPr indent="-381000" lvl="5" marL="2743200" marR="0" algn="l">
              <a:lnSpc>
                <a:spcPct val="90000"/>
              </a:lnSpc>
              <a:spcBef>
                <a:spcPts val="667"/>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6pPr>
            <a:lvl7pPr indent="-381000" lvl="6" marL="3200400" marR="0" algn="l">
              <a:lnSpc>
                <a:spcPct val="90000"/>
              </a:lnSpc>
              <a:spcBef>
                <a:spcPts val="667"/>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7pPr>
            <a:lvl8pPr indent="-381000" lvl="7" marL="3657600" marR="0" algn="l">
              <a:lnSpc>
                <a:spcPct val="90000"/>
              </a:lnSpc>
              <a:spcBef>
                <a:spcPts val="667"/>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8pPr>
            <a:lvl9pPr indent="-381000" lvl="8" marL="4114800" marR="0" algn="l">
              <a:lnSpc>
                <a:spcPct val="90000"/>
              </a:lnSpc>
              <a:spcBef>
                <a:spcPts val="667"/>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9pPr>
          </a:lstStyle>
          <a:p/>
        </p:txBody>
      </p:sp>
      <p:sp>
        <p:nvSpPr>
          <p:cNvPr id="13" name="Google Shape;13;p3"/>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lvl1pPr indent="0" lvl="0" marL="0" marR="0" algn="ctr">
              <a:spcBef>
                <a:spcPts val="0"/>
              </a:spcBef>
              <a:buNone/>
              <a:defRPr b="0" i="0" sz="1600" u="none" cap="none" strike="noStrike">
                <a:solidFill>
                  <a:srgbClr val="888888"/>
                </a:solidFill>
                <a:latin typeface="Calibri"/>
                <a:ea typeface="Calibri"/>
                <a:cs typeface="Calibri"/>
                <a:sym typeface="Calibri"/>
              </a:defRPr>
            </a:lvl1pPr>
            <a:lvl2pPr indent="0" lvl="1" marL="0" marR="0" algn="ctr">
              <a:spcBef>
                <a:spcPts val="0"/>
              </a:spcBef>
              <a:buNone/>
              <a:defRPr b="0" i="0" sz="1600" u="none" cap="none" strike="noStrike">
                <a:solidFill>
                  <a:srgbClr val="888888"/>
                </a:solidFill>
                <a:latin typeface="Calibri"/>
                <a:ea typeface="Calibri"/>
                <a:cs typeface="Calibri"/>
                <a:sym typeface="Calibri"/>
              </a:defRPr>
            </a:lvl2pPr>
            <a:lvl3pPr indent="0" lvl="2" marL="0" marR="0" algn="ctr">
              <a:spcBef>
                <a:spcPts val="0"/>
              </a:spcBef>
              <a:buNone/>
              <a:defRPr b="0" i="0" sz="1600" u="none" cap="none" strike="noStrike">
                <a:solidFill>
                  <a:srgbClr val="888888"/>
                </a:solidFill>
                <a:latin typeface="Calibri"/>
                <a:ea typeface="Calibri"/>
                <a:cs typeface="Calibri"/>
                <a:sym typeface="Calibri"/>
              </a:defRPr>
            </a:lvl3pPr>
            <a:lvl4pPr indent="0" lvl="3" marL="0" marR="0" algn="ctr">
              <a:spcBef>
                <a:spcPts val="0"/>
              </a:spcBef>
              <a:buNone/>
              <a:defRPr b="0" i="0" sz="1600" u="none" cap="none" strike="noStrike">
                <a:solidFill>
                  <a:srgbClr val="888888"/>
                </a:solidFill>
                <a:latin typeface="Calibri"/>
                <a:ea typeface="Calibri"/>
                <a:cs typeface="Calibri"/>
                <a:sym typeface="Calibri"/>
              </a:defRPr>
            </a:lvl4pPr>
            <a:lvl5pPr indent="0" lvl="4" marL="0" marR="0" algn="ctr">
              <a:spcBef>
                <a:spcPts val="0"/>
              </a:spcBef>
              <a:buNone/>
              <a:defRPr b="0" i="0" sz="1600" u="none" cap="none" strike="noStrike">
                <a:solidFill>
                  <a:srgbClr val="888888"/>
                </a:solidFill>
                <a:latin typeface="Calibri"/>
                <a:ea typeface="Calibri"/>
                <a:cs typeface="Calibri"/>
                <a:sym typeface="Calibri"/>
              </a:defRPr>
            </a:lvl5pPr>
            <a:lvl6pPr indent="0" lvl="5" marL="0" marR="0" algn="ctr">
              <a:spcBef>
                <a:spcPts val="0"/>
              </a:spcBef>
              <a:buNone/>
              <a:defRPr b="0" i="0" sz="1600" u="none" cap="none" strike="noStrike">
                <a:solidFill>
                  <a:srgbClr val="888888"/>
                </a:solidFill>
                <a:latin typeface="Calibri"/>
                <a:ea typeface="Calibri"/>
                <a:cs typeface="Calibri"/>
                <a:sym typeface="Calibri"/>
              </a:defRPr>
            </a:lvl6pPr>
            <a:lvl7pPr indent="0" lvl="6" marL="0" marR="0" algn="ctr">
              <a:spcBef>
                <a:spcPts val="0"/>
              </a:spcBef>
              <a:buNone/>
              <a:defRPr b="0" i="0" sz="1600" u="none" cap="none" strike="noStrike">
                <a:solidFill>
                  <a:srgbClr val="888888"/>
                </a:solidFill>
                <a:latin typeface="Calibri"/>
                <a:ea typeface="Calibri"/>
                <a:cs typeface="Calibri"/>
                <a:sym typeface="Calibri"/>
              </a:defRPr>
            </a:lvl7pPr>
            <a:lvl8pPr indent="0" lvl="7" marL="0" marR="0" algn="ctr">
              <a:spcBef>
                <a:spcPts val="0"/>
              </a:spcBef>
              <a:buNone/>
              <a:defRPr b="0" i="0" sz="1600" u="none" cap="none" strike="noStrike">
                <a:solidFill>
                  <a:srgbClr val="888888"/>
                </a:solidFill>
                <a:latin typeface="Calibri"/>
                <a:ea typeface="Calibri"/>
                <a:cs typeface="Calibri"/>
                <a:sym typeface="Calibri"/>
              </a:defRPr>
            </a:lvl8pPr>
            <a:lvl9pPr indent="0" lvl="8" marL="0" marR="0" algn="ctr">
              <a:spcBef>
                <a:spcPts val="0"/>
              </a:spcBef>
              <a:buNone/>
              <a:defRPr b="0" i="0" sz="1600" u="none" cap="none" strike="noStrike">
                <a:solidFill>
                  <a:srgbClr val="888888"/>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
        <p:nvSpPr>
          <p:cNvPr id="14" name="Google Shape;14;p3"/>
          <p:cNvSpPr txBox="1"/>
          <p:nvPr/>
        </p:nvSpPr>
        <p:spPr>
          <a:xfrm>
            <a:off x="5174913" y="6591263"/>
            <a:ext cx="7032900" cy="266700"/>
          </a:xfrm>
          <a:prstGeom prst="rect">
            <a:avLst/>
          </a:prstGeom>
          <a:noFill/>
          <a:ln>
            <a:noFill/>
          </a:ln>
        </p:spPr>
        <p:txBody>
          <a:bodyPr anchorCtr="0" anchor="t" bIns="60950" lIns="121900" spcFirstLastPara="1" rIns="121900" wrap="square" tIns="60950">
            <a:spAutoFit/>
          </a:bodyPr>
          <a:lstStyle/>
          <a:p>
            <a:pPr indent="0" lvl="0" marL="0" marR="0" rtl="0" algn="r">
              <a:spcBef>
                <a:spcPts val="0"/>
              </a:spcBef>
              <a:spcAft>
                <a:spcPts val="0"/>
              </a:spcAft>
              <a:buNone/>
            </a:pPr>
            <a:r>
              <a:rPr b="1" i="0" lang="en-US" sz="933" u="none" cap="none" strike="noStrike">
                <a:solidFill>
                  <a:srgbClr val="9B1D23"/>
                </a:solidFill>
                <a:latin typeface="Arial"/>
                <a:ea typeface="Arial"/>
                <a:cs typeface="Arial"/>
                <a:sym typeface="Arial"/>
              </a:rPr>
              <a:t>THIS DOCUMENT IS THE PROPERTY OF BANK OF THE PHILIPPINE ISLANDS.  STRICTLY CONFIDENTIAL.</a:t>
            </a:r>
            <a:endParaRPr/>
          </a:p>
        </p:txBody>
      </p:sp>
      <p:sp>
        <p:nvSpPr>
          <p:cNvPr id="15" name="Google Shape;15;p3"/>
          <p:cNvSpPr txBox="1"/>
          <p:nvPr/>
        </p:nvSpPr>
        <p:spPr>
          <a:xfrm>
            <a:off x="5757863" y="63500"/>
            <a:ext cx="70170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00" u="none" cap="none" strike="noStrike">
                <a:solidFill>
                  <a:srgbClr val="FF0000"/>
                </a:solidFill>
                <a:latin typeface="Arial"/>
                <a:ea typeface="Arial"/>
                <a:cs typeface="Arial"/>
                <a:sym typeface="Arial"/>
              </a:rPr>
              <a:t>Confidential</a:t>
            </a:r>
            <a:endParaRPr/>
          </a:p>
        </p:txBody>
      </p:sp>
      <p:sp>
        <p:nvSpPr>
          <p:cNvPr id="16" name="Google Shape;16;p3"/>
          <p:cNvSpPr txBox="1"/>
          <p:nvPr/>
        </p:nvSpPr>
        <p:spPr>
          <a:xfrm>
            <a:off x="1515237" y="6642100"/>
            <a:ext cx="918690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00" u="none" cap="none" strike="noStrike">
                <a:solidFill>
                  <a:srgbClr val="000000"/>
                </a:solidFill>
                <a:latin typeface="Arial"/>
                <a:ea typeface="Arial"/>
                <a:cs typeface="Arial"/>
                <a:sym typeface="Arial"/>
              </a:rPr>
              <a:t>This document contains confidential data. It is intended solely for  the use of authorized recipient(s). Unauthorized use, disclosure, or reproduction  is strictly prohibited.</a:t>
            </a:r>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4.png"/><Relationship Id="rId4" Type="http://schemas.openxmlformats.org/officeDocument/2006/relationships/image" Target="../media/image2.png"/><Relationship Id="rId5"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1.png"/><Relationship Id="rId4" Type="http://schemas.openxmlformats.org/officeDocument/2006/relationships/image" Target="../media/image2.png"/><Relationship Id="rId5"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1.png"/><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9.png"/><Relationship Id="rId4" Type="http://schemas.openxmlformats.org/officeDocument/2006/relationships/image" Target="../media/image20.png"/><Relationship Id="rId5" Type="http://schemas.openxmlformats.org/officeDocument/2006/relationships/image" Target="../media/image1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8" name="Shape 88"/>
        <p:cNvGrpSpPr/>
        <p:nvPr/>
      </p:nvGrpSpPr>
      <p:grpSpPr>
        <a:xfrm>
          <a:off x="0" y="0"/>
          <a:ext cx="0" cy="0"/>
          <a:chOff x="0" y="0"/>
          <a:chExt cx="0" cy="0"/>
        </a:xfrm>
      </p:grpSpPr>
      <p:sp>
        <p:nvSpPr>
          <p:cNvPr id="89" name="Google Shape;89;p1"/>
          <p:cNvSpPr txBox="1"/>
          <p:nvPr>
            <p:ph type="ctrTitle"/>
          </p:nvPr>
        </p:nvSpPr>
        <p:spPr>
          <a:xfrm>
            <a:off x="3848103" y="983674"/>
            <a:ext cx="6819900" cy="2817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9B1D23"/>
              </a:buClr>
              <a:buSzPts val="5300"/>
              <a:buFont typeface="Arial Black"/>
              <a:buNone/>
            </a:pPr>
            <a:r>
              <a:rPr lang="en-US"/>
              <a:t>Java</a:t>
            </a:r>
            <a:endParaRPr/>
          </a:p>
          <a:p>
            <a:pPr indent="0" lvl="0" marL="0" rtl="0" algn="l">
              <a:lnSpc>
                <a:spcPct val="90000"/>
              </a:lnSpc>
              <a:spcBef>
                <a:spcPts val="0"/>
              </a:spcBef>
              <a:spcAft>
                <a:spcPts val="0"/>
              </a:spcAft>
              <a:buClr>
                <a:srgbClr val="9B1D23"/>
              </a:buClr>
              <a:buSzPts val="5300"/>
              <a:buFont typeface="Arial Black"/>
              <a:buNone/>
            </a:pPr>
            <a:r>
              <a:rPr lang="en-US"/>
              <a:t>Objects and Classes</a:t>
            </a:r>
            <a:endParaRPr/>
          </a:p>
        </p:txBody>
      </p:sp>
      <p:sp>
        <p:nvSpPr>
          <p:cNvPr id="90" name="Google Shape;90;p1"/>
          <p:cNvSpPr txBox="1"/>
          <p:nvPr>
            <p:ph idx="1" type="subTitle"/>
          </p:nvPr>
        </p:nvSpPr>
        <p:spPr>
          <a:xfrm>
            <a:off x="3848103" y="3892984"/>
            <a:ext cx="6819900" cy="165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440"/>
              <a:buNone/>
            </a:pPr>
            <a:r>
              <a:rPr i="1" lang="en-US" sz="1800"/>
              <a:t>A BPI Training Program</a:t>
            </a:r>
            <a:endParaRPr/>
          </a:p>
        </p:txBody>
      </p:sp>
      <p:sp>
        <p:nvSpPr>
          <p:cNvPr id="91" name="Google Shape;91;p1"/>
          <p:cNvSpPr txBox="1"/>
          <p:nvPr>
            <p:ph idx="12" type="sldNum"/>
          </p:nvPr>
        </p:nvSpPr>
        <p:spPr>
          <a:xfrm>
            <a:off x="0" y="6455664"/>
            <a:ext cx="1016100" cy="4023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g39a1362b7ee_0_87"/>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Objects and Classes</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t/>
            </a:r>
            <a:endParaRPr sz="1200">
              <a:latin typeface="IBM Plex Sans"/>
              <a:ea typeface="IBM Plex Sans"/>
              <a:cs typeface="IBM Plex Sans"/>
              <a:sym typeface="IBM Plex Sans"/>
            </a:endParaRPr>
          </a:p>
        </p:txBody>
      </p:sp>
      <p:cxnSp>
        <p:nvCxnSpPr>
          <p:cNvPr id="98" name="Google Shape;98;g39a1362b7ee_0_87"/>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99" name="Google Shape;99;g39a1362b7ee_0_87"/>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rgbClr val="9B1D23"/>
              </a:buClr>
              <a:buSzPct val="124209"/>
              <a:buFont typeface="Arial Black"/>
              <a:buNone/>
            </a:pPr>
            <a:r>
              <a:rPr lang="en-US"/>
              <a:t>About Me</a:t>
            </a:r>
            <a:endParaRPr/>
          </a:p>
        </p:txBody>
      </p:sp>
      <p:sp>
        <p:nvSpPr>
          <p:cNvPr id="100" name="Google Shape;100;g39a1362b7ee_0_87"/>
          <p:cNvSpPr txBox="1"/>
          <p:nvPr/>
        </p:nvSpPr>
        <p:spPr>
          <a:xfrm>
            <a:off x="595975" y="1764525"/>
            <a:ext cx="10150500" cy="2724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US" sz="3000">
                <a:solidFill>
                  <a:schemeClr val="dk1"/>
                </a:solidFill>
                <a:latin typeface="Lexend"/>
                <a:ea typeface="Lexend"/>
                <a:cs typeface="Lexend"/>
                <a:sym typeface="Lexend"/>
              </a:rPr>
              <a:t>James Paolo W. Menguito</a:t>
            </a:r>
            <a:endParaRPr b="1" sz="3000">
              <a:solidFill>
                <a:schemeClr val="dk1"/>
              </a:solidFill>
              <a:latin typeface="Lexend"/>
              <a:ea typeface="Lexend"/>
              <a:cs typeface="Lexend"/>
              <a:sym typeface="Lexend"/>
            </a:endParaRPr>
          </a:p>
          <a:p>
            <a:pPr indent="0" lvl="0" marL="0" rtl="0" algn="l">
              <a:lnSpc>
                <a:spcPct val="150000"/>
              </a:lnSpc>
              <a:spcBef>
                <a:spcPts val="0"/>
              </a:spcBef>
              <a:spcAft>
                <a:spcPts val="0"/>
              </a:spcAft>
              <a:buNone/>
            </a:pPr>
            <a:r>
              <a:rPr b="1" lang="en-US" sz="3000">
                <a:solidFill>
                  <a:schemeClr val="dk1"/>
                </a:solidFill>
                <a:latin typeface="Lexend"/>
                <a:ea typeface="Lexend"/>
                <a:cs typeface="Lexend"/>
                <a:sym typeface="Lexend"/>
              </a:rPr>
              <a:t>Software Engineer - 7YRS</a:t>
            </a:r>
            <a:endParaRPr b="1" sz="3000">
              <a:solidFill>
                <a:schemeClr val="dk1"/>
              </a:solidFill>
              <a:latin typeface="Lexend"/>
              <a:ea typeface="Lexend"/>
              <a:cs typeface="Lexend"/>
              <a:sym typeface="Lexend"/>
            </a:endParaRPr>
          </a:p>
          <a:p>
            <a:pPr indent="0" lvl="0" marL="0" rtl="0" algn="l">
              <a:lnSpc>
                <a:spcPct val="150000"/>
              </a:lnSpc>
              <a:spcBef>
                <a:spcPts val="0"/>
              </a:spcBef>
              <a:spcAft>
                <a:spcPts val="0"/>
              </a:spcAft>
              <a:buNone/>
            </a:pPr>
            <a:r>
              <a:rPr b="1" lang="en-US" sz="3000">
                <a:solidFill>
                  <a:schemeClr val="dk1"/>
                </a:solidFill>
                <a:latin typeface="Lexend"/>
                <a:ea typeface="Lexend"/>
                <a:cs typeface="Lexend"/>
                <a:sym typeface="Lexend"/>
              </a:rPr>
              <a:t>Exist Software Labs, Inc.</a:t>
            </a:r>
            <a:endParaRPr b="1" sz="3000">
              <a:solidFill>
                <a:schemeClr val="dk1"/>
              </a:solidFill>
              <a:latin typeface="Lexend"/>
              <a:ea typeface="Lexend"/>
              <a:cs typeface="Lexend"/>
              <a:sym typeface="Lexend"/>
            </a:endParaRPr>
          </a:p>
          <a:p>
            <a:pPr indent="0" lvl="0" marL="0" rtl="0" algn="l">
              <a:lnSpc>
                <a:spcPct val="150000"/>
              </a:lnSpc>
              <a:spcBef>
                <a:spcPts val="0"/>
              </a:spcBef>
              <a:spcAft>
                <a:spcPts val="0"/>
              </a:spcAft>
              <a:buNone/>
            </a:pPr>
            <a:r>
              <a:rPr b="1" lang="en-US" sz="3000">
                <a:solidFill>
                  <a:schemeClr val="dk1"/>
                </a:solidFill>
                <a:latin typeface="Lexend"/>
                <a:ea typeface="Lexend"/>
                <a:cs typeface="Lexend"/>
                <a:sym typeface="Lexend"/>
              </a:rPr>
              <a:t>Caishen - 3YRS</a:t>
            </a:r>
            <a:endParaRPr b="1" sz="3000">
              <a:solidFill>
                <a:schemeClr val="dk1"/>
              </a:solidFill>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g3a9fedc5533_0_0"/>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Objects and Classes</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t/>
            </a:r>
            <a:endParaRPr sz="1200">
              <a:latin typeface="IBM Plex Sans"/>
              <a:ea typeface="IBM Plex Sans"/>
              <a:cs typeface="IBM Plex Sans"/>
              <a:sym typeface="IBM Plex Sans"/>
            </a:endParaRPr>
          </a:p>
        </p:txBody>
      </p:sp>
      <p:cxnSp>
        <p:nvCxnSpPr>
          <p:cNvPr id="107" name="Google Shape;107;g3a9fedc5533_0_0"/>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108" name="Google Shape;108;g3a9fedc5533_0_0"/>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rgbClr val="9B1D23"/>
              </a:buClr>
              <a:buSzPct val="124209"/>
              <a:buFont typeface="Arial Black"/>
              <a:buNone/>
            </a:pPr>
            <a:r>
              <a:rPr lang="en-US"/>
              <a:t>What You’ll Learn</a:t>
            </a:r>
            <a:endParaRPr/>
          </a:p>
        </p:txBody>
      </p:sp>
      <p:sp>
        <p:nvSpPr>
          <p:cNvPr id="109" name="Google Shape;109;g3a9fedc5533_0_0"/>
          <p:cNvSpPr txBox="1"/>
          <p:nvPr/>
        </p:nvSpPr>
        <p:spPr>
          <a:xfrm>
            <a:off x="595975" y="1764525"/>
            <a:ext cx="10150500" cy="2031900"/>
          </a:xfrm>
          <a:prstGeom prst="rect">
            <a:avLst/>
          </a:prstGeom>
          <a:noFill/>
          <a:ln>
            <a:noFill/>
          </a:ln>
        </p:spPr>
        <p:txBody>
          <a:bodyPr anchorCtr="0" anchor="t" bIns="91425" lIns="91425" spcFirstLastPara="1" rIns="91425" wrap="square" tIns="91425">
            <a:spAutoFit/>
          </a:bodyPr>
          <a:lstStyle/>
          <a:p>
            <a:pPr indent="-419100" lvl="0" marL="457200" rtl="0" algn="l">
              <a:lnSpc>
                <a:spcPct val="150000"/>
              </a:lnSpc>
              <a:spcBef>
                <a:spcPts val="0"/>
              </a:spcBef>
              <a:spcAft>
                <a:spcPts val="0"/>
              </a:spcAft>
              <a:buClr>
                <a:schemeClr val="dk1"/>
              </a:buClr>
              <a:buSzPts val="3000"/>
              <a:buFont typeface="Lexend"/>
              <a:buAutoNum type="arabicPeriod"/>
            </a:pPr>
            <a:r>
              <a:rPr b="1" lang="en-US" sz="3000">
                <a:solidFill>
                  <a:schemeClr val="dk1"/>
                </a:solidFill>
                <a:latin typeface="Lexend"/>
                <a:ea typeface="Lexend"/>
                <a:cs typeface="Lexend"/>
                <a:sym typeface="Lexend"/>
              </a:rPr>
              <a:t>Objects and Classes</a:t>
            </a:r>
            <a:endParaRPr b="1" sz="3000">
              <a:solidFill>
                <a:schemeClr val="dk1"/>
              </a:solidFill>
              <a:latin typeface="Lexend"/>
              <a:ea typeface="Lexend"/>
              <a:cs typeface="Lexend"/>
              <a:sym typeface="Lexend"/>
            </a:endParaRPr>
          </a:p>
          <a:p>
            <a:pPr indent="-419100" lvl="0" marL="457200" rtl="0" algn="l">
              <a:lnSpc>
                <a:spcPct val="150000"/>
              </a:lnSpc>
              <a:spcBef>
                <a:spcPts val="0"/>
              </a:spcBef>
              <a:spcAft>
                <a:spcPts val="0"/>
              </a:spcAft>
              <a:buClr>
                <a:schemeClr val="dk1"/>
              </a:buClr>
              <a:buSzPts val="3000"/>
              <a:buFont typeface="Lexend"/>
              <a:buAutoNum type="arabicPeriod"/>
            </a:pPr>
            <a:r>
              <a:rPr b="1" lang="en-US" sz="3000">
                <a:solidFill>
                  <a:schemeClr val="dk1"/>
                </a:solidFill>
                <a:latin typeface="Lexend"/>
                <a:ea typeface="Lexend"/>
                <a:cs typeface="Lexend"/>
                <a:sym typeface="Lexend"/>
              </a:rPr>
              <a:t>Object-Oriented Programming</a:t>
            </a:r>
            <a:endParaRPr b="1" sz="3000">
              <a:solidFill>
                <a:schemeClr val="dk1"/>
              </a:solidFill>
              <a:latin typeface="Lexend"/>
              <a:ea typeface="Lexend"/>
              <a:cs typeface="Lexend"/>
              <a:sym typeface="Lexend"/>
            </a:endParaRPr>
          </a:p>
          <a:p>
            <a:pPr indent="-419100" lvl="0" marL="457200" rtl="0" algn="l">
              <a:lnSpc>
                <a:spcPct val="150000"/>
              </a:lnSpc>
              <a:spcBef>
                <a:spcPts val="0"/>
              </a:spcBef>
              <a:spcAft>
                <a:spcPts val="0"/>
              </a:spcAft>
              <a:buClr>
                <a:schemeClr val="dk1"/>
              </a:buClr>
              <a:buSzPts val="3000"/>
              <a:buFont typeface="Lexend"/>
              <a:buAutoNum type="arabicPeriod"/>
            </a:pPr>
            <a:r>
              <a:rPr b="1" lang="en-US" sz="3000">
                <a:solidFill>
                  <a:schemeClr val="dk1"/>
                </a:solidFill>
                <a:latin typeface="Lexend"/>
                <a:ea typeface="Lexend"/>
                <a:cs typeface="Lexend"/>
                <a:sym typeface="Lexend"/>
              </a:rPr>
              <a:t>Advanced Java</a:t>
            </a:r>
            <a:endParaRPr b="1" sz="3000">
              <a:solidFill>
                <a:schemeClr val="dk1"/>
              </a:solidFill>
              <a:latin typeface="Lexend"/>
              <a:ea typeface="Lexend"/>
              <a:cs typeface="Lexend"/>
              <a:sym typeface="Lexen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g3a9b609c97c_0_0"/>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Objects and Classes</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t/>
            </a:r>
            <a:endParaRPr sz="1200">
              <a:latin typeface="IBM Plex Sans"/>
              <a:ea typeface="IBM Plex Sans"/>
              <a:cs typeface="IBM Plex Sans"/>
              <a:sym typeface="IBM Plex Sans"/>
            </a:endParaRPr>
          </a:p>
        </p:txBody>
      </p:sp>
      <p:cxnSp>
        <p:nvCxnSpPr>
          <p:cNvPr id="116" name="Google Shape;116;g3a9b609c97c_0_0"/>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117" name="Google Shape;117;g3a9b609c97c_0_0"/>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rgbClr val="9B1D23"/>
              </a:buClr>
              <a:buSzPct val="124209"/>
              <a:buFont typeface="Arial Black"/>
              <a:buNone/>
            </a:pPr>
            <a:r>
              <a:rPr lang="en-US"/>
              <a:t>What we’ll cover today</a:t>
            </a:r>
            <a:endParaRPr/>
          </a:p>
        </p:txBody>
      </p:sp>
      <p:sp>
        <p:nvSpPr>
          <p:cNvPr id="118" name="Google Shape;118;g3a9b609c97c_0_0"/>
          <p:cNvSpPr txBox="1"/>
          <p:nvPr/>
        </p:nvSpPr>
        <p:spPr>
          <a:xfrm>
            <a:off x="595975" y="1764525"/>
            <a:ext cx="10150500" cy="3417000"/>
          </a:xfrm>
          <a:prstGeom prst="rect">
            <a:avLst/>
          </a:prstGeom>
          <a:noFill/>
          <a:ln>
            <a:noFill/>
          </a:ln>
        </p:spPr>
        <p:txBody>
          <a:bodyPr anchorCtr="0" anchor="t" bIns="91425" lIns="91425" spcFirstLastPara="1" rIns="91425" wrap="square" tIns="91425">
            <a:spAutoFit/>
          </a:bodyPr>
          <a:lstStyle/>
          <a:p>
            <a:pPr indent="-419100" lvl="0" marL="457200" rtl="0" algn="l">
              <a:lnSpc>
                <a:spcPct val="150000"/>
              </a:lnSpc>
              <a:spcBef>
                <a:spcPts val="0"/>
              </a:spcBef>
              <a:spcAft>
                <a:spcPts val="0"/>
              </a:spcAft>
              <a:buClr>
                <a:schemeClr val="dk1"/>
              </a:buClr>
              <a:buSzPts val="3000"/>
              <a:buFont typeface="Lexend"/>
              <a:buAutoNum type="arabicPeriod"/>
            </a:pPr>
            <a:r>
              <a:rPr b="1" lang="en-US" sz="3000">
                <a:solidFill>
                  <a:schemeClr val="dk1"/>
                </a:solidFill>
                <a:latin typeface="Lexend"/>
                <a:ea typeface="Lexend"/>
                <a:cs typeface="Lexend"/>
                <a:sym typeface="Lexend"/>
              </a:rPr>
              <a:t>Objects</a:t>
            </a:r>
            <a:endParaRPr b="1" sz="3000">
              <a:solidFill>
                <a:schemeClr val="dk1"/>
              </a:solidFill>
              <a:latin typeface="Lexend"/>
              <a:ea typeface="Lexend"/>
              <a:cs typeface="Lexend"/>
              <a:sym typeface="Lexend"/>
            </a:endParaRPr>
          </a:p>
          <a:p>
            <a:pPr indent="-419100" lvl="0" marL="457200" rtl="0" algn="l">
              <a:lnSpc>
                <a:spcPct val="150000"/>
              </a:lnSpc>
              <a:spcBef>
                <a:spcPts val="0"/>
              </a:spcBef>
              <a:spcAft>
                <a:spcPts val="0"/>
              </a:spcAft>
              <a:buClr>
                <a:schemeClr val="dk1"/>
              </a:buClr>
              <a:buSzPts val="3000"/>
              <a:buFont typeface="Lexend"/>
              <a:buAutoNum type="arabicPeriod"/>
            </a:pPr>
            <a:r>
              <a:rPr b="1" lang="en-US" sz="3000">
                <a:solidFill>
                  <a:schemeClr val="dk1"/>
                </a:solidFill>
                <a:latin typeface="Lexend"/>
                <a:ea typeface="Lexend"/>
                <a:cs typeface="Lexend"/>
                <a:sym typeface="Lexend"/>
              </a:rPr>
              <a:t>Classes</a:t>
            </a:r>
            <a:endParaRPr b="1" sz="3000">
              <a:solidFill>
                <a:schemeClr val="dk1"/>
              </a:solidFill>
              <a:latin typeface="Lexend"/>
              <a:ea typeface="Lexend"/>
              <a:cs typeface="Lexend"/>
              <a:sym typeface="Lexend"/>
            </a:endParaRPr>
          </a:p>
          <a:p>
            <a:pPr indent="-419100" lvl="0" marL="457200" rtl="0" algn="l">
              <a:lnSpc>
                <a:spcPct val="150000"/>
              </a:lnSpc>
              <a:spcBef>
                <a:spcPts val="0"/>
              </a:spcBef>
              <a:spcAft>
                <a:spcPts val="0"/>
              </a:spcAft>
              <a:buClr>
                <a:schemeClr val="dk1"/>
              </a:buClr>
              <a:buSzPts val="3000"/>
              <a:buFont typeface="Lexend"/>
              <a:buAutoNum type="arabicPeriod"/>
            </a:pPr>
            <a:r>
              <a:rPr b="1" lang="en-US" sz="3000">
                <a:solidFill>
                  <a:schemeClr val="dk1"/>
                </a:solidFill>
                <a:latin typeface="Lexend"/>
                <a:ea typeface="Lexend"/>
                <a:cs typeface="Lexend"/>
                <a:sym typeface="Lexend"/>
              </a:rPr>
              <a:t>Variables</a:t>
            </a:r>
            <a:endParaRPr b="1" sz="3000">
              <a:solidFill>
                <a:schemeClr val="dk1"/>
              </a:solidFill>
              <a:latin typeface="Lexend"/>
              <a:ea typeface="Lexend"/>
              <a:cs typeface="Lexend"/>
              <a:sym typeface="Lexend"/>
            </a:endParaRPr>
          </a:p>
          <a:p>
            <a:pPr indent="-419100" lvl="0" marL="457200" rtl="0" algn="l">
              <a:lnSpc>
                <a:spcPct val="150000"/>
              </a:lnSpc>
              <a:spcBef>
                <a:spcPts val="0"/>
              </a:spcBef>
              <a:spcAft>
                <a:spcPts val="0"/>
              </a:spcAft>
              <a:buClr>
                <a:schemeClr val="dk1"/>
              </a:buClr>
              <a:buSzPts val="3000"/>
              <a:buFont typeface="Lexend"/>
              <a:buAutoNum type="arabicPeriod"/>
            </a:pPr>
            <a:r>
              <a:rPr b="1" lang="en-US" sz="3000">
                <a:solidFill>
                  <a:schemeClr val="dk1"/>
                </a:solidFill>
                <a:latin typeface="Lexend"/>
                <a:ea typeface="Lexend"/>
                <a:cs typeface="Lexend"/>
                <a:sym typeface="Lexend"/>
              </a:rPr>
              <a:t>Constructors</a:t>
            </a:r>
            <a:endParaRPr b="1" sz="3000">
              <a:solidFill>
                <a:schemeClr val="dk1"/>
              </a:solidFill>
              <a:latin typeface="Lexend"/>
              <a:ea typeface="Lexend"/>
              <a:cs typeface="Lexend"/>
              <a:sym typeface="Lexend"/>
            </a:endParaRPr>
          </a:p>
          <a:p>
            <a:pPr indent="-419100" lvl="0" marL="457200" rtl="0" algn="l">
              <a:lnSpc>
                <a:spcPct val="150000"/>
              </a:lnSpc>
              <a:spcBef>
                <a:spcPts val="0"/>
              </a:spcBef>
              <a:spcAft>
                <a:spcPts val="0"/>
              </a:spcAft>
              <a:buClr>
                <a:schemeClr val="dk1"/>
              </a:buClr>
              <a:buSzPts val="3000"/>
              <a:buFont typeface="Lexend"/>
              <a:buAutoNum type="arabicPeriod"/>
            </a:pPr>
            <a:r>
              <a:rPr b="1" lang="en-US" sz="3000">
                <a:solidFill>
                  <a:schemeClr val="dk1"/>
                </a:solidFill>
                <a:latin typeface="Lexend"/>
                <a:ea typeface="Lexend"/>
                <a:cs typeface="Lexend"/>
                <a:sym typeface="Lexend"/>
              </a:rPr>
              <a:t>Methods</a:t>
            </a:r>
            <a:endParaRPr sz="3000">
              <a:solidFill>
                <a:schemeClr val="dk1"/>
              </a:solidFill>
              <a:latin typeface="Lexend"/>
              <a:ea typeface="Lexend"/>
              <a:cs typeface="Lexend"/>
              <a:sym typeface="Lexen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g39a1362b7ee_0_20"/>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Objects and Classes</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t/>
            </a:r>
            <a:endParaRPr sz="1200">
              <a:latin typeface="IBM Plex Sans"/>
              <a:ea typeface="IBM Plex Sans"/>
              <a:cs typeface="IBM Plex Sans"/>
              <a:sym typeface="IBM Plex Sans"/>
            </a:endParaRPr>
          </a:p>
        </p:txBody>
      </p:sp>
      <p:cxnSp>
        <p:nvCxnSpPr>
          <p:cNvPr id="125" name="Google Shape;125;g39a1362b7ee_0_20"/>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126" name="Google Shape;126;g39a1362b7ee_0_20"/>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rgbClr val="9B1D23"/>
              </a:buClr>
              <a:buSzPct val="124209"/>
              <a:buFont typeface="Arial Black"/>
              <a:buNone/>
            </a:pPr>
            <a:r>
              <a:rPr lang="en-US"/>
              <a:t>OBJECT</a:t>
            </a:r>
            <a:endParaRPr/>
          </a:p>
        </p:txBody>
      </p:sp>
      <p:sp>
        <p:nvSpPr>
          <p:cNvPr id="127" name="Google Shape;127;g39a1362b7ee_0_20"/>
          <p:cNvSpPr txBox="1"/>
          <p:nvPr/>
        </p:nvSpPr>
        <p:spPr>
          <a:xfrm>
            <a:off x="517400" y="1764525"/>
            <a:ext cx="10150500" cy="4363800"/>
          </a:xfrm>
          <a:prstGeom prst="rect">
            <a:avLst/>
          </a:prstGeom>
          <a:noFill/>
          <a:ln>
            <a:noFill/>
          </a:ln>
        </p:spPr>
        <p:txBody>
          <a:bodyPr anchorCtr="0" anchor="t" bIns="91425" lIns="91425" spcFirstLastPara="1" rIns="91425" wrap="square" tIns="91425">
            <a:spAutoFit/>
          </a:bodyPr>
          <a:lstStyle/>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represents real-world entities, data, or concepts in your program</a:t>
            </a:r>
            <a:endParaRPr sz="3000">
              <a:solidFill>
                <a:schemeClr val="dk1"/>
              </a:solidFill>
              <a:latin typeface="Lexend"/>
              <a:ea typeface="Lexend"/>
              <a:cs typeface="Lexend"/>
              <a:sym typeface="Lexend"/>
            </a:endParaRPr>
          </a:p>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an instance of a class and encapsulates both data and behaviors</a:t>
            </a:r>
            <a:endParaRPr sz="3000">
              <a:solidFill>
                <a:schemeClr val="dk1"/>
              </a:solidFill>
              <a:latin typeface="Lexend"/>
              <a:ea typeface="Lexend"/>
              <a:cs typeface="Lexend"/>
              <a:sym typeface="Lexend"/>
            </a:endParaRPr>
          </a:p>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core of the OOP paradigm</a:t>
            </a:r>
            <a:endParaRPr sz="3000">
              <a:solidFill>
                <a:schemeClr val="dk1"/>
              </a:solidFill>
              <a:latin typeface="Lexend"/>
              <a:ea typeface="Lexend"/>
              <a:cs typeface="Lexend"/>
              <a:sym typeface="Lexend"/>
            </a:endParaRPr>
          </a:p>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Example: a class Person and an instance of a Person is me (or you)</a:t>
            </a:r>
            <a:endParaRPr sz="3000">
              <a:solidFill>
                <a:schemeClr val="dk1"/>
              </a:solidFill>
              <a:latin typeface="Lexend"/>
              <a:ea typeface="Lexend"/>
              <a:cs typeface="Lexend"/>
              <a:sym typeface="Lexend"/>
            </a:endParaRPr>
          </a:p>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 Explain “instance”</a:t>
            </a:r>
            <a:endParaRPr sz="3000">
              <a:solidFill>
                <a:schemeClr val="dk1"/>
              </a:solidFill>
              <a:latin typeface="Lexend"/>
              <a:ea typeface="Lexend"/>
              <a:cs typeface="Lexend"/>
              <a:sym typeface="Lexen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g39a1362b7ee_0_95"/>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Objects and Classes</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t/>
            </a:r>
            <a:endParaRPr sz="1200">
              <a:latin typeface="IBM Plex Sans"/>
              <a:ea typeface="IBM Plex Sans"/>
              <a:cs typeface="IBM Plex Sans"/>
              <a:sym typeface="IBM Plex Sans"/>
            </a:endParaRPr>
          </a:p>
        </p:txBody>
      </p:sp>
      <p:cxnSp>
        <p:nvCxnSpPr>
          <p:cNvPr id="134" name="Google Shape;134;g39a1362b7ee_0_95"/>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135" name="Google Shape;135;g39a1362b7ee_0_95"/>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rgbClr val="9B1D23"/>
              </a:buClr>
              <a:buSzPct val="124209"/>
              <a:buFont typeface="Arial Black"/>
              <a:buNone/>
            </a:pPr>
            <a:r>
              <a:rPr lang="en-US"/>
              <a:t>OBJECT - Key Details</a:t>
            </a:r>
            <a:endParaRPr/>
          </a:p>
        </p:txBody>
      </p:sp>
      <p:sp>
        <p:nvSpPr>
          <p:cNvPr id="136" name="Google Shape;136;g39a1362b7ee_0_95"/>
          <p:cNvSpPr txBox="1"/>
          <p:nvPr/>
        </p:nvSpPr>
        <p:spPr>
          <a:xfrm>
            <a:off x="517400" y="1764525"/>
            <a:ext cx="10150500" cy="4363800"/>
          </a:xfrm>
          <a:prstGeom prst="rect">
            <a:avLst/>
          </a:prstGeom>
          <a:noFill/>
          <a:ln>
            <a:noFill/>
          </a:ln>
        </p:spPr>
        <p:txBody>
          <a:bodyPr anchorCtr="0" anchor="t" bIns="91425" lIns="91425" spcFirstLastPara="1" rIns="91425" wrap="square" tIns="91425">
            <a:spAutoFit/>
          </a:bodyPr>
          <a:lstStyle/>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objects are created based on class definition</a:t>
            </a:r>
            <a:endParaRPr sz="3000">
              <a:solidFill>
                <a:schemeClr val="dk1"/>
              </a:solidFill>
              <a:latin typeface="Lexend"/>
              <a:ea typeface="Lexend"/>
              <a:cs typeface="Lexend"/>
              <a:sym typeface="Lexend"/>
            </a:endParaRPr>
          </a:p>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each object has the same structure of a class but can have different data</a:t>
            </a:r>
            <a:endParaRPr sz="3000">
              <a:solidFill>
                <a:schemeClr val="dk1"/>
              </a:solidFill>
              <a:latin typeface="Lexend"/>
              <a:ea typeface="Lexend"/>
              <a:cs typeface="Lexend"/>
              <a:sym typeface="Lexend"/>
            </a:endParaRPr>
          </a:p>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the data pertains to the attributes/fields defined by the class, these represent the state of the object.</a:t>
            </a:r>
            <a:endParaRPr sz="3000">
              <a:solidFill>
                <a:schemeClr val="dk1"/>
              </a:solidFill>
              <a:latin typeface="Lexend"/>
              <a:ea typeface="Lexend"/>
              <a:cs typeface="Lexend"/>
              <a:sym typeface="Lexend"/>
            </a:endParaRPr>
          </a:p>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methods are functions or behaviors the object can perform or the actions an object can take.</a:t>
            </a:r>
            <a:endParaRPr sz="3000">
              <a:solidFill>
                <a:schemeClr val="dk1"/>
              </a:solidFill>
              <a:latin typeface="Lexend"/>
              <a:ea typeface="Lexend"/>
              <a:cs typeface="Lexend"/>
              <a:sym typeface="Lexen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g3a9b609c97c_0_8"/>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Objects and Classes</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t/>
            </a:r>
            <a:endParaRPr sz="1200">
              <a:latin typeface="IBM Plex Sans"/>
              <a:ea typeface="IBM Plex Sans"/>
              <a:cs typeface="IBM Plex Sans"/>
              <a:sym typeface="IBM Plex Sans"/>
            </a:endParaRPr>
          </a:p>
        </p:txBody>
      </p:sp>
      <p:cxnSp>
        <p:nvCxnSpPr>
          <p:cNvPr id="143" name="Google Shape;143;g3a9b609c97c_0_8"/>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144" name="Google Shape;144;g3a9b609c97c_0_8"/>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rgbClr val="9B1D23"/>
              </a:buClr>
              <a:buSzPct val="124209"/>
              <a:buFont typeface="Arial Black"/>
              <a:buNone/>
            </a:pPr>
            <a:r>
              <a:rPr lang="en-US"/>
              <a:t>Creating an Object</a:t>
            </a:r>
            <a:endParaRPr/>
          </a:p>
        </p:txBody>
      </p:sp>
      <p:sp>
        <p:nvSpPr>
          <p:cNvPr id="145" name="Google Shape;145;g3a9b609c97c_0_8"/>
          <p:cNvSpPr txBox="1"/>
          <p:nvPr/>
        </p:nvSpPr>
        <p:spPr>
          <a:xfrm>
            <a:off x="517400" y="1764525"/>
            <a:ext cx="10150500" cy="646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3000">
              <a:solidFill>
                <a:schemeClr val="dk1"/>
              </a:solidFill>
              <a:latin typeface="Lexend"/>
              <a:ea typeface="Lexend"/>
              <a:cs typeface="Lexend"/>
              <a:sym typeface="Lexend"/>
            </a:endParaRPr>
          </a:p>
        </p:txBody>
      </p:sp>
      <p:pic>
        <p:nvPicPr>
          <p:cNvPr id="146" name="Google Shape;146;g3a9b609c97c_0_8"/>
          <p:cNvPicPr preferRelativeResize="0"/>
          <p:nvPr/>
        </p:nvPicPr>
        <p:blipFill>
          <a:blip r:embed="rId3">
            <a:alphaModFix/>
          </a:blip>
          <a:stretch>
            <a:fillRect/>
          </a:stretch>
        </p:blipFill>
        <p:spPr>
          <a:xfrm>
            <a:off x="517400" y="2310250"/>
            <a:ext cx="10861675" cy="19464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g39a1362b7ee_0_103"/>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Objects and Classes</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t/>
            </a:r>
            <a:endParaRPr sz="1200">
              <a:latin typeface="IBM Plex Sans"/>
              <a:ea typeface="IBM Plex Sans"/>
              <a:cs typeface="IBM Plex Sans"/>
              <a:sym typeface="IBM Plex Sans"/>
            </a:endParaRPr>
          </a:p>
        </p:txBody>
      </p:sp>
      <p:cxnSp>
        <p:nvCxnSpPr>
          <p:cNvPr id="153" name="Google Shape;153;g39a1362b7ee_0_103"/>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154" name="Google Shape;154;g39a1362b7ee_0_103"/>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rgbClr val="9B1D23"/>
              </a:buClr>
              <a:buSzPct val="124209"/>
              <a:buFont typeface="Arial Black"/>
              <a:buNone/>
            </a:pPr>
            <a:r>
              <a:rPr lang="en-US"/>
              <a:t>CLASSES</a:t>
            </a:r>
            <a:endParaRPr/>
          </a:p>
        </p:txBody>
      </p:sp>
      <p:sp>
        <p:nvSpPr>
          <p:cNvPr id="155" name="Google Shape;155;g39a1362b7ee_0_103"/>
          <p:cNvSpPr txBox="1"/>
          <p:nvPr/>
        </p:nvSpPr>
        <p:spPr>
          <a:xfrm>
            <a:off x="517400" y="1764525"/>
            <a:ext cx="10150500" cy="3301500"/>
          </a:xfrm>
          <a:prstGeom prst="rect">
            <a:avLst/>
          </a:prstGeom>
          <a:noFill/>
          <a:ln>
            <a:noFill/>
          </a:ln>
        </p:spPr>
        <p:txBody>
          <a:bodyPr anchorCtr="0" anchor="t" bIns="91425" lIns="91425" spcFirstLastPara="1" rIns="91425" wrap="square" tIns="91425">
            <a:spAutoFit/>
          </a:bodyPr>
          <a:lstStyle/>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serves as a blueprint or a template for creating objects</a:t>
            </a:r>
            <a:endParaRPr sz="3000">
              <a:solidFill>
                <a:schemeClr val="dk1"/>
              </a:solidFill>
              <a:latin typeface="Lexend"/>
              <a:ea typeface="Lexend"/>
              <a:cs typeface="Lexend"/>
              <a:sym typeface="Lexend"/>
            </a:endParaRPr>
          </a:p>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defines structure and behavior</a:t>
            </a:r>
            <a:endParaRPr sz="3000">
              <a:solidFill>
                <a:schemeClr val="dk1"/>
              </a:solidFill>
              <a:latin typeface="Lexend"/>
              <a:ea typeface="Lexend"/>
              <a:cs typeface="Lexend"/>
              <a:sym typeface="Lexend"/>
            </a:endParaRPr>
          </a:p>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class name is written using PascalCase</a:t>
            </a:r>
            <a:endParaRPr sz="3000">
              <a:solidFill>
                <a:schemeClr val="dk1"/>
              </a:solidFill>
              <a:latin typeface="Lexend"/>
              <a:ea typeface="Lexend"/>
              <a:cs typeface="Lexend"/>
              <a:sym typeface="Lexend"/>
            </a:endParaRPr>
          </a:p>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Example: define what a class Person has (name, age, weight, height, move(), speak() )</a:t>
            </a:r>
            <a:endParaRPr sz="3000">
              <a:solidFill>
                <a:schemeClr val="dk1"/>
              </a:solidFill>
              <a:latin typeface="Lexend"/>
              <a:ea typeface="Lexend"/>
              <a:cs typeface="Lexend"/>
              <a:sym typeface="Lexen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g39a1362b7ee_9_40"/>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Objects and Classes</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t/>
            </a:r>
            <a:endParaRPr sz="1200">
              <a:latin typeface="IBM Plex Sans"/>
              <a:ea typeface="IBM Plex Sans"/>
              <a:cs typeface="IBM Plex Sans"/>
              <a:sym typeface="IBM Plex Sans"/>
            </a:endParaRPr>
          </a:p>
        </p:txBody>
      </p:sp>
      <p:cxnSp>
        <p:nvCxnSpPr>
          <p:cNvPr id="162" name="Google Shape;162;g39a1362b7ee_9_40"/>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163" name="Google Shape;163;g39a1362b7ee_9_40"/>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rgbClr val="9B1D23"/>
              </a:buClr>
              <a:buSzPct val="124209"/>
              <a:buFont typeface="Arial Black"/>
              <a:buNone/>
            </a:pPr>
            <a:r>
              <a:rPr lang="en-US"/>
              <a:t>Defining a Class</a:t>
            </a:r>
            <a:endParaRPr/>
          </a:p>
          <a:p>
            <a:pPr indent="0" lvl="0" marL="0" rtl="0" algn="l">
              <a:lnSpc>
                <a:spcPct val="90000"/>
              </a:lnSpc>
              <a:spcBef>
                <a:spcPts val="0"/>
              </a:spcBef>
              <a:spcAft>
                <a:spcPts val="0"/>
              </a:spcAft>
              <a:buClr>
                <a:srgbClr val="9B1D23"/>
              </a:buClr>
              <a:buSzPct val="124209"/>
              <a:buFont typeface="Arial Black"/>
              <a:buNone/>
            </a:pPr>
            <a:r>
              <a:t/>
            </a:r>
            <a:endParaRPr/>
          </a:p>
        </p:txBody>
      </p:sp>
      <p:pic>
        <p:nvPicPr>
          <p:cNvPr id="164" name="Google Shape;164;g39a1362b7ee_9_40"/>
          <p:cNvPicPr preferRelativeResize="0"/>
          <p:nvPr/>
        </p:nvPicPr>
        <p:blipFill>
          <a:blip r:embed="rId3">
            <a:alphaModFix/>
          </a:blip>
          <a:stretch>
            <a:fillRect/>
          </a:stretch>
        </p:blipFill>
        <p:spPr>
          <a:xfrm>
            <a:off x="709450" y="2057825"/>
            <a:ext cx="7331225" cy="36568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g39a1362b7ee_9_48"/>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Objects and Classes</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t/>
            </a:r>
            <a:endParaRPr sz="1200">
              <a:latin typeface="IBM Plex Sans"/>
              <a:ea typeface="IBM Plex Sans"/>
              <a:cs typeface="IBM Plex Sans"/>
              <a:sym typeface="IBM Plex Sans"/>
            </a:endParaRPr>
          </a:p>
        </p:txBody>
      </p:sp>
      <p:cxnSp>
        <p:nvCxnSpPr>
          <p:cNvPr id="171" name="Google Shape;171;g39a1362b7ee_9_48"/>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172" name="Google Shape;172;g39a1362b7ee_9_48"/>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rgbClr val="9B1D23"/>
              </a:buClr>
              <a:buSzPct val="124209"/>
              <a:buFont typeface="Arial Black"/>
              <a:buNone/>
            </a:pPr>
            <a:r>
              <a:rPr lang="en-US"/>
              <a:t>Questions?</a:t>
            </a:r>
            <a:endParaRPr/>
          </a:p>
        </p:txBody>
      </p:sp>
      <p:sp>
        <p:nvSpPr>
          <p:cNvPr id="173" name="Google Shape;173;g39a1362b7ee_9_48"/>
          <p:cNvSpPr txBox="1"/>
          <p:nvPr/>
        </p:nvSpPr>
        <p:spPr>
          <a:xfrm>
            <a:off x="517400" y="1764525"/>
            <a:ext cx="10150500" cy="646500"/>
          </a:xfrm>
          <a:prstGeom prst="rect">
            <a:avLst/>
          </a:prstGeom>
          <a:noFill/>
          <a:ln>
            <a:noFill/>
          </a:ln>
        </p:spPr>
        <p:txBody>
          <a:bodyPr anchorCtr="0" anchor="t" bIns="91425" lIns="91425" spcFirstLastPara="1" rIns="91425" wrap="square" tIns="91425">
            <a:spAutoFit/>
          </a:bodyPr>
          <a:lstStyle/>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a:t>
            </a:r>
            <a:endParaRPr sz="3000">
              <a:solidFill>
                <a:schemeClr val="dk1"/>
              </a:solidFill>
              <a:latin typeface="Lexend"/>
              <a:ea typeface="Lexend"/>
              <a:cs typeface="Lexend"/>
              <a:sym typeface="Lexen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g3a9fedc5533_0_11"/>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Objects and Classes</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t/>
            </a:r>
            <a:endParaRPr sz="1200">
              <a:latin typeface="IBM Plex Sans"/>
              <a:ea typeface="IBM Plex Sans"/>
              <a:cs typeface="IBM Plex Sans"/>
              <a:sym typeface="IBM Plex Sans"/>
            </a:endParaRPr>
          </a:p>
        </p:txBody>
      </p:sp>
      <p:cxnSp>
        <p:nvCxnSpPr>
          <p:cNvPr id="180" name="Google Shape;180;g3a9fedc5533_0_11"/>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181" name="Google Shape;181;g3a9fedc5533_0_11"/>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rgbClr val="9B1D23"/>
              </a:buClr>
              <a:buSzPct val="124209"/>
              <a:buFont typeface="Arial Black"/>
              <a:buNone/>
            </a:pPr>
            <a:r>
              <a:rPr lang="en-US"/>
              <a:t>Seatwork 1 - Individual</a:t>
            </a:r>
            <a:endParaRPr/>
          </a:p>
        </p:txBody>
      </p:sp>
      <p:sp>
        <p:nvSpPr>
          <p:cNvPr id="182" name="Google Shape;182;g3a9fedc5533_0_11"/>
          <p:cNvSpPr txBox="1"/>
          <p:nvPr/>
        </p:nvSpPr>
        <p:spPr>
          <a:xfrm>
            <a:off x="517400" y="1764525"/>
            <a:ext cx="10150500" cy="1177500"/>
          </a:xfrm>
          <a:prstGeom prst="rect">
            <a:avLst/>
          </a:prstGeom>
          <a:noFill/>
          <a:ln>
            <a:noFill/>
          </a:ln>
        </p:spPr>
        <p:txBody>
          <a:bodyPr anchorCtr="0" anchor="t" bIns="91425" lIns="91425" spcFirstLastPara="1" rIns="91425" wrap="square" tIns="91425">
            <a:spAutoFit/>
          </a:bodyPr>
          <a:lstStyle/>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identify at least one attribute and at least one </a:t>
            </a:r>
            <a:endParaRPr sz="3000">
              <a:solidFill>
                <a:schemeClr val="dk1"/>
              </a:solidFill>
              <a:latin typeface="Lexend"/>
              <a:ea typeface="Lexend"/>
              <a:cs typeface="Lexend"/>
              <a:sym typeface="Lexend"/>
            </a:endParaRPr>
          </a:p>
          <a:p>
            <a:pPr indent="0" lvl="0" marL="457200" rtl="0" algn="l">
              <a:lnSpc>
                <a:spcPct val="115000"/>
              </a:lnSpc>
              <a:spcBef>
                <a:spcPts val="0"/>
              </a:spcBef>
              <a:spcAft>
                <a:spcPts val="0"/>
              </a:spcAft>
              <a:buNone/>
            </a:pPr>
            <a:r>
              <a:rPr lang="en-US" sz="3000">
                <a:solidFill>
                  <a:schemeClr val="dk1"/>
                </a:solidFill>
                <a:latin typeface="Lexend"/>
                <a:ea typeface="Lexend"/>
                <a:cs typeface="Lexend"/>
                <a:sym typeface="Lexend"/>
              </a:rPr>
              <a:t>method for the ff classes</a:t>
            </a:r>
            <a:endParaRPr sz="3000">
              <a:solidFill>
                <a:schemeClr val="dk1"/>
              </a:solidFill>
              <a:latin typeface="Lexend"/>
              <a:ea typeface="Lexend"/>
              <a:cs typeface="Lexend"/>
              <a:sym typeface="Lexend"/>
            </a:endParaRPr>
          </a:p>
        </p:txBody>
      </p:sp>
      <p:pic>
        <p:nvPicPr>
          <p:cNvPr id="183" name="Google Shape;183;g3a9fedc5533_0_11"/>
          <p:cNvPicPr preferRelativeResize="0"/>
          <p:nvPr/>
        </p:nvPicPr>
        <p:blipFill>
          <a:blip r:embed="rId3">
            <a:alphaModFix/>
          </a:blip>
          <a:stretch>
            <a:fillRect/>
          </a:stretch>
        </p:blipFill>
        <p:spPr>
          <a:xfrm>
            <a:off x="825450" y="2942025"/>
            <a:ext cx="3880925" cy="1071300"/>
          </a:xfrm>
          <a:prstGeom prst="rect">
            <a:avLst/>
          </a:prstGeom>
          <a:noFill/>
          <a:ln>
            <a:noFill/>
          </a:ln>
        </p:spPr>
      </p:pic>
      <p:pic>
        <p:nvPicPr>
          <p:cNvPr id="184" name="Google Shape;184;g3a9fedc5533_0_11"/>
          <p:cNvPicPr preferRelativeResize="0"/>
          <p:nvPr/>
        </p:nvPicPr>
        <p:blipFill>
          <a:blip r:embed="rId4">
            <a:alphaModFix/>
          </a:blip>
          <a:stretch>
            <a:fillRect/>
          </a:stretch>
        </p:blipFill>
        <p:spPr>
          <a:xfrm>
            <a:off x="4063450" y="2893350"/>
            <a:ext cx="3502362" cy="1071300"/>
          </a:xfrm>
          <a:prstGeom prst="rect">
            <a:avLst/>
          </a:prstGeom>
          <a:noFill/>
          <a:ln>
            <a:noFill/>
          </a:ln>
        </p:spPr>
      </p:pic>
      <p:pic>
        <p:nvPicPr>
          <p:cNvPr id="185" name="Google Shape;185;g3a9fedc5533_0_11"/>
          <p:cNvPicPr preferRelativeResize="0"/>
          <p:nvPr/>
        </p:nvPicPr>
        <p:blipFill>
          <a:blip r:embed="rId5">
            <a:alphaModFix/>
          </a:blip>
          <a:stretch>
            <a:fillRect/>
          </a:stretch>
        </p:blipFill>
        <p:spPr>
          <a:xfrm>
            <a:off x="7565800" y="2873485"/>
            <a:ext cx="3502350" cy="122017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g39a1362b7ee_9_0"/>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Objects and Classes</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t/>
            </a:r>
            <a:endParaRPr sz="1200">
              <a:latin typeface="IBM Plex Sans"/>
              <a:ea typeface="IBM Plex Sans"/>
              <a:cs typeface="IBM Plex Sans"/>
              <a:sym typeface="IBM Plex Sans"/>
            </a:endParaRPr>
          </a:p>
        </p:txBody>
      </p:sp>
      <p:cxnSp>
        <p:nvCxnSpPr>
          <p:cNvPr id="192" name="Google Shape;192;g39a1362b7ee_9_0"/>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193" name="Google Shape;193;g39a1362b7ee_9_0"/>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rgbClr val="9B1D23"/>
              </a:buClr>
              <a:buSzPct val="124209"/>
              <a:buFont typeface="Arial Black"/>
              <a:buNone/>
            </a:pPr>
            <a:r>
              <a:rPr lang="en-US"/>
              <a:t>Instance Variables</a:t>
            </a:r>
            <a:endParaRPr/>
          </a:p>
        </p:txBody>
      </p:sp>
      <p:sp>
        <p:nvSpPr>
          <p:cNvPr id="194" name="Google Shape;194;g39a1362b7ee_9_0"/>
          <p:cNvSpPr txBox="1"/>
          <p:nvPr/>
        </p:nvSpPr>
        <p:spPr>
          <a:xfrm>
            <a:off x="517400" y="1764525"/>
            <a:ext cx="10150500" cy="3301500"/>
          </a:xfrm>
          <a:prstGeom prst="rect">
            <a:avLst/>
          </a:prstGeom>
          <a:noFill/>
          <a:ln>
            <a:noFill/>
          </a:ln>
        </p:spPr>
        <p:txBody>
          <a:bodyPr anchorCtr="0" anchor="t" bIns="91425" lIns="91425" spcFirstLastPara="1" rIns="91425" wrap="square" tIns="91425">
            <a:spAutoFit/>
          </a:bodyPr>
          <a:lstStyle/>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Also known as fields / attributes</a:t>
            </a:r>
            <a:endParaRPr sz="3000">
              <a:solidFill>
                <a:schemeClr val="dk1"/>
              </a:solidFill>
              <a:latin typeface="Lexend"/>
              <a:ea typeface="Lexend"/>
              <a:cs typeface="Lexend"/>
              <a:sym typeface="Lexend"/>
            </a:endParaRPr>
          </a:p>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Can have a default value based on class definition</a:t>
            </a:r>
            <a:endParaRPr sz="3000">
              <a:solidFill>
                <a:schemeClr val="dk1"/>
              </a:solidFill>
              <a:latin typeface="Lexend"/>
              <a:ea typeface="Lexend"/>
              <a:cs typeface="Lexend"/>
              <a:sym typeface="Lexend"/>
            </a:endParaRPr>
          </a:p>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Ideally declared as “private” (will dive more into this later)</a:t>
            </a:r>
            <a:endParaRPr sz="3000">
              <a:solidFill>
                <a:schemeClr val="dk1"/>
              </a:solidFill>
              <a:latin typeface="Lexend"/>
              <a:ea typeface="Lexend"/>
              <a:cs typeface="Lexend"/>
              <a:sym typeface="Lexend"/>
            </a:endParaRPr>
          </a:p>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“What the object knows”</a:t>
            </a:r>
            <a:endParaRPr sz="3000">
              <a:solidFill>
                <a:schemeClr val="dk1"/>
              </a:solidFill>
              <a:latin typeface="Lexend"/>
              <a:ea typeface="Lexend"/>
              <a:cs typeface="Lexend"/>
              <a:sym typeface="Lexend"/>
            </a:endParaRPr>
          </a:p>
          <a:p>
            <a:pPr indent="0" lvl="0" marL="457200" rtl="0" algn="l">
              <a:lnSpc>
                <a:spcPct val="115000"/>
              </a:lnSpc>
              <a:spcBef>
                <a:spcPts val="0"/>
              </a:spcBef>
              <a:spcAft>
                <a:spcPts val="0"/>
              </a:spcAft>
              <a:buNone/>
            </a:pPr>
            <a:r>
              <a:t/>
            </a:r>
            <a:endParaRPr sz="3000">
              <a:solidFill>
                <a:schemeClr val="dk1"/>
              </a:solidFill>
              <a:latin typeface="Lexend"/>
              <a:ea typeface="Lexend"/>
              <a:cs typeface="Lexend"/>
              <a:sym typeface="Lexen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g39a1362b7ee_9_8"/>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Objects and Classes</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t/>
            </a:r>
            <a:endParaRPr sz="1200">
              <a:latin typeface="IBM Plex Sans"/>
              <a:ea typeface="IBM Plex Sans"/>
              <a:cs typeface="IBM Plex Sans"/>
              <a:sym typeface="IBM Plex Sans"/>
            </a:endParaRPr>
          </a:p>
        </p:txBody>
      </p:sp>
      <p:cxnSp>
        <p:nvCxnSpPr>
          <p:cNvPr id="201" name="Google Shape;201;g39a1362b7ee_9_8"/>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202" name="Google Shape;202;g39a1362b7ee_9_8"/>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rgbClr val="9B1D23"/>
              </a:buClr>
              <a:buSzPct val="124209"/>
              <a:buFont typeface="Arial Black"/>
              <a:buNone/>
            </a:pPr>
            <a:r>
              <a:rPr lang="en-US"/>
              <a:t>Instance Variables - Example 1</a:t>
            </a:r>
            <a:endParaRPr/>
          </a:p>
        </p:txBody>
      </p:sp>
      <p:pic>
        <p:nvPicPr>
          <p:cNvPr id="203" name="Google Shape;203;g39a1362b7ee_9_8"/>
          <p:cNvPicPr preferRelativeResize="0"/>
          <p:nvPr/>
        </p:nvPicPr>
        <p:blipFill>
          <a:blip r:embed="rId3">
            <a:alphaModFix/>
          </a:blip>
          <a:stretch>
            <a:fillRect/>
          </a:stretch>
        </p:blipFill>
        <p:spPr>
          <a:xfrm>
            <a:off x="679925" y="2348899"/>
            <a:ext cx="9617450" cy="239854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g39a1362b7ee_9_56"/>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Objects and Classes</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t/>
            </a:r>
            <a:endParaRPr sz="1200">
              <a:latin typeface="IBM Plex Sans"/>
              <a:ea typeface="IBM Plex Sans"/>
              <a:cs typeface="IBM Plex Sans"/>
              <a:sym typeface="IBM Plex Sans"/>
            </a:endParaRPr>
          </a:p>
        </p:txBody>
      </p:sp>
      <p:cxnSp>
        <p:nvCxnSpPr>
          <p:cNvPr id="210" name="Google Shape;210;g39a1362b7ee_9_56"/>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211" name="Google Shape;211;g39a1362b7ee_9_56"/>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rgbClr val="9B1D23"/>
              </a:buClr>
              <a:buSzPct val="124209"/>
              <a:buFont typeface="Arial Black"/>
              <a:buNone/>
            </a:pPr>
            <a:r>
              <a:rPr lang="en-US"/>
              <a:t>Instance Variables - Example 2</a:t>
            </a:r>
            <a:endParaRPr/>
          </a:p>
        </p:txBody>
      </p:sp>
      <p:sp>
        <p:nvSpPr>
          <p:cNvPr id="212" name="Google Shape;212;g39a1362b7ee_9_56"/>
          <p:cNvSpPr txBox="1"/>
          <p:nvPr/>
        </p:nvSpPr>
        <p:spPr>
          <a:xfrm>
            <a:off x="517400" y="1764525"/>
            <a:ext cx="10150500" cy="646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3000">
              <a:solidFill>
                <a:schemeClr val="dk1"/>
              </a:solidFill>
              <a:latin typeface="Lexend"/>
              <a:ea typeface="Lexend"/>
              <a:cs typeface="Lexend"/>
              <a:sym typeface="Lexend"/>
            </a:endParaRPr>
          </a:p>
        </p:txBody>
      </p:sp>
      <p:pic>
        <p:nvPicPr>
          <p:cNvPr id="213" name="Google Shape;213;g39a1362b7ee_9_56"/>
          <p:cNvPicPr preferRelativeResize="0"/>
          <p:nvPr/>
        </p:nvPicPr>
        <p:blipFill>
          <a:blip r:embed="rId3">
            <a:alphaModFix/>
          </a:blip>
          <a:stretch>
            <a:fillRect/>
          </a:stretch>
        </p:blipFill>
        <p:spPr>
          <a:xfrm>
            <a:off x="808863" y="2072275"/>
            <a:ext cx="9488525" cy="392040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g39a1362b7ee_9_16"/>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Objects and Classes</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t/>
            </a:r>
            <a:endParaRPr sz="1200">
              <a:latin typeface="IBM Plex Sans"/>
              <a:ea typeface="IBM Plex Sans"/>
              <a:cs typeface="IBM Plex Sans"/>
              <a:sym typeface="IBM Plex Sans"/>
            </a:endParaRPr>
          </a:p>
        </p:txBody>
      </p:sp>
      <p:cxnSp>
        <p:nvCxnSpPr>
          <p:cNvPr id="220" name="Google Shape;220;g39a1362b7ee_9_16"/>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221" name="Google Shape;221;g39a1362b7ee_9_16"/>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rgbClr val="9B1D23"/>
              </a:buClr>
              <a:buSzPct val="124209"/>
              <a:buFont typeface="Arial Black"/>
              <a:buNone/>
            </a:pPr>
            <a:r>
              <a:rPr lang="en-US"/>
              <a:t>Constructor</a:t>
            </a:r>
            <a:endParaRPr/>
          </a:p>
        </p:txBody>
      </p:sp>
      <p:sp>
        <p:nvSpPr>
          <p:cNvPr id="222" name="Google Shape;222;g39a1362b7ee_9_16"/>
          <p:cNvSpPr txBox="1"/>
          <p:nvPr/>
        </p:nvSpPr>
        <p:spPr>
          <a:xfrm>
            <a:off x="517400" y="1764525"/>
            <a:ext cx="10150500" cy="4363800"/>
          </a:xfrm>
          <a:prstGeom prst="rect">
            <a:avLst/>
          </a:prstGeom>
          <a:noFill/>
          <a:ln>
            <a:noFill/>
          </a:ln>
        </p:spPr>
        <p:txBody>
          <a:bodyPr anchorCtr="0" anchor="t" bIns="91425" lIns="91425" spcFirstLastPara="1" rIns="91425" wrap="square" tIns="91425">
            <a:spAutoFit/>
          </a:bodyPr>
          <a:lstStyle/>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A special method that is called when creating an object (instantiation)</a:t>
            </a:r>
            <a:endParaRPr sz="3000">
              <a:solidFill>
                <a:schemeClr val="dk1"/>
              </a:solidFill>
              <a:latin typeface="Lexend"/>
              <a:ea typeface="Lexend"/>
              <a:cs typeface="Lexend"/>
              <a:sym typeface="Lexend"/>
            </a:endParaRPr>
          </a:p>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Called in combination with the “new” keyword</a:t>
            </a:r>
            <a:endParaRPr sz="3000">
              <a:solidFill>
                <a:schemeClr val="dk1"/>
              </a:solidFill>
              <a:latin typeface="Lexend"/>
              <a:ea typeface="Lexend"/>
              <a:cs typeface="Lexend"/>
              <a:sym typeface="Lexend"/>
            </a:endParaRPr>
          </a:p>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Must have the same name as the class</a:t>
            </a:r>
            <a:endParaRPr sz="3000">
              <a:solidFill>
                <a:schemeClr val="dk1"/>
              </a:solidFill>
              <a:latin typeface="Lexend"/>
              <a:ea typeface="Lexend"/>
              <a:cs typeface="Lexend"/>
              <a:sym typeface="Lexend"/>
            </a:endParaRPr>
          </a:p>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Parameters are optional </a:t>
            </a:r>
            <a:endParaRPr sz="3000">
              <a:solidFill>
                <a:schemeClr val="dk1"/>
              </a:solidFill>
              <a:latin typeface="Lexend"/>
              <a:ea typeface="Lexend"/>
              <a:cs typeface="Lexend"/>
              <a:sym typeface="Lexend"/>
            </a:endParaRPr>
          </a:p>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No return type</a:t>
            </a:r>
            <a:endParaRPr sz="3000">
              <a:solidFill>
                <a:schemeClr val="dk1"/>
              </a:solidFill>
              <a:latin typeface="Lexend"/>
              <a:ea typeface="Lexend"/>
              <a:cs typeface="Lexend"/>
              <a:sym typeface="Lexend"/>
            </a:endParaRPr>
          </a:p>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Can be used to initialize instance variables upon object creation</a:t>
            </a:r>
            <a:endParaRPr sz="3000">
              <a:solidFill>
                <a:schemeClr val="dk1"/>
              </a:solidFill>
              <a:latin typeface="Lexend"/>
              <a:ea typeface="Lexend"/>
              <a:cs typeface="Lexend"/>
              <a:sym typeface="Lexen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g39a1362b7ee_9_64"/>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Objects and Classes</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t/>
            </a:r>
            <a:endParaRPr sz="1200">
              <a:latin typeface="IBM Plex Sans"/>
              <a:ea typeface="IBM Plex Sans"/>
              <a:cs typeface="IBM Plex Sans"/>
              <a:sym typeface="IBM Plex Sans"/>
            </a:endParaRPr>
          </a:p>
        </p:txBody>
      </p:sp>
      <p:cxnSp>
        <p:nvCxnSpPr>
          <p:cNvPr id="229" name="Google Shape;229;g39a1362b7ee_9_64"/>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230" name="Google Shape;230;g39a1362b7ee_9_64"/>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rgbClr val="9B1D23"/>
              </a:buClr>
              <a:buSzPct val="124209"/>
              <a:buFont typeface="Arial Black"/>
              <a:buNone/>
            </a:pPr>
            <a:r>
              <a:rPr lang="en-US"/>
              <a:t>Constructor - Example 1</a:t>
            </a:r>
            <a:endParaRPr/>
          </a:p>
        </p:txBody>
      </p:sp>
      <p:sp>
        <p:nvSpPr>
          <p:cNvPr id="231" name="Google Shape;231;g39a1362b7ee_9_64"/>
          <p:cNvSpPr txBox="1"/>
          <p:nvPr/>
        </p:nvSpPr>
        <p:spPr>
          <a:xfrm>
            <a:off x="517400" y="1764525"/>
            <a:ext cx="10150500" cy="1708500"/>
          </a:xfrm>
          <a:prstGeom prst="rect">
            <a:avLst/>
          </a:prstGeom>
          <a:noFill/>
          <a:ln>
            <a:noFill/>
          </a:ln>
        </p:spPr>
        <p:txBody>
          <a:bodyPr anchorCtr="0" anchor="t" bIns="91425" lIns="91425" spcFirstLastPara="1" rIns="91425" wrap="square" tIns="91425">
            <a:spAutoFit/>
          </a:bodyPr>
          <a:lstStyle/>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Real world</a:t>
            </a:r>
            <a:endParaRPr sz="3000">
              <a:solidFill>
                <a:schemeClr val="dk1"/>
              </a:solidFill>
              <a:latin typeface="Lexend"/>
              <a:ea typeface="Lexend"/>
              <a:cs typeface="Lexend"/>
              <a:sym typeface="Lexend"/>
            </a:endParaRPr>
          </a:p>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When you are born, you are given a name are your weight is determined</a:t>
            </a:r>
            <a:endParaRPr sz="3000">
              <a:solidFill>
                <a:schemeClr val="dk1"/>
              </a:solidFill>
              <a:latin typeface="Lexend"/>
              <a:ea typeface="Lexend"/>
              <a:cs typeface="Lexend"/>
              <a:sym typeface="Lexen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g39a1362b7ee_9_72"/>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Objects and Classes</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t/>
            </a:r>
            <a:endParaRPr sz="1200">
              <a:latin typeface="IBM Plex Sans"/>
              <a:ea typeface="IBM Plex Sans"/>
              <a:cs typeface="IBM Plex Sans"/>
              <a:sym typeface="IBM Plex Sans"/>
            </a:endParaRPr>
          </a:p>
        </p:txBody>
      </p:sp>
      <p:cxnSp>
        <p:nvCxnSpPr>
          <p:cNvPr id="238" name="Google Shape;238;g39a1362b7ee_9_72"/>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239" name="Google Shape;239;g39a1362b7ee_9_72"/>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rgbClr val="9B1D23"/>
              </a:buClr>
              <a:buSzPct val="124209"/>
              <a:buFont typeface="Arial Black"/>
              <a:buNone/>
            </a:pPr>
            <a:r>
              <a:rPr lang="en-US"/>
              <a:t>Constructor - Example 2</a:t>
            </a:r>
            <a:endParaRPr/>
          </a:p>
        </p:txBody>
      </p:sp>
      <p:sp>
        <p:nvSpPr>
          <p:cNvPr id="240" name="Google Shape;240;g39a1362b7ee_9_72"/>
          <p:cNvSpPr txBox="1"/>
          <p:nvPr/>
        </p:nvSpPr>
        <p:spPr>
          <a:xfrm>
            <a:off x="517400" y="1764525"/>
            <a:ext cx="10150500" cy="646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3000">
              <a:solidFill>
                <a:schemeClr val="dk1"/>
              </a:solidFill>
              <a:latin typeface="Lexend"/>
              <a:ea typeface="Lexend"/>
              <a:cs typeface="Lexend"/>
              <a:sym typeface="Lexend"/>
            </a:endParaRPr>
          </a:p>
        </p:txBody>
      </p:sp>
      <p:pic>
        <p:nvPicPr>
          <p:cNvPr id="241" name="Google Shape;241;g39a1362b7ee_9_72"/>
          <p:cNvPicPr preferRelativeResize="0"/>
          <p:nvPr/>
        </p:nvPicPr>
        <p:blipFill>
          <a:blip r:embed="rId3">
            <a:alphaModFix/>
          </a:blip>
          <a:stretch>
            <a:fillRect/>
          </a:stretch>
        </p:blipFill>
        <p:spPr>
          <a:xfrm>
            <a:off x="625350" y="2590675"/>
            <a:ext cx="10150500" cy="2010948"/>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g39a1362b7ee_9_80"/>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Objects and Classes</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t/>
            </a:r>
            <a:endParaRPr sz="1200">
              <a:latin typeface="IBM Plex Sans"/>
              <a:ea typeface="IBM Plex Sans"/>
              <a:cs typeface="IBM Plex Sans"/>
              <a:sym typeface="IBM Plex Sans"/>
            </a:endParaRPr>
          </a:p>
        </p:txBody>
      </p:sp>
      <p:cxnSp>
        <p:nvCxnSpPr>
          <p:cNvPr id="248" name="Google Shape;248;g39a1362b7ee_9_80"/>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249" name="Google Shape;249;g39a1362b7ee_9_80"/>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rgbClr val="9B1D23"/>
              </a:buClr>
              <a:buSzPct val="124209"/>
              <a:buFont typeface="Arial Black"/>
              <a:buNone/>
            </a:pPr>
            <a:r>
              <a:rPr lang="en-US"/>
              <a:t>3 Types of Constructors</a:t>
            </a:r>
            <a:endParaRPr/>
          </a:p>
        </p:txBody>
      </p:sp>
      <p:sp>
        <p:nvSpPr>
          <p:cNvPr id="250" name="Google Shape;250;g39a1362b7ee_9_80"/>
          <p:cNvSpPr txBox="1"/>
          <p:nvPr/>
        </p:nvSpPr>
        <p:spPr>
          <a:xfrm>
            <a:off x="517400" y="1764525"/>
            <a:ext cx="10150500" cy="1708500"/>
          </a:xfrm>
          <a:prstGeom prst="rect">
            <a:avLst/>
          </a:prstGeom>
          <a:noFill/>
          <a:ln>
            <a:noFill/>
          </a:ln>
        </p:spPr>
        <p:txBody>
          <a:bodyPr anchorCtr="0" anchor="t" bIns="91425" lIns="91425" spcFirstLastPara="1" rIns="91425" wrap="square" tIns="91425">
            <a:spAutoFit/>
          </a:bodyPr>
          <a:lstStyle/>
          <a:p>
            <a:pPr indent="-419100" lvl="0" marL="457200" rtl="0" algn="l">
              <a:lnSpc>
                <a:spcPct val="115000"/>
              </a:lnSpc>
              <a:spcBef>
                <a:spcPts val="0"/>
              </a:spcBef>
              <a:spcAft>
                <a:spcPts val="0"/>
              </a:spcAft>
              <a:buClr>
                <a:schemeClr val="dk1"/>
              </a:buClr>
              <a:buSzPts val="3000"/>
              <a:buFont typeface="Lexend"/>
              <a:buAutoNum type="arabicPeriod"/>
            </a:pPr>
            <a:r>
              <a:rPr lang="en-US" sz="3000">
                <a:solidFill>
                  <a:schemeClr val="dk1"/>
                </a:solidFill>
                <a:latin typeface="Lexend"/>
                <a:ea typeface="Lexend"/>
                <a:cs typeface="Lexend"/>
                <a:sym typeface="Lexend"/>
              </a:rPr>
              <a:t>Default Constructor</a:t>
            </a:r>
            <a:endParaRPr sz="3000">
              <a:solidFill>
                <a:schemeClr val="dk1"/>
              </a:solidFill>
              <a:latin typeface="Lexend"/>
              <a:ea typeface="Lexend"/>
              <a:cs typeface="Lexend"/>
              <a:sym typeface="Lexend"/>
            </a:endParaRPr>
          </a:p>
          <a:p>
            <a:pPr indent="-419100" lvl="0" marL="457200" rtl="0" algn="l">
              <a:lnSpc>
                <a:spcPct val="115000"/>
              </a:lnSpc>
              <a:spcBef>
                <a:spcPts val="0"/>
              </a:spcBef>
              <a:spcAft>
                <a:spcPts val="0"/>
              </a:spcAft>
              <a:buClr>
                <a:schemeClr val="dk1"/>
              </a:buClr>
              <a:buSzPts val="3000"/>
              <a:buFont typeface="Lexend"/>
              <a:buAutoNum type="arabicPeriod"/>
            </a:pPr>
            <a:r>
              <a:rPr lang="en-US" sz="3000">
                <a:solidFill>
                  <a:schemeClr val="dk1"/>
                </a:solidFill>
                <a:latin typeface="Lexend"/>
                <a:ea typeface="Lexend"/>
                <a:cs typeface="Lexend"/>
                <a:sym typeface="Lexend"/>
              </a:rPr>
              <a:t>No-Argument Constructor</a:t>
            </a:r>
            <a:endParaRPr sz="3000">
              <a:solidFill>
                <a:schemeClr val="dk1"/>
              </a:solidFill>
              <a:latin typeface="Lexend"/>
              <a:ea typeface="Lexend"/>
              <a:cs typeface="Lexend"/>
              <a:sym typeface="Lexend"/>
            </a:endParaRPr>
          </a:p>
          <a:p>
            <a:pPr indent="-419100" lvl="0" marL="457200" rtl="0" algn="l">
              <a:lnSpc>
                <a:spcPct val="115000"/>
              </a:lnSpc>
              <a:spcBef>
                <a:spcPts val="0"/>
              </a:spcBef>
              <a:spcAft>
                <a:spcPts val="0"/>
              </a:spcAft>
              <a:buClr>
                <a:schemeClr val="dk1"/>
              </a:buClr>
              <a:buSzPts val="3000"/>
              <a:buFont typeface="Lexend"/>
              <a:buAutoNum type="arabicPeriod"/>
            </a:pPr>
            <a:r>
              <a:rPr lang="en-US" sz="3000">
                <a:solidFill>
                  <a:schemeClr val="dk1"/>
                </a:solidFill>
                <a:latin typeface="Lexend"/>
                <a:ea typeface="Lexend"/>
                <a:cs typeface="Lexend"/>
                <a:sym typeface="Lexend"/>
              </a:rPr>
              <a:t>Parameterized Constructor</a:t>
            </a:r>
            <a:endParaRPr sz="3000">
              <a:solidFill>
                <a:schemeClr val="dk1"/>
              </a:solidFill>
              <a:latin typeface="Lexend"/>
              <a:ea typeface="Lexend"/>
              <a:cs typeface="Lexend"/>
              <a:sym typeface="Lexen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g39a1362b7ee_9_88"/>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Objects and Classes</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t/>
            </a:r>
            <a:endParaRPr sz="1200">
              <a:latin typeface="IBM Plex Sans"/>
              <a:ea typeface="IBM Plex Sans"/>
              <a:cs typeface="IBM Plex Sans"/>
              <a:sym typeface="IBM Plex Sans"/>
            </a:endParaRPr>
          </a:p>
        </p:txBody>
      </p:sp>
      <p:cxnSp>
        <p:nvCxnSpPr>
          <p:cNvPr id="257" name="Google Shape;257;g39a1362b7ee_9_88"/>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258" name="Google Shape;258;g39a1362b7ee_9_88"/>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rgbClr val="9B1D23"/>
              </a:buClr>
              <a:buSzPct val="124209"/>
              <a:buFont typeface="Arial Black"/>
              <a:buNone/>
            </a:pPr>
            <a:r>
              <a:rPr lang="en-US"/>
              <a:t>Default Constructor</a:t>
            </a:r>
            <a:endParaRPr/>
          </a:p>
        </p:txBody>
      </p:sp>
      <p:sp>
        <p:nvSpPr>
          <p:cNvPr id="259" name="Google Shape;259;g39a1362b7ee_9_88"/>
          <p:cNvSpPr txBox="1"/>
          <p:nvPr/>
        </p:nvSpPr>
        <p:spPr>
          <a:xfrm>
            <a:off x="517400" y="1764525"/>
            <a:ext cx="10150500" cy="1708500"/>
          </a:xfrm>
          <a:prstGeom prst="rect">
            <a:avLst/>
          </a:prstGeom>
          <a:noFill/>
          <a:ln>
            <a:noFill/>
          </a:ln>
        </p:spPr>
        <p:txBody>
          <a:bodyPr anchorCtr="0" anchor="t" bIns="91425" lIns="91425" spcFirstLastPara="1" rIns="91425" wrap="square" tIns="91425">
            <a:spAutoFit/>
          </a:bodyPr>
          <a:lstStyle/>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Created implicitly by Java when no constructor is defined in the class.</a:t>
            </a:r>
            <a:endParaRPr sz="3000">
              <a:solidFill>
                <a:schemeClr val="dk1"/>
              </a:solidFill>
              <a:latin typeface="Lexend"/>
              <a:ea typeface="Lexend"/>
              <a:cs typeface="Lexend"/>
              <a:sym typeface="Lexend"/>
            </a:endParaRPr>
          </a:p>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Example: Person {} and call new Person()</a:t>
            </a:r>
            <a:endParaRPr sz="3000">
              <a:solidFill>
                <a:schemeClr val="dk1"/>
              </a:solidFill>
              <a:latin typeface="Lexend"/>
              <a:ea typeface="Lexend"/>
              <a:cs typeface="Lexend"/>
              <a:sym typeface="Lexen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g3a9f1797db8_1_3"/>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Objects and Classes</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t/>
            </a:r>
            <a:endParaRPr sz="1200">
              <a:latin typeface="IBM Plex Sans"/>
              <a:ea typeface="IBM Plex Sans"/>
              <a:cs typeface="IBM Plex Sans"/>
              <a:sym typeface="IBM Plex Sans"/>
            </a:endParaRPr>
          </a:p>
        </p:txBody>
      </p:sp>
      <p:cxnSp>
        <p:nvCxnSpPr>
          <p:cNvPr id="266" name="Google Shape;266;g3a9f1797db8_1_3"/>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267" name="Google Shape;267;g3a9f1797db8_1_3"/>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rgbClr val="9B1D23"/>
              </a:buClr>
              <a:buSzPct val="124209"/>
              <a:buFont typeface="Arial Black"/>
              <a:buNone/>
            </a:pPr>
            <a:r>
              <a:rPr lang="en-US"/>
              <a:t>Default Constructor</a:t>
            </a:r>
            <a:endParaRPr/>
          </a:p>
        </p:txBody>
      </p:sp>
      <p:pic>
        <p:nvPicPr>
          <p:cNvPr id="268" name="Google Shape;268;g3a9f1797db8_1_3"/>
          <p:cNvPicPr preferRelativeResize="0"/>
          <p:nvPr/>
        </p:nvPicPr>
        <p:blipFill>
          <a:blip r:embed="rId3">
            <a:alphaModFix/>
          </a:blip>
          <a:stretch>
            <a:fillRect/>
          </a:stretch>
        </p:blipFill>
        <p:spPr>
          <a:xfrm>
            <a:off x="643550" y="1718550"/>
            <a:ext cx="5959775" cy="2375575"/>
          </a:xfrm>
          <a:prstGeom prst="rect">
            <a:avLst/>
          </a:prstGeom>
          <a:noFill/>
          <a:ln>
            <a:noFill/>
          </a:ln>
        </p:spPr>
      </p:pic>
      <p:pic>
        <p:nvPicPr>
          <p:cNvPr id="269" name="Google Shape;269;g3a9f1797db8_1_3"/>
          <p:cNvPicPr preferRelativeResize="0"/>
          <p:nvPr/>
        </p:nvPicPr>
        <p:blipFill>
          <a:blip r:embed="rId4">
            <a:alphaModFix/>
          </a:blip>
          <a:stretch>
            <a:fillRect/>
          </a:stretch>
        </p:blipFill>
        <p:spPr>
          <a:xfrm>
            <a:off x="6603335" y="2916224"/>
            <a:ext cx="3792600" cy="1025550"/>
          </a:xfrm>
          <a:prstGeom prst="rect">
            <a:avLst/>
          </a:prstGeom>
          <a:noFill/>
          <a:ln>
            <a:noFill/>
          </a:ln>
        </p:spPr>
      </p:pic>
      <p:pic>
        <p:nvPicPr>
          <p:cNvPr id="270" name="Google Shape;270;g3a9f1797db8_1_3"/>
          <p:cNvPicPr preferRelativeResize="0"/>
          <p:nvPr/>
        </p:nvPicPr>
        <p:blipFill>
          <a:blip r:embed="rId5">
            <a:alphaModFix/>
          </a:blip>
          <a:stretch>
            <a:fillRect/>
          </a:stretch>
        </p:blipFill>
        <p:spPr>
          <a:xfrm>
            <a:off x="716325" y="4392050"/>
            <a:ext cx="6836400" cy="17747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g39a1362b7ee_9_120"/>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Objects and Classes</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t/>
            </a:r>
            <a:endParaRPr sz="1200">
              <a:latin typeface="IBM Plex Sans"/>
              <a:ea typeface="IBM Plex Sans"/>
              <a:cs typeface="IBM Plex Sans"/>
              <a:sym typeface="IBM Plex Sans"/>
            </a:endParaRPr>
          </a:p>
        </p:txBody>
      </p:sp>
      <p:cxnSp>
        <p:nvCxnSpPr>
          <p:cNvPr id="277" name="Google Shape;277;g39a1362b7ee_9_120"/>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278" name="Google Shape;278;g39a1362b7ee_9_120"/>
          <p:cNvSpPr txBox="1"/>
          <p:nvPr>
            <p:ph idx="4294967295" type="ctrTitle"/>
          </p:nvPr>
        </p:nvSpPr>
        <p:spPr>
          <a:xfrm>
            <a:off x="517400" y="983674"/>
            <a:ext cx="10150500" cy="1110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9B1D23"/>
              </a:buClr>
              <a:buSzPts val="5300"/>
              <a:buFont typeface="Arial Black"/>
              <a:buNone/>
            </a:pPr>
            <a:r>
              <a:rPr lang="en-US" sz="3378"/>
              <a:t>No-Argument Constructor</a:t>
            </a:r>
            <a:endParaRPr sz="3378"/>
          </a:p>
        </p:txBody>
      </p:sp>
      <p:sp>
        <p:nvSpPr>
          <p:cNvPr id="279" name="Google Shape;279;g39a1362b7ee_9_120"/>
          <p:cNvSpPr txBox="1"/>
          <p:nvPr/>
        </p:nvSpPr>
        <p:spPr>
          <a:xfrm>
            <a:off x="517400" y="1764525"/>
            <a:ext cx="10150500" cy="3301500"/>
          </a:xfrm>
          <a:prstGeom prst="rect">
            <a:avLst/>
          </a:prstGeom>
          <a:noFill/>
          <a:ln>
            <a:noFill/>
          </a:ln>
        </p:spPr>
        <p:txBody>
          <a:bodyPr anchorCtr="0" anchor="t" bIns="91425" lIns="91425" spcFirstLastPara="1" rIns="91425" wrap="square" tIns="91425">
            <a:spAutoFit/>
          </a:bodyPr>
          <a:lstStyle/>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A constructor with no parameters</a:t>
            </a:r>
            <a:endParaRPr sz="3000">
              <a:solidFill>
                <a:schemeClr val="dk1"/>
              </a:solidFill>
              <a:latin typeface="Lexend"/>
              <a:ea typeface="Lexend"/>
              <a:cs typeface="Lexend"/>
              <a:sym typeface="Lexend"/>
            </a:endParaRPr>
          </a:p>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Used when values are initialized within the class</a:t>
            </a:r>
            <a:endParaRPr sz="3000">
              <a:solidFill>
                <a:schemeClr val="dk1"/>
              </a:solidFill>
              <a:latin typeface="Lexend"/>
              <a:ea typeface="Lexend"/>
              <a:cs typeface="Lexend"/>
              <a:sym typeface="Lexend"/>
            </a:endParaRPr>
          </a:p>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Example: define Person() {} inside Person class but provide default values for the fields. It doesn’t have to make sense since this is a program.</a:t>
            </a:r>
            <a:endParaRPr sz="30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t/>
            </a:r>
            <a:endParaRPr sz="3000">
              <a:solidFill>
                <a:schemeClr val="dk1"/>
              </a:solidFill>
              <a:latin typeface="Lexend"/>
              <a:ea typeface="Lexend"/>
              <a:cs typeface="Lexend"/>
              <a:sym typeface="Lexen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g3aa74088a20_0_5"/>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Objects and Classes</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t/>
            </a:r>
            <a:endParaRPr sz="1200">
              <a:latin typeface="IBM Plex Sans"/>
              <a:ea typeface="IBM Plex Sans"/>
              <a:cs typeface="IBM Plex Sans"/>
              <a:sym typeface="IBM Plex Sans"/>
            </a:endParaRPr>
          </a:p>
        </p:txBody>
      </p:sp>
      <p:cxnSp>
        <p:nvCxnSpPr>
          <p:cNvPr id="286" name="Google Shape;286;g3aa74088a20_0_5"/>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287" name="Google Shape;287;g3aa74088a20_0_5"/>
          <p:cNvSpPr txBox="1"/>
          <p:nvPr>
            <p:ph idx="4294967295" type="ctrTitle"/>
          </p:nvPr>
        </p:nvSpPr>
        <p:spPr>
          <a:xfrm>
            <a:off x="517400" y="983674"/>
            <a:ext cx="10150500" cy="1110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9B1D23"/>
              </a:buClr>
              <a:buSzPts val="5300"/>
              <a:buFont typeface="Arial Black"/>
              <a:buNone/>
            </a:pPr>
            <a:r>
              <a:rPr lang="en-US" sz="3378"/>
              <a:t>No-Argument Constructor</a:t>
            </a:r>
            <a:endParaRPr sz="3378"/>
          </a:p>
        </p:txBody>
      </p:sp>
      <p:pic>
        <p:nvPicPr>
          <p:cNvPr id="288" name="Google Shape;288;g3aa74088a20_0_5"/>
          <p:cNvPicPr preferRelativeResize="0"/>
          <p:nvPr/>
        </p:nvPicPr>
        <p:blipFill>
          <a:blip r:embed="rId3">
            <a:alphaModFix/>
          </a:blip>
          <a:stretch>
            <a:fillRect/>
          </a:stretch>
        </p:blipFill>
        <p:spPr>
          <a:xfrm>
            <a:off x="661750" y="4155575"/>
            <a:ext cx="6836400" cy="1774700"/>
          </a:xfrm>
          <a:prstGeom prst="rect">
            <a:avLst/>
          </a:prstGeom>
          <a:noFill/>
          <a:ln>
            <a:noFill/>
          </a:ln>
        </p:spPr>
      </p:pic>
      <p:pic>
        <p:nvPicPr>
          <p:cNvPr id="289" name="Google Shape;289;g3aa74088a20_0_5"/>
          <p:cNvPicPr preferRelativeResize="0"/>
          <p:nvPr/>
        </p:nvPicPr>
        <p:blipFill>
          <a:blip r:embed="rId4">
            <a:alphaModFix/>
          </a:blip>
          <a:stretch>
            <a:fillRect/>
          </a:stretch>
        </p:blipFill>
        <p:spPr>
          <a:xfrm>
            <a:off x="6603335" y="2916224"/>
            <a:ext cx="3792600" cy="1025550"/>
          </a:xfrm>
          <a:prstGeom prst="rect">
            <a:avLst/>
          </a:prstGeom>
          <a:noFill/>
          <a:ln>
            <a:noFill/>
          </a:ln>
        </p:spPr>
      </p:pic>
      <p:pic>
        <p:nvPicPr>
          <p:cNvPr id="290" name="Google Shape;290;g3aa74088a20_0_5"/>
          <p:cNvPicPr preferRelativeResize="0"/>
          <p:nvPr/>
        </p:nvPicPr>
        <p:blipFill>
          <a:blip r:embed="rId5">
            <a:alphaModFix/>
          </a:blip>
          <a:stretch>
            <a:fillRect/>
          </a:stretch>
        </p:blipFill>
        <p:spPr>
          <a:xfrm>
            <a:off x="661750" y="1693144"/>
            <a:ext cx="4924850" cy="24624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g39a1362b7ee_9_128"/>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Objects and Classes</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t/>
            </a:r>
            <a:endParaRPr sz="1200">
              <a:latin typeface="IBM Plex Sans"/>
              <a:ea typeface="IBM Plex Sans"/>
              <a:cs typeface="IBM Plex Sans"/>
              <a:sym typeface="IBM Plex Sans"/>
            </a:endParaRPr>
          </a:p>
        </p:txBody>
      </p:sp>
      <p:cxnSp>
        <p:nvCxnSpPr>
          <p:cNvPr id="297" name="Google Shape;297;g39a1362b7ee_9_128"/>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298" name="Google Shape;298;g39a1362b7ee_9_128"/>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9B1D23"/>
              </a:buClr>
              <a:buSzPts val="5300"/>
              <a:buFont typeface="Arial Black"/>
              <a:buNone/>
            </a:pPr>
            <a:r>
              <a:rPr lang="en-US" sz="3600"/>
              <a:t>Parameterized Constructor</a:t>
            </a:r>
            <a:endParaRPr sz="3600"/>
          </a:p>
        </p:txBody>
      </p:sp>
      <p:sp>
        <p:nvSpPr>
          <p:cNvPr id="299" name="Google Shape;299;g39a1362b7ee_9_128"/>
          <p:cNvSpPr txBox="1"/>
          <p:nvPr/>
        </p:nvSpPr>
        <p:spPr>
          <a:xfrm>
            <a:off x="517400" y="1764525"/>
            <a:ext cx="10150500" cy="2239500"/>
          </a:xfrm>
          <a:prstGeom prst="rect">
            <a:avLst/>
          </a:prstGeom>
          <a:noFill/>
          <a:ln>
            <a:noFill/>
          </a:ln>
        </p:spPr>
        <p:txBody>
          <a:bodyPr anchorCtr="0" anchor="t" bIns="91425" lIns="91425" spcFirstLastPara="1" rIns="91425" wrap="square" tIns="91425">
            <a:spAutoFit/>
          </a:bodyPr>
          <a:lstStyle/>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Used to initialize values</a:t>
            </a:r>
            <a:endParaRPr sz="3000">
              <a:solidFill>
                <a:schemeClr val="dk1"/>
              </a:solidFill>
              <a:latin typeface="Lexend"/>
              <a:ea typeface="Lexend"/>
              <a:cs typeface="Lexend"/>
              <a:sym typeface="Lexend"/>
            </a:endParaRPr>
          </a:p>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Dynamic Values are initialized upon creation.</a:t>
            </a:r>
            <a:endParaRPr sz="3000">
              <a:solidFill>
                <a:schemeClr val="dk1"/>
              </a:solidFill>
              <a:latin typeface="Lexend"/>
              <a:ea typeface="Lexend"/>
              <a:cs typeface="Lexend"/>
              <a:sym typeface="Lexend"/>
            </a:endParaRPr>
          </a:p>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Example: define Person(String name, float age)</a:t>
            </a:r>
            <a:endParaRPr sz="30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t/>
            </a:r>
            <a:endParaRPr sz="3000">
              <a:solidFill>
                <a:schemeClr val="dk1"/>
              </a:solidFill>
              <a:latin typeface="Lexend"/>
              <a:ea typeface="Lexend"/>
              <a:cs typeface="Lexend"/>
              <a:sym typeface="Lexen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g3aa74088a20_0_15"/>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Objects and Classes</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t/>
            </a:r>
            <a:endParaRPr sz="1200">
              <a:latin typeface="IBM Plex Sans"/>
              <a:ea typeface="IBM Plex Sans"/>
              <a:cs typeface="IBM Plex Sans"/>
              <a:sym typeface="IBM Plex Sans"/>
            </a:endParaRPr>
          </a:p>
        </p:txBody>
      </p:sp>
      <p:cxnSp>
        <p:nvCxnSpPr>
          <p:cNvPr id="306" name="Google Shape;306;g3aa74088a20_0_15"/>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307" name="Google Shape;307;g3aa74088a20_0_15"/>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9B1D23"/>
              </a:buClr>
              <a:buSzPts val="5300"/>
              <a:buFont typeface="Arial Black"/>
              <a:buNone/>
            </a:pPr>
            <a:r>
              <a:rPr lang="en-US" sz="3600"/>
              <a:t>Parameterized Constructor</a:t>
            </a:r>
            <a:endParaRPr sz="3600"/>
          </a:p>
        </p:txBody>
      </p:sp>
      <p:pic>
        <p:nvPicPr>
          <p:cNvPr id="308" name="Google Shape;308;g3aa74088a20_0_15"/>
          <p:cNvPicPr preferRelativeResize="0"/>
          <p:nvPr/>
        </p:nvPicPr>
        <p:blipFill>
          <a:blip r:embed="rId3">
            <a:alphaModFix/>
          </a:blip>
          <a:stretch>
            <a:fillRect/>
          </a:stretch>
        </p:blipFill>
        <p:spPr>
          <a:xfrm>
            <a:off x="517400" y="1651712"/>
            <a:ext cx="5510400" cy="2539469"/>
          </a:xfrm>
          <a:prstGeom prst="rect">
            <a:avLst/>
          </a:prstGeom>
          <a:noFill/>
          <a:ln>
            <a:noFill/>
          </a:ln>
        </p:spPr>
      </p:pic>
      <p:pic>
        <p:nvPicPr>
          <p:cNvPr id="309" name="Google Shape;309;g3aa74088a20_0_15"/>
          <p:cNvPicPr preferRelativeResize="0"/>
          <p:nvPr/>
        </p:nvPicPr>
        <p:blipFill>
          <a:blip r:embed="rId4">
            <a:alphaModFix/>
          </a:blip>
          <a:stretch>
            <a:fillRect/>
          </a:stretch>
        </p:blipFill>
        <p:spPr>
          <a:xfrm>
            <a:off x="6184925" y="1584875"/>
            <a:ext cx="5893874" cy="28537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g39a1362b7ee_9_96"/>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Objects and Classes</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t/>
            </a:r>
            <a:endParaRPr sz="1200">
              <a:latin typeface="IBM Plex Sans"/>
              <a:ea typeface="IBM Plex Sans"/>
              <a:cs typeface="IBM Plex Sans"/>
              <a:sym typeface="IBM Plex Sans"/>
            </a:endParaRPr>
          </a:p>
        </p:txBody>
      </p:sp>
      <p:cxnSp>
        <p:nvCxnSpPr>
          <p:cNvPr id="316" name="Google Shape;316;g39a1362b7ee_9_96"/>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317" name="Google Shape;317;g39a1362b7ee_9_96"/>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rgbClr val="9B1D23"/>
              </a:buClr>
              <a:buSzPct val="124209"/>
              <a:buFont typeface="Arial Black"/>
              <a:buNone/>
            </a:pPr>
            <a:r>
              <a:rPr lang="en-US"/>
              <a:t>METHODS</a:t>
            </a:r>
            <a:endParaRPr/>
          </a:p>
        </p:txBody>
      </p:sp>
      <p:sp>
        <p:nvSpPr>
          <p:cNvPr id="318" name="Google Shape;318;g39a1362b7ee_9_96"/>
          <p:cNvSpPr txBox="1"/>
          <p:nvPr/>
        </p:nvSpPr>
        <p:spPr>
          <a:xfrm>
            <a:off x="517400" y="1764525"/>
            <a:ext cx="10150500" cy="2770500"/>
          </a:xfrm>
          <a:prstGeom prst="rect">
            <a:avLst/>
          </a:prstGeom>
          <a:noFill/>
          <a:ln>
            <a:noFill/>
          </a:ln>
        </p:spPr>
        <p:txBody>
          <a:bodyPr anchorCtr="0" anchor="t" bIns="91425" lIns="91425" spcFirstLastPara="1" rIns="91425" wrap="square" tIns="91425">
            <a:spAutoFit/>
          </a:bodyPr>
          <a:lstStyle/>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defines actions or behaviors</a:t>
            </a:r>
            <a:endParaRPr sz="3000">
              <a:solidFill>
                <a:schemeClr val="dk1"/>
              </a:solidFill>
              <a:latin typeface="Lexend"/>
              <a:ea typeface="Lexend"/>
              <a:cs typeface="Lexend"/>
              <a:sym typeface="Lexend"/>
            </a:endParaRPr>
          </a:p>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encapsulates functionality</a:t>
            </a:r>
            <a:endParaRPr sz="3000">
              <a:solidFill>
                <a:schemeClr val="dk1"/>
              </a:solidFill>
              <a:latin typeface="Lexend"/>
              <a:ea typeface="Lexend"/>
              <a:cs typeface="Lexend"/>
              <a:sym typeface="Lexend"/>
            </a:endParaRPr>
          </a:p>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a set of statements</a:t>
            </a:r>
            <a:endParaRPr sz="3000">
              <a:solidFill>
                <a:schemeClr val="dk1"/>
              </a:solidFill>
              <a:latin typeface="Lexend"/>
              <a:ea typeface="Lexend"/>
              <a:cs typeface="Lexend"/>
              <a:sym typeface="Lexend"/>
            </a:endParaRPr>
          </a:p>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can be used to set attributes or get attributes</a:t>
            </a:r>
            <a:endParaRPr sz="3000">
              <a:solidFill>
                <a:schemeClr val="dk1"/>
              </a:solidFill>
              <a:latin typeface="Lexend"/>
              <a:ea typeface="Lexend"/>
              <a:cs typeface="Lexend"/>
              <a:sym typeface="Lexend"/>
            </a:endParaRPr>
          </a:p>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“things the object does”</a:t>
            </a:r>
            <a:endParaRPr sz="3000">
              <a:solidFill>
                <a:schemeClr val="dk1"/>
              </a:solidFill>
              <a:latin typeface="Lexend"/>
              <a:ea typeface="Lexend"/>
              <a:cs typeface="Lexend"/>
              <a:sym typeface="Lexen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g39a1362b7ee_9_104"/>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Objects and Classes</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t/>
            </a:r>
            <a:endParaRPr sz="1200">
              <a:latin typeface="IBM Plex Sans"/>
              <a:ea typeface="IBM Plex Sans"/>
              <a:cs typeface="IBM Plex Sans"/>
              <a:sym typeface="IBM Plex Sans"/>
            </a:endParaRPr>
          </a:p>
        </p:txBody>
      </p:sp>
      <p:cxnSp>
        <p:nvCxnSpPr>
          <p:cNvPr id="325" name="Google Shape;325;g39a1362b7ee_9_104"/>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326" name="Google Shape;326;g39a1362b7ee_9_104"/>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B1D23"/>
              </a:buClr>
              <a:buSzPts val="4770"/>
              <a:buFont typeface="Arial Black"/>
              <a:buNone/>
            </a:pPr>
            <a:r>
              <a:rPr lang="en-US" sz="3340"/>
              <a:t>Declaring Methods / Method Declaration</a:t>
            </a:r>
            <a:endParaRPr sz="3340"/>
          </a:p>
        </p:txBody>
      </p:sp>
      <p:sp>
        <p:nvSpPr>
          <p:cNvPr id="327" name="Google Shape;327;g39a1362b7ee_9_104"/>
          <p:cNvSpPr txBox="1"/>
          <p:nvPr/>
        </p:nvSpPr>
        <p:spPr>
          <a:xfrm>
            <a:off x="517400" y="1764525"/>
            <a:ext cx="10150500" cy="2239500"/>
          </a:xfrm>
          <a:prstGeom prst="rect">
            <a:avLst/>
          </a:prstGeom>
          <a:noFill/>
          <a:ln>
            <a:noFill/>
          </a:ln>
        </p:spPr>
        <p:txBody>
          <a:bodyPr anchorCtr="0" anchor="t" bIns="91425" lIns="91425" spcFirstLastPara="1" rIns="91425" wrap="square" tIns="91425">
            <a:spAutoFit/>
          </a:bodyPr>
          <a:lstStyle/>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specify the method's name, the return type, and a list of parameters (optional)</a:t>
            </a:r>
            <a:endParaRPr sz="3000">
              <a:solidFill>
                <a:schemeClr val="dk1"/>
              </a:solidFill>
              <a:latin typeface="Lexend"/>
              <a:ea typeface="Lexend"/>
              <a:cs typeface="Lexend"/>
              <a:sym typeface="Lexend"/>
            </a:endParaRPr>
          </a:p>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the return type indicates the data type of the value the method can return</a:t>
            </a:r>
            <a:endParaRPr sz="3000">
              <a:solidFill>
                <a:schemeClr val="dk1"/>
              </a:solidFill>
              <a:latin typeface="Lexend"/>
              <a:ea typeface="Lexend"/>
              <a:cs typeface="Lexend"/>
              <a:sym typeface="Lexen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g39a1362b7ee_9_24"/>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Objects and Classes</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t/>
            </a:r>
            <a:endParaRPr sz="1200">
              <a:latin typeface="IBM Plex Sans"/>
              <a:ea typeface="IBM Plex Sans"/>
              <a:cs typeface="IBM Plex Sans"/>
              <a:sym typeface="IBM Plex Sans"/>
            </a:endParaRPr>
          </a:p>
        </p:txBody>
      </p:sp>
      <p:cxnSp>
        <p:nvCxnSpPr>
          <p:cNvPr id="334" name="Google Shape;334;g39a1362b7ee_9_24"/>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335" name="Google Shape;335;g39a1362b7ee_9_24"/>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rgbClr val="9B1D23"/>
              </a:buClr>
              <a:buSzPct val="124209"/>
              <a:buFont typeface="Arial Black"/>
              <a:buNone/>
            </a:pPr>
            <a:r>
              <a:rPr lang="en-US"/>
              <a:t>Method Signature</a:t>
            </a:r>
            <a:endParaRPr/>
          </a:p>
        </p:txBody>
      </p:sp>
      <p:sp>
        <p:nvSpPr>
          <p:cNvPr id="336" name="Google Shape;336;g39a1362b7ee_9_24"/>
          <p:cNvSpPr txBox="1"/>
          <p:nvPr/>
        </p:nvSpPr>
        <p:spPr>
          <a:xfrm>
            <a:off x="517400" y="1764525"/>
            <a:ext cx="10150500" cy="1177500"/>
          </a:xfrm>
          <a:prstGeom prst="rect">
            <a:avLst/>
          </a:prstGeom>
          <a:noFill/>
          <a:ln>
            <a:noFill/>
          </a:ln>
        </p:spPr>
        <p:txBody>
          <a:bodyPr anchorCtr="0" anchor="t" bIns="91425" lIns="91425" spcFirstLastPara="1" rIns="91425" wrap="square" tIns="91425">
            <a:spAutoFit/>
          </a:bodyPr>
          <a:lstStyle/>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Refers to the combination of the method name and the parameter list</a:t>
            </a:r>
            <a:endParaRPr sz="3000">
              <a:solidFill>
                <a:schemeClr val="dk1"/>
              </a:solidFill>
              <a:latin typeface="Lexend"/>
              <a:ea typeface="Lexend"/>
              <a:cs typeface="Lexend"/>
              <a:sym typeface="Lexen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g39a1362b7ee_9_32"/>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Objects and Classes</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t/>
            </a:r>
            <a:endParaRPr sz="1200">
              <a:latin typeface="IBM Plex Sans"/>
              <a:ea typeface="IBM Plex Sans"/>
              <a:cs typeface="IBM Plex Sans"/>
              <a:sym typeface="IBM Plex Sans"/>
            </a:endParaRPr>
          </a:p>
        </p:txBody>
      </p:sp>
      <p:cxnSp>
        <p:nvCxnSpPr>
          <p:cNvPr id="343" name="Google Shape;343;g39a1362b7ee_9_32"/>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344" name="Google Shape;344;g39a1362b7ee_9_32"/>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rgbClr val="9B1D23"/>
              </a:buClr>
              <a:buSzPct val="124209"/>
              <a:buFont typeface="Arial Black"/>
              <a:buNone/>
            </a:pPr>
            <a:r>
              <a:rPr lang="en-US"/>
              <a:t>Method Body</a:t>
            </a:r>
            <a:endParaRPr/>
          </a:p>
        </p:txBody>
      </p:sp>
      <p:sp>
        <p:nvSpPr>
          <p:cNvPr id="345" name="Google Shape;345;g39a1362b7ee_9_32"/>
          <p:cNvSpPr txBox="1"/>
          <p:nvPr/>
        </p:nvSpPr>
        <p:spPr>
          <a:xfrm>
            <a:off x="517400" y="1764525"/>
            <a:ext cx="10150500" cy="2770500"/>
          </a:xfrm>
          <a:prstGeom prst="rect">
            <a:avLst/>
          </a:prstGeom>
          <a:noFill/>
          <a:ln>
            <a:noFill/>
          </a:ln>
        </p:spPr>
        <p:txBody>
          <a:bodyPr anchorCtr="0" anchor="t" bIns="91425" lIns="91425" spcFirstLastPara="1" rIns="91425" wrap="square" tIns="91425">
            <a:spAutoFit/>
          </a:bodyPr>
          <a:lstStyle/>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the actual logic of the method that is executed when a method is called</a:t>
            </a:r>
            <a:endParaRPr sz="3000">
              <a:solidFill>
                <a:schemeClr val="dk1"/>
              </a:solidFill>
              <a:latin typeface="Lexend"/>
              <a:ea typeface="Lexend"/>
              <a:cs typeface="Lexend"/>
              <a:sym typeface="Lexend"/>
            </a:endParaRPr>
          </a:p>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contains the block of code enclosed with curly braces</a:t>
            </a:r>
            <a:endParaRPr sz="30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t/>
            </a:r>
            <a:endParaRPr sz="3000">
              <a:solidFill>
                <a:schemeClr val="dk1"/>
              </a:solidFill>
              <a:latin typeface="Lexend"/>
              <a:ea typeface="Lexend"/>
              <a:cs typeface="Lexend"/>
              <a:sym typeface="Lexen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g39a1362b7ee_9_136"/>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Objects and Classes</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t/>
            </a:r>
            <a:endParaRPr sz="1200">
              <a:latin typeface="IBM Plex Sans"/>
              <a:ea typeface="IBM Plex Sans"/>
              <a:cs typeface="IBM Plex Sans"/>
              <a:sym typeface="IBM Plex Sans"/>
            </a:endParaRPr>
          </a:p>
        </p:txBody>
      </p:sp>
      <p:cxnSp>
        <p:nvCxnSpPr>
          <p:cNvPr id="352" name="Google Shape;352;g39a1362b7ee_9_136"/>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353" name="Google Shape;353;g39a1362b7ee_9_136"/>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rgbClr val="9B1D23"/>
              </a:buClr>
              <a:buSzPct val="124209"/>
              <a:buFont typeface="Arial Black"/>
              <a:buNone/>
            </a:pPr>
            <a:r>
              <a:rPr lang="en-US"/>
              <a:t>Local Variables</a:t>
            </a:r>
            <a:endParaRPr/>
          </a:p>
          <a:p>
            <a:pPr indent="0" lvl="0" marL="0" rtl="0" algn="l">
              <a:lnSpc>
                <a:spcPct val="90000"/>
              </a:lnSpc>
              <a:spcBef>
                <a:spcPts val="0"/>
              </a:spcBef>
              <a:spcAft>
                <a:spcPts val="0"/>
              </a:spcAft>
              <a:buClr>
                <a:srgbClr val="9B1D23"/>
              </a:buClr>
              <a:buSzPct val="124209"/>
              <a:buFont typeface="Arial Black"/>
              <a:buNone/>
            </a:pPr>
            <a:r>
              <a:t/>
            </a:r>
            <a:endParaRPr/>
          </a:p>
        </p:txBody>
      </p:sp>
      <p:sp>
        <p:nvSpPr>
          <p:cNvPr id="354" name="Google Shape;354;g39a1362b7ee_9_136"/>
          <p:cNvSpPr txBox="1"/>
          <p:nvPr/>
        </p:nvSpPr>
        <p:spPr>
          <a:xfrm>
            <a:off x="517400" y="1764525"/>
            <a:ext cx="10150500" cy="2770500"/>
          </a:xfrm>
          <a:prstGeom prst="rect">
            <a:avLst/>
          </a:prstGeom>
          <a:noFill/>
          <a:ln>
            <a:noFill/>
          </a:ln>
        </p:spPr>
        <p:txBody>
          <a:bodyPr anchorCtr="0" anchor="t" bIns="91425" lIns="91425" spcFirstLastPara="1" rIns="91425" wrap="square" tIns="91425">
            <a:spAutoFit/>
          </a:bodyPr>
          <a:lstStyle/>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A variable declared inside the method body</a:t>
            </a:r>
            <a:endParaRPr sz="3000">
              <a:solidFill>
                <a:schemeClr val="dk1"/>
              </a:solidFill>
              <a:latin typeface="Lexend"/>
              <a:ea typeface="Lexend"/>
              <a:cs typeface="Lexend"/>
              <a:sym typeface="Lexend"/>
            </a:endParaRPr>
          </a:p>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Only exists within the method and does not belong to the class itself</a:t>
            </a:r>
            <a:endParaRPr sz="3000">
              <a:solidFill>
                <a:schemeClr val="dk1"/>
              </a:solidFill>
              <a:latin typeface="Lexend"/>
              <a:ea typeface="Lexend"/>
              <a:cs typeface="Lexend"/>
              <a:sym typeface="Lexend"/>
            </a:endParaRPr>
          </a:p>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May serve different purposes such as a temporary holder for a value</a:t>
            </a:r>
            <a:endParaRPr sz="3000">
              <a:solidFill>
                <a:schemeClr val="dk1"/>
              </a:solidFill>
              <a:latin typeface="Lexend"/>
              <a:ea typeface="Lexend"/>
              <a:cs typeface="Lexend"/>
              <a:sym typeface="Lexen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g39a1362b7ee_9_144"/>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Objects and Classes</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t/>
            </a:r>
            <a:endParaRPr sz="1200">
              <a:latin typeface="IBM Plex Sans"/>
              <a:ea typeface="IBM Plex Sans"/>
              <a:cs typeface="IBM Plex Sans"/>
              <a:sym typeface="IBM Plex Sans"/>
            </a:endParaRPr>
          </a:p>
        </p:txBody>
      </p:sp>
      <p:cxnSp>
        <p:nvCxnSpPr>
          <p:cNvPr id="361" name="Google Shape;361;g39a1362b7ee_9_144"/>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362" name="Google Shape;362;g39a1362b7ee_9_144"/>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rgbClr val="9B1D23"/>
              </a:buClr>
              <a:buSzPct val="124209"/>
              <a:buFont typeface="Arial Black"/>
              <a:buNone/>
            </a:pPr>
            <a:r>
              <a:rPr lang="en-US"/>
              <a:t>Method Invocation</a:t>
            </a:r>
            <a:endParaRPr/>
          </a:p>
        </p:txBody>
      </p:sp>
      <p:sp>
        <p:nvSpPr>
          <p:cNvPr id="363" name="Google Shape;363;g39a1362b7ee_9_144"/>
          <p:cNvSpPr txBox="1"/>
          <p:nvPr/>
        </p:nvSpPr>
        <p:spPr>
          <a:xfrm>
            <a:off x="517400" y="1764525"/>
            <a:ext cx="10150500" cy="2239500"/>
          </a:xfrm>
          <a:prstGeom prst="rect">
            <a:avLst/>
          </a:prstGeom>
          <a:noFill/>
          <a:ln>
            <a:noFill/>
          </a:ln>
        </p:spPr>
        <p:txBody>
          <a:bodyPr anchorCtr="0" anchor="t" bIns="91425" lIns="91425" spcFirstLastPara="1" rIns="91425" wrap="square" tIns="91425">
            <a:spAutoFit/>
          </a:bodyPr>
          <a:lstStyle/>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use a method by calling it by its name and providing any parameters (if any)</a:t>
            </a:r>
            <a:endParaRPr sz="3000">
              <a:solidFill>
                <a:schemeClr val="dk1"/>
              </a:solidFill>
              <a:latin typeface="Lexend"/>
              <a:ea typeface="Lexend"/>
              <a:cs typeface="Lexend"/>
              <a:sym typeface="Lexend"/>
            </a:endParaRPr>
          </a:p>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typically done on an object using the “dot” operator (.)</a:t>
            </a:r>
            <a:endParaRPr sz="3000">
              <a:solidFill>
                <a:schemeClr val="dk1"/>
              </a:solidFill>
              <a:latin typeface="Lexend"/>
              <a:ea typeface="Lexend"/>
              <a:cs typeface="Lexend"/>
              <a:sym typeface="Lexen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g39a1362b7ee_9_152"/>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Objects and Classes</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t/>
            </a:r>
            <a:endParaRPr sz="1200">
              <a:latin typeface="IBM Plex Sans"/>
              <a:ea typeface="IBM Plex Sans"/>
              <a:cs typeface="IBM Plex Sans"/>
              <a:sym typeface="IBM Plex Sans"/>
            </a:endParaRPr>
          </a:p>
        </p:txBody>
      </p:sp>
      <p:cxnSp>
        <p:nvCxnSpPr>
          <p:cNvPr id="370" name="Google Shape;370;g39a1362b7ee_9_152"/>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371" name="Google Shape;371;g39a1362b7ee_9_152"/>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rgbClr val="9B1D23"/>
              </a:buClr>
              <a:buSzPct val="124209"/>
              <a:buFont typeface="Arial Black"/>
              <a:buNone/>
            </a:pPr>
            <a:r>
              <a:rPr lang="en-US"/>
              <a:t>Method - Example</a:t>
            </a:r>
            <a:endParaRPr/>
          </a:p>
        </p:txBody>
      </p:sp>
      <p:sp>
        <p:nvSpPr>
          <p:cNvPr id="372" name="Google Shape;372;g39a1362b7ee_9_152"/>
          <p:cNvSpPr txBox="1"/>
          <p:nvPr/>
        </p:nvSpPr>
        <p:spPr>
          <a:xfrm>
            <a:off x="517400" y="1764525"/>
            <a:ext cx="10150500" cy="3301500"/>
          </a:xfrm>
          <a:prstGeom prst="rect">
            <a:avLst/>
          </a:prstGeom>
          <a:noFill/>
          <a:ln>
            <a:noFill/>
          </a:ln>
        </p:spPr>
        <p:txBody>
          <a:bodyPr anchorCtr="0" anchor="t" bIns="91425" lIns="91425" spcFirstLastPara="1" rIns="91425" wrap="square" tIns="91425">
            <a:spAutoFit/>
          </a:bodyPr>
          <a:lstStyle/>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Method Example: given a class Person, create a new method for the class Person and provide parameters like String sleep(String placeToSleep, int hours) and return result “Well Rested” or “Still sleepy” based on the hours slept. Demonstrate use of local variables.</a:t>
            </a:r>
            <a:endParaRPr sz="3000">
              <a:solidFill>
                <a:schemeClr val="dk1"/>
              </a:solidFill>
              <a:latin typeface="Lexend"/>
              <a:ea typeface="Lexend"/>
              <a:cs typeface="Lexend"/>
              <a:sym typeface="Lexen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g3aa74088a20_0_29"/>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Objects and Classes</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t/>
            </a:r>
            <a:endParaRPr sz="1200">
              <a:latin typeface="IBM Plex Sans"/>
              <a:ea typeface="IBM Plex Sans"/>
              <a:cs typeface="IBM Plex Sans"/>
              <a:sym typeface="IBM Plex Sans"/>
            </a:endParaRPr>
          </a:p>
        </p:txBody>
      </p:sp>
      <p:cxnSp>
        <p:nvCxnSpPr>
          <p:cNvPr id="379" name="Google Shape;379;g3aa74088a20_0_29"/>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380" name="Google Shape;380;g3aa74088a20_0_29"/>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rgbClr val="9B1D23"/>
              </a:buClr>
              <a:buSzPct val="124209"/>
              <a:buFont typeface="Arial Black"/>
              <a:buNone/>
            </a:pPr>
            <a:r>
              <a:rPr lang="en-US"/>
              <a:t>Method - Example</a:t>
            </a:r>
            <a:endParaRPr/>
          </a:p>
        </p:txBody>
      </p:sp>
      <p:pic>
        <p:nvPicPr>
          <p:cNvPr id="381" name="Google Shape;381;g3aa74088a20_0_29"/>
          <p:cNvPicPr preferRelativeResize="0"/>
          <p:nvPr/>
        </p:nvPicPr>
        <p:blipFill>
          <a:blip r:embed="rId3">
            <a:alphaModFix/>
          </a:blip>
          <a:stretch>
            <a:fillRect/>
          </a:stretch>
        </p:blipFill>
        <p:spPr>
          <a:xfrm>
            <a:off x="594448" y="1754931"/>
            <a:ext cx="9314700" cy="322887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g3a9fedc5533_0_19"/>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Objects and Classes</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t/>
            </a:r>
            <a:endParaRPr sz="1200">
              <a:latin typeface="IBM Plex Sans"/>
              <a:ea typeface="IBM Plex Sans"/>
              <a:cs typeface="IBM Plex Sans"/>
              <a:sym typeface="IBM Plex Sans"/>
            </a:endParaRPr>
          </a:p>
        </p:txBody>
      </p:sp>
      <p:cxnSp>
        <p:nvCxnSpPr>
          <p:cNvPr id="388" name="Google Shape;388;g3a9fedc5533_0_19"/>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389" name="Google Shape;389;g3a9fedc5533_0_19"/>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rgbClr val="9B1D23"/>
              </a:buClr>
              <a:buSzPct val="124209"/>
              <a:buFont typeface="Arial Black"/>
              <a:buNone/>
            </a:pPr>
            <a:r>
              <a:rPr lang="en-US"/>
              <a:t>Seatwork 2 - Individual</a:t>
            </a:r>
            <a:endParaRPr/>
          </a:p>
        </p:txBody>
      </p:sp>
      <p:sp>
        <p:nvSpPr>
          <p:cNvPr id="390" name="Google Shape;390;g3a9fedc5533_0_19"/>
          <p:cNvSpPr txBox="1"/>
          <p:nvPr/>
        </p:nvSpPr>
        <p:spPr>
          <a:xfrm>
            <a:off x="517400" y="1764525"/>
            <a:ext cx="10150500" cy="554100"/>
          </a:xfrm>
          <a:prstGeom prst="rect">
            <a:avLst/>
          </a:prstGeom>
          <a:noFill/>
          <a:ln>
            <a:noFill/>
          </a:ln>
        </p:spPr>
        <p:txBody>
          <a:bodyPr anchorCtr="0" anchor="t" bIns="91425" lIns="91425" spcFirstLastPara="1" rIns="91425" wrap="square" tIns="91425">
            <a:spAutoFit/>
          </a:bodyPr>
          <a:lstStyle/>
          <a:p>
            <a:pPr indent="-381000" lvl="0" marL="457200" rtl="0" algn="l">
              <a:lnSpc>
                <a:spcPct val="115000"/>
              </a:lnSpc>
              <a:spcBef>
                <a:spcPts val="0"/>
              </a:spcBef>
              <a:spcAft>
                <a:spcPts val="0"/>
              </a:spcAft>
              <a:buClr>
                <a:schemeClr val="dk1"/>
              </a:buClr>
              <a:buSzPts val="2400"/>
              <a:buFont typeface="Lexend"/>
              <a:buChar char="●"/>
            </a:pPr>
            <a:r>
              <a:rPr lang="en-US" sz="2400">
                <a:solidFill>
                  <a:schemeClr val="dk1"/>
                </a:solidFill>
                <a:latin typeface="Lexend"/>
                <a:ea typeface="Lexend"/>
                <a:cs typeface="Lexend"/>
                <a:sym typeface="Lexend"/>
              </a:rPr>
              <a:t>Complete the code snippet below to achieve the output</a:t>
            </a:r>
            <a:endParaRPr sz="2400">
              <a:solidFill>
                <a:schemeClr val="dk1"/>
              </a:solidFill>
              <a:latin typeface="Lexend"/>
              <a:ea typeface="Lexend"/>
              <a:cs typeface="Lexend"/>
              <a:sym typeface="Lexend"/>
            </a:endParaRPr>
          </a:p>
        </p:txBody>
      </p:sp>
      <p:pic>
        <p:nvPicPr>
          <p:cNvPr id="391" name="Google Shape;391;g3a9fedc5533_0_19"/>
          <p:cNvPicPr preferRelativeResize="0"/>
          <p:nvPr/>
        </p:nvPicPr>
        <p:blipFill>
          <a:blip r:embed="rId3">
            <a:alphaModFix/>
          </a:blip>
          <a:stretch>
            <a:fillRect/>
          </a:stretch>
        </p:blipFill>
        <p:spPr>
          <a:xfrm>
            <a:off x="7190825" y="2912391"/>
            <a:ext cx="4254850" cy="1021150"/>
          </a:xfrm>
          <a:prstGeom prst="rect">
            <a:avLst/>
          </a:prstGeom>
          <a:noFill/>
          <a:ln>
            <a:noFill/>
          </a:ln>
        </p:spPr>
      </p:pic>
      <p:pic>
        <p:nvPicPr>
          <p:cNvPr id="392" name="Google Shape;392;g3a9fedc5533_0_19"/>
          <p:cNvPicPr preferRelativeResize="0"/>
          <p:nvPr/>
        </p:nvPicPr>
        <p:blipFill>
          <a:blip r:embed="rId4">
            <a:alphaModFix/>
          </a:blip>
          <a:stretch>
            <a:fillRect/>
          </a:stretch>
        </p:blipFill>
        <p:spPr>
          <a:xfrm>
            <a:off x="758100" y="4654625"/>
            <a:ext cx="8136700" cy="1930500"/>
          </a:xfrm>
          <a:prstGeom prst="rect">
            <a:avLst/>
          </a:prstGeom>
          <a:noFill/>
          <a:ln>
            <a:noFill/>
          </a:ln>
        </p:spPr>
      </p:pic>
      <p:pic>
        <p:nvPicPr>
          <p:cNvPr id="393" name="Google Shape;393;g3a9fedc5533_0_19"/>
          <p:cNvPicPr preferRelativeResize="0"/>
          <p:nvPr/>
        </p:nvPicPr>
        <p:blipFill>
          <a:blip r:embed="rId5">
            <a:alphaModFix/>
          </a:blip>
          <a:stretch>
            <a:fillRect/>
          </a:stretch>
        </p:blipFill>
        <p:spPr>
          <a:xfrm>
            <a:off x="758101" y="2395838"/>
            <a:ext cx="5573650" cy="2054241"/>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g39a1362b7ee_9_160"/>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Objects and Classes</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t/>
            </a:r>
            <a:endParaRPr sz="1200">
              <a:latin typeface="IBM Plex Sans"/>
              <a:ea typeface="IBM Plex Sans"/>
              <a:cs typeface="IBM Plex Sans"/>
              <a:sym typeface="IBM Plex Sans"/>
            </a:endParaRPr>
          </a:p>
        </p:txBody>
      </p:sp>
      <p:cxnSp>
        <p:nvCxnSpPr>
          <p:cNvPr id="400" name="Google Shape;400;g39a1362b7ee_9_160"/>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401" name="Google Shape;401;g39a1362b7ee_9_160"/>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rgbClr val="9B1D23"/>
              </a:buClr>
              <a:buSzPct val="124209"/>
              <a:buFont typeface="Arial Black"/>
              <a:buNone/>
            </a:pPr>
            <a:r>
              <a:rPr lang="en-US"/>
              <a:t>VARIABLES</a:t>
            </a:r>
            <a:endParaRPr/>
          </a:p>
        </p:txBody>
      </p:sp>
      <p:sp>
        <p:nvSpPr>
          <p:cNvPr id="402" name="Google Shape;402;g39a1362b7ee_9_160"/>
          <p:cNvSpPr txBox="1"/>
          <p:nvPr/>
        </p:nvSpPr>
        <p:spPr>
          <a:xfrm>
            <a:off x="517400" y="1764525"/>
            <a:ext cx="10150500" cy="1177500"/>
          </a:xfrm>
          <a:prstGeom prst="rect">
            <a:avLst/>
          </a:prstGeom>
          <a:noFill/>
          <a:ln>
            <a:noFill/>
          </a:ln>
        </p:spPr>
        <p:txBody>
          <a:bodyPr anchorCtr="0" anchor="t" bIns="91425" lIns="91425" spcFirstLastPara="1" rIns="91425" wrap="square" tIns="91425">
            <a:spAutoFit/>
          </a:bodyPr>
          <a:lstStyle/>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used to store and manage data</a:t>
            </a:r>
            <a:endParaRPr sz="3000">
              <a:solidFill>
                <a:schemeClr val="dk1"/>
              </a:solidFill>
              <a:latin typeface="Lexend"/>
              <a:ea typeface="Lexend"/>
              <a:cs typeface="Lexend"/>
              <a:sym typeface="Lexend"/>
            </a:endParaRPr>
          </a:p>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data manipulated by the application</a:t>
            </a:r>
            <a:endParaRPr sz="3000">
              <a:solidFill>
                <a:schemeClr val="dk1"/>
              </a:solidFill>
              <a:latin typeface="Lexend"/>
              <a:ea typeface="Lexend"/>
              <a:cs typeface="Lexend"/>
              <a:sym typeface="Lexen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g39a1362b7ee_9_168"/>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Objects and Classes</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t/>
            </a:r>
            <a:endParaRPr sz="1200">
              <a:latin typeface="IBM Plex Sans"/>
              <a:ea typeface="IBM Plex Sans"/>
              <a:cs typeface="IBM Plex Sans"/>
              <a:sym typeface="IBM Plex Sans"/>
            </a:endParaRPr>
          </a:p>
        </p:txBody>
      </p:sp>
      <p:cxnSp>
        <p:nvCxnSpPr>
          <p:cNvPr id="409" name="Google Shape;409;g39a1362b7ee_9_168"/>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410" name="Google Shape;410;g39a1362b7ee_9_168"/>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B1D23"/>
              </a:buClr>
              <a:buSzPts val="4770"/>
              <a:buFont typeface="Arial Black"/>
              <a:buNone/>
            </a:pPr>
            <a:r>
              <a:rPr lang="en-US" sz="3440"/>
              <a:t>Declaring Variables / Variable Declaration</a:t>
            </a:r>
            <a:endParaRPr sz="3440"/>
          </a:p>
        </p:txBody>
      </p:sp>
      <p:sp>
        <p:nvSpPr>
          <p:cNvPr id="411" name="Google Shape;411;g39a1362b7ee_9_168"/>
          <p:cNvSpPr txBox="1"/>
          <p:nvPr/>
        </p:nvSpPr>
        <p:spPr>
          <a:xfrm>
            <a:off x="517400" y="1764525"/>
            <a:ext cx="10150500" cy="2239500"/>
          </a:xfrm>
          <a:prstGeom prst="rect">
            <a:avLst/>
          </a:prstGeom>
          <a:noFill/>
          <a:ln>
            <a:noFill/>
          </a:ln>
        </p:spPr>
        <p:txBody>
          <a:bodyPr anchorCtr="0" anchor="t" bIns="91425" lIns="91425" spcFirstLastPara="1" rIns="91425" wrap="square" tIns="91425">
            <a:spAutoFit/>
          </a:bodyPr>
          <a:lstStyle/>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Indicate the data type and declare the name of the variable</a:t>
            </a:r>
            <a:endParaRPr sz="3000">
              <a:solidFill>
                <a:schemeClr val="dk1"/>
              </a:solidFill>
              <a:latin typeface="Lexend"/>
              <a:ea typeface="Lexend"/>
              <a:cs typeface="Lexend"/>
              <a:sym typeface="Lexend"/>
            </a:endParaRPr>
          </a:p>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Variable names should be typically written in camelCase</a:t>
            </a:r>
            <a:endParaRPr sz="3000">
              <a:solidFill>
                <a:schemeClr val="dk1"/>
              </a:solidFill>
              <a:latin typeface="Lexend"/>
              <a:ea typeface="Lexend"/>
              <a:cs typeface="Lexend"/>
              <a:sym typeface="Lexen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g39a1362b7ee_9_176"/>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Objects and Classes</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t/>
            </a:r>
            <a:endParaRPr sz="1200">
              <a:latin typeface="IBM Plex Sans"/>
              <a:ea typeface="IBM Plex Sans"/>
              <a:cs typeface="IBM Plex Sans"/>
              <a:sym typeface="IBM Plex Sans"/>
            </a:endParaRPr>
          </a:p>
        </p:txBody>
      </p:sp>
      <p:cxnSp>
        <p:nvCxnSpPr>
          <p:cNvPr id="418" name="Google Shape;418;g39a1362b7ee_9_176"/>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419" name="Google Shape;419;g39a1362b7ee_9_176"/>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rgbClr val="9B1D23"/>
              </a:buClr>
              <a:buSzPct val="124209"/>
              <a:buFont typeface="Arial Black"/>
              <a:buNone/>
            </a:pPr>
            <a:r>
              <a:rPr lang="en-US"/>
              <a:t>Initializing Variables</a:t>
            </a:r>
            <a:endParaRPr/>
          </a:p>
        </p:txBody>
      </p:sp>
      <p:sp>
        <p:nvSpPr>
          <p:cNvPr id="420" name="Google Shape;420;g39a1362b7ee_9_176"/>
          <p:cNvSpPr txBox="1"/>
          <p:nvPr/>
        </p:nvSpPr>
        <p:spPr>
          <a:xfrm>
            <a:off x="517400" y="1764525"/>
            <a:ext cx="10150500" cy="2770500"/>
          </a:xfrm>
          <a:prstGeom prst="rect">
            <a:avLst/>
          </a:prstGeom>
          <a:noFill/>
          <a:ln>
            <a:noFill/>
          </a:ln>
        </p:spPr>
        <p:txBody>
          <a:bodyPr anchorCtr="0" anchor="t" bIns="91425" lIns="91425" spcFirstLastPara="1" rIns="91425" wrap="square" tIns="91425">
            <a:spAutoFit/>
          </a:bodyPr>
          <a:lstStyle/>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Assign a value to the variable upon declaration</a:t>
            </a:r>
            <a:endParaRPr sz="3000">
              <a:solidFill>
                <a:schemeClr val="dk1"/>
              </a:solidFill>
              <a:latin typeface="Lexend"/>
              <a:ea typeface="Lexend"/>
              <a:cs typeface="Lexend"/>
              <a:sym typeface="Lexend"/>
            </a:endParaRPr>
          </a:p>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Primitive data types typically have a default value of 0 while objects have a default value of null</a:t>
            </a:r>
            <a:endParaRPr sz="3000">
              <a:solidFill>
                <a:schemeClr val="dk1"/>
              </a:solidFill>
              <a:latin typeface="Lexend"/>
              <a:ea typeface="Lexend"/>
              <a:cs typeface="Lexend"/>
              <a:sym typeface="Lexend"/>
            </a:endParaRPr>
          </a:p>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Uses the “equal” sign to assign values</a:t>
            </a:r>
            <a:endParaRPr sz="3000">
              <a:solidFill>
                <a:schemeClr val="dk1"/>
              </a:solidFill>
              <a:latin typeface="Lexend"/>
              <a:ea typeface="Lexend"/>
              <a:cs typeface="Lexend"/>
              <a:sym typeface="Lexend"/>
            </a:endParaRPr>
          </a:p>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Example: int age = 10;</a:t>
            </a:r>
            <a:endParaRPr sz="3000">
              <a:solidFill>
                <a:schemeClr val="dk1"/>
              </a:solidFill>
              <a:latin typeface="Lexend"/>
              <a:ea typeface="Lexend"/>
              <a:cs typeface="Lexend"/>
              <a:sym typeface="Lexen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g39a1362b7ee_9_184"/>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Objects and Classes</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t/>
            </a:r>
            <a:endParaRPr sz="1200">
              <a:latin typeface="IBM Plex Sans"/>
              <a:ea typeface="IBM Plex Sans"/>
              <a:cs typeface="IBM Plex Sans"/>
              <a:sym typeface="IBM Plex Sans"/>
            </a:endParaRPr>
          </a:p>
        </p:txBody>
      </p:sp>
      <p:cxnSp>
        <p:nvCxnSpPr>
          <p:cNvPr id="427" name="Google Shape;427;g39a1362b7ee_9_184"/>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428" name="Google Shape;428;g39a1362b7ee_9_184"/>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rgbClr val="9B1D23"/>
              </a:buClr>
              <a:buSzPct val="124209"/>
              <a:buFont typeface="Arial Black"/>
              <a:buNone/>
            </a:pPr>
            <a:r>
              <a:rPr lang="en-US"/>
              <a:t>Variable Scope</a:t>
            </a:r>
            <a:endParaRPr/>
          </a:p>
        </p:txBody>
      </p:sp>
      <p:sp>
        <p:nvSpPr>
          <p:cNvPr id="429" name="Google Shape;429;g39a1362b7ee_9_184"/>
          <p:cNvSpPr txBox="1"/>
          <p:nvPr/>
        </p:nvSpPr>
        <p:spPr>
          <a:xfrm>
            <a:off x="517400" y="1764525"/>
            <a:ext cx="10150500" cy="646500"/>
          </a:xfrm>
          <a:prstGeom prst="rect">
            <a:avLst/>
          </a:prstGeom>
          <a:noFill/>
          <a:ln>
            <a:noFill/>
          </a:ln>
        </p:spPr>
        <p:txBody>
          <a:bodyPr anchorCtr="0" anchor="t" bIns="91425" lIns="91425" spcFirstLastPara="1" rIns="91425" wrap="square" tIns="91425">
            <a:spAutoFit/>
          </a:bodyPr>
          <a:lstStyle/>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where a variable can be accessed</a:t>
            </a:r>
            <a:endParaRPr sz="3000">
              <a:solidFill>
                <a:schemeClr val="dk1"/>
              </a:solidFill>
              <a:latin typeface="Lexend"/>
              <a:ea typeface="Lexend"/>
              <a:cs typeface="Lexend"/>
              <a:sym typeface="Lexen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g39a1362b7ee_9_192"/>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Objects and Classes</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t/>
            </a:r>
            <a:endParaRPr sz="1200">
              <a:latin typeface="IBM Plex Sans"/>
              <a:ea typeface="IBM Plex Sans"/>
              <a:cs typeface="IBM Plex Sans"/>
              <a:sym typeface="IBM Plex Sans"/>
            </a:endParaRPr>
          </a:p>
        </p:txBody>
      </p:sp>
      <p:cxnSp>
        <p:nvCxnSpPr>
          <p:cNvPr id="436" name="Google Shape;436;g39a1362b7ee_9_192"/>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437" name="Google Shape;437;g39a1362b7ee_9_192"/>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rgbClr val="9B1D23"/>
              </a:buClr>
              <a:buSzPct val="124209"/>
              <a:buFont typeface="Arial Black"/>
              <a:buNone/>
            </a:pPr>
            <a:r>
              <a:rPr lang="en-US"/>
              <a:t>Variable Lifetime</a:t>
            </a:r>
            <a:endParaRPr/>
          </a:p>
        </p:txBody>
      </p:sp>
      <p:sp>
        <p:nvSpPr>
          <p:cNvPr id="438" name="Google Shape;438;g39a1362b7ee_9_192"/>
          <p:cNvSpPr txBox="1"/>
          <p:nvPr/>
        </p:nvSpPr>
        <p:spPr>
          <a:xfrm>
            <a:off x="517400" y="1764525"/>
            <a:ext cx="10150500" cy="646500"/>
          </a:xfrm>
          <a:prstGeom prst="rect">
            <a:avLst/>
          </a:prstGeom>
          <a:noFill/>
          <a:ln>
            <a:noFill/>
          </a:ln>
        </p:spPr>
        <p:txBody>
          <a:bodyPr anchorCtr="0" anchor="t" bIns="91425" lIns="91425" spcFirstLastPara="1" rIns="91425" wrap="square" tIns="91425">
            <a:spAutoFit/>
          </a:bodyPr>
          <a:lstStyle/>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Until when does a variable exist in memory</a:t>
            </a:r>
            <a:endParaRPr sz="3000">
              <a:solidFill>
                <a:schemeClr val="dk1"/>
              </a:solidFill>
              <a:latin typeface="Lexend"/>
              <a:ea typeface="Lexend"/>
              <a:cs typeface="Lexend"/>
              <a:sym typeface="Lexen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g39a1362b7ee_9_200"/>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Objects and Classes</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t/>
            </a:r>
            <a:endParaRPr sz="1200">
              <a:latin typeface="IBM Plex Sans"/>
              <a:ea typeface="IBM Plex Sans"/>
              <a:cs typeface="IBM Plex Sans"/>
              <a:sym typeface="IBM Plex Sans"/>
            </a:endParaRPr>
          </a:p>
        </p:txBody>
      </p:sp>
      <p:cxnSp>
        <p:nvCxnSpPr>
          <p:cNvPr id="445" name="Google Shape;445;g39a1362b7ee_9_200"/>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446" name="Google Shape;446;g39a1362b7ee_9_200"/>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rgbClr val="9B1D23"/>
              </a:buClr>
              <a:buSzPct val="124209"/>
              <a:buFont typeface="Arial Black"/>
              <a:buNone/>
            </a:pPr>
            <a:r>
              <a:rPr lang="en-US"/>
              <a:t>Types of Variables</a:t>
            </a:r>
            <a:endParaRPr/>
          </a:p>
        </p:txBody>
      </p:sp>
      <p:sp>
        <p:nvSpPr>
          <p:cNvPr id="447" name="Google Shape;447;g39a1362b7ee_9_200"/>
          <p:cNvSpPr txBox="1"/>
          <p:nvPr/>
        </p:nvSpPr>
        <p:spPr>
          <a:xfrm>
            <a:off x="517400" y="1764525"/>
            <a:ext cx="10150500" cy="1708500"/>
          </a:xfrm>
          <a:prstGeom prst="rect">
            <a:avLst/>
          </a:prstGeom>
          <a:noFill/>
          <a:ln>
            <a:noFill/>
          </a:ln>
        </p:spPr>
        <p:txBody>
          <a:bodyPr anchorCtr="0" anchor="t" bIns="91425" lIns="91425" spcFirstLastPara="1" rIns="91425" wrap="square" tIns="91425">
            <a:spAutoFit/>
          </a:bodyPr>
          <a:lstStyle/>
          <a:p>
            <a:pPr indent="-419100" lvl="0" marL="457200" rtl="0" algn="l">
              <a:lnSpc>
                <a:spcPct val="115000"/>
              </a:lnSpc>
              <a:spcBef>
                <a:spcPts val="0"/>
              </a:spcBef>
              <a:spcAft>
                <a:spcPts val="0"/>
              </a:spcAft>
              <a:buClr>
                <a:schemeClr val="dk1"/>
              </a:buClr>
              <a:buSzPts val="3000"/>
              <a:buFont typeface="Lexend"/>
              <a:buAutoNum type="arabicPeriod"/>
            </a:pPr>
            <a:r>
              <a:rPr lang="en-US" sz="3000">
                <a:solidFill>
                  <a:schemeClr val="dk1"/>
                </a:solidFill>
                <a:latin typeface="Lexend"/>
                <a:ea typeface="Lexend"/>
                <a:cs typeface="Lexend"/>
                <a:sym typeface="Lexend"/>
              </a:rPr>
              <a:t>Local variables</a:t>
            </a:r>
            <a:endParaRPr sz="3000">
              <a:solidFill>
                <a:schemeClr val="dk1"/>
              </a:solidFill>
              <a:latin typeface="Lexend"/>
              <a:ea typeface="Lexend"/>
              <a:cs typeface="Lexend"/>
              <a:sym typeface="Lexend"/>
            </a:endParaRPr>
          </a:p>
          <a:p>
            <a:pPr indent="-419100" lvl="0" marL="457200" rtl="0" algn="l">
              <a:lnSpc>
                <a:spcPct val="115000"/>
              </a:lnSpc>
              <a:spcBef>
                <a:spcPts val="0"/>
              </a:spcBef>
              <a:spcAft>
                <a:spcPts val="0"/>
              </a:spcAft>
              <a:buClr>
                <a:schemeClr val="dk1"/>
              </a:buClr>
              <a:buSzPts val="3000"/>
              <a:buFont typeface="Lexend"/>
              <a:buAutoNum type="arabicPeriod"/>
            </a:pPr>
            <a:r>
              <a:rPr lang="en-US" sz="3000">
                <a:solidFill>
                  <a:schemeClr val="dk1"/>
                </a:solidFill>
                <a:latin typeface="Lexend"/>
                <a:ea typeface="Lexend"/>
                <a:cs typeface="Lexend"/>
                <a:sym typeface="Lexend"/>
              </a:rPr>
              <a:t>Instance variables</a:t>
            </a:r>
            <a:endParaRPr sz="3000">
              <a:solidFill>
                <a:schemeClr val="dk1"/>
              </a:solidFill>
              <a:latin typeface="Lexend"/>
              <a:ea typeface="Lexend"/>
              <a:cs typeface="Lexend"/>
              <a:sym typeface="Lexend"/>
            </a:endParaRPr>
          </a:p>
          <a:p>
            <a:pPr indent="-419100" lvl="0" marL="457200" rtl="0" algn="l">
              <a:lnSpc>
                <a:spcPct val="115000"/>
              </a:lnSpc>
              <a:spcBef>
                <a:spcPts val="0"/>
              </a:spcBef>
              <a:spcAft>
                <a:spcPts val="0"/>
              </a:spcAft>
              <a:buClr>
                <a:schemeClr val="dk1"/>
              </a:buClr>
              <a:buSzPts val="3000"/>
              <a:buFont typeface="Lexend"/>
              <a:buAutoNum type="arabicPeriod"/>
            </a:pPr>
            <a:r>
              <a:rPr lang="en-US" sz="3000">
                <a:solidFill>
                  <a:schemeClr val="dk1"/>
                </a:solidFill>
                <a:latin typeface="Lexend"/>
                <a:ea typeface="Lexend"/>
                <a:cs typeface="Lexend"/>
                <a:sym typeface="Lexend"/>
              </a:rPr>
              <a:t>Static Variables (Class variables)</a:t>
            </a:r>
            <a:endParaRPr sz="3000">
              <a:solidFill>
                <a:schemeClr val="dk1"/>
              </a:solidFill>
              <a:latin typeface="Lexend"/>
              <a:ea typeface="Lexend"/>
              <a:cs typeface="Lexend"/>
              <a:sym typeface="Lexen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g39a1362b7ee_9_240"/>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Objects and Classes</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t/>
            </a:r>
            <a:endParaRPr sz="1200">
              <a:latin typeface="IBM Plex Sans"/>
              <a:ea typeface="IBM Plex Sans"/>
              <a:cs typeface="IBM Plex Sans"/>
              <a:sym typeface="IBM Plex Sans"/>
            </a:endParaRPr>
          </a:p>
        </p:txBody>
      </p:sp>
      <p:cxnSp>
        <p:nvCxnSpPr>
          <p:cNvPr id="454" name="Google Shape;454;g39a1362b7ee_9_240"/>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455" name="Google Shape;455;g39a1362b7ee_9_240"/>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rgbClr val="9B1D23"/>
              </a:buClr>
              <a:buSzPct val="124209"/>
              <a:buFont typeface="Arial Black"/>
              <a:buNone/>
            </a:pPr>
            <a:r>
              <a:rPr lang="en-US"/>
              <a:t>Local Variables</a:t>
            </a:r>
            <a:endParaRPr/>
          </a:p>
        </p:txBody>
      </p:sp>
      <p:sp>
        <p:nvSpPr>
          <p:cNvPr id="456" name="Google Shape;456;g39a1362b7ee_9_240"/>
          <p:cNvSpPr txBox="1"/>
          <p:nvPr/>
        </p:nvSpPr>
        <p:spPr>
          <a:xfrm>
            <a:off x="517400" y="1764525"/>
            <a:ext cx="10150500" cy="3301500"/>
          </a:xfrm>
          <a:prstGeom prst="rect">
            <a:avLst/>
          </a:prstGeom>
          <a:noFill/>
          <a:ln>
            <a:noFill/>
          </a:ln>
        </p:spPr>
        <p:txBody>
          <a:bodyPr anchorCtr="0" anchor="t" bIns="91425" lIns="91425" spcFirstLastPara="1" rIns="91425" wrap="square" tIns="91425">
            <a:spAutoFit/>
          </a:bodyPr>
          <a:lstStyle/>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Scope: inside a code block such as a constructor or method or other control structures  like loops and can only be accessed in that specific code block</a:t>
            </a:r>
            <a:endParaRPr sz="3000">
              <a:solidFill>
                <a:schemeClr val="dk1"/>
              </a:solidFill>
              <a:latin typeface="Lexend"/>
              <a:ea typeface="Lexend"/>
              <a:cs typeface="Lexend"/>
              <a:sym typeface="Lexend"/>
            </a:endParaRPr>
          </a:p>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Lifetime: exists until the end of the code block or the method execution</a:t>
            </a:r>
            <a:endParaRPr sz="3000">
              <a:solidFill>
                <a:schemeClr val="dk1"/>
              </a:solidFill>
              <a:latin typeface="Lexend"/>
              <a:ea typeface="Lexend"/>
              <a:cs typeface="Lexend"/>
              <a:sym typeface="Lexend"/>
            </a:endParaRPr>
          </a:p>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Example: mention example above.</a:t>
            </a:r>
            <a:endParaRPr sz="3000">
              <a:solidFill>
                <a:schemeClr val="dk1"/>
              </a:solidFill>
              <a:latin typeface="Lexend"/>
              <a:ea typeface="Lexend"/>
              <a:cs typeface="Lexend"/>
              <a:sym typeface="Lexen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g39a1362b7ee_9_256"/>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Objects and Classes</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t/>
            </a:r>
            <a:endParaRPr sz="1200">
              <a:latin typeface="IBM Plex Sans"/>
              <a:ea typeface="IBM Plex Sans"/>
              <a:cs typeface="IBM Plex Sans"/>
              <a:sym typeface="IBM Plex Sans"/>
            </a:endParaRPr>
          </a:p>
        </p:txBody>
      </p:sp>
      <p:cxnSp>
        <p:nvCxnSpPr>
          <p:cNvPr id="463" name="Google Shape;463;g39a1362b7ee_9_256"/>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464" name="Google Shape;464;g39a1362b7ee_9_256"/>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rgbClr val="9B1D23"/>
              </a:buClr>
              <a:buSzPct val="124209"/>
              <a:buFont typeface="Arial Black"/>
              <a:buNone/>
            </a:pPr>
            <a:r>
              <a:rPr lang="en-US"/>
              <a:t>Instance Variables</a:t>
            </a:r>
            <a:endParaRPr/>
          </a:p>
        </p:txBody>
      </p:sp>
      <p:sp>
        <p:nvSpPr>
          <p:cNvPr id="465" name="Google Shape;465;g39a1362b7ee_9_256"/>
          <p:cNvSpPr txBox="1"/>
          <p:nvPr/>
        </p:nvSpPr>
        <p:spPr>
          <a:xfrm>
            <a:off x="517400" y="1764525"/>
            <a:ext cx="10150500" cy="3301500"/>
          </a:xfrm>
          <a:prstGeom prst="rect">
            <a:avLst/>
          </a:prstGeom>
          <a:noFill/>
          <a:ln>
            <a:noFill/>
          </a:ln>
        </p:spPr>
        <p:txBody>
          <a:bodyPr anchorCtr="0" anchor="t" bIns="91425" lIns="91425" spcFirstLastPara="1" rIns="91425" wrap="square" tIns="91425">
            <a:spAutoFit/>
          </a:bodyPr>
          <a:lstStyle/>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Also known as fields / attributes</a:t>
            </a:r>
            <a:endParaRPr sz="3000">
              <a:solidFill>
                <a:schemeClr val="dk1"/>
              </a:solidFill>
              <a:latin typeface="Lexend"/>
              <a:ea typeface="Lexend"/>
              <a:cs typeface="Lexend"/>
              <a:sym typeface="Lexend"/>
            </a:endParaRPr>
          </a:p>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Scope: declared in a class but outside of methods and can be accessed anywhere within the class</a:t>
            </a:r>
            <a:endParaRPr sz="3000">
              <a:solidFill>
                <a:schemeClr val="dk1"/>
              </a:solidFill>
              <a:latin typeface="Lexend"/>
              <a:ea typeface="Lexend"/>
              <a:cs typeface="Lexend"/>
              <a:sym typeface="Lexend"/>
            </a:endParaRPr>
          </a:p>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Lifetime: exists as long as the object it belongs to exists in memory</a:t>
            </a:r>
            <a:endParaRPr sz="3000">
              <a:solidFill>
                <a:schemeClr val="dk1"/>
              </a:solidFill>
              <a:latin typeface="Lexend"/>
              <a:ea typeface="Lexend"/>
              <a:cs typeface="Lexend"/>
              <a:sym typeface="Lexend"/>
            </a:endParaRPr>
          </a:p>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Example: Person’s name, and age</a:t>
            </a:r>
            <a:endParaRPr sz="3000">
              <a:solidFill>
                <a:schemeClr val="dk1"/>
              </a:solidFill>
              <a:latin typeface="Lexend"/>
              <a:ea typeface="Lexend"/>
              <a:cs typeface="Lexend"/>
              <a:sym typeface="Lexen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g39a1362b7ee_9_248"/>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Objects and Classes</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t/>
            </a:r>
            <a:endParaRPr sz="1200">
              <a:latin typeface="IBM Plex Sans"/>
              <a:ea typeface="IBM Plex Sans"/>
              <a:cs typeface="IBM Plex Sans"/>
              <a:sym typeface="IBM Plex Sans"/>
            </a:endParaRPr>
          </a:p>
        </p:txBody>
      </p:sp>
      <p:cxnSp>
        <p:nvCxnSpPr>
          <p:cNvPr id="472" name="Google Shape;472;g39a1362b7ee_9_248"/>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473" name="Google Shape;473;g39a1362b7ee_9_248"/>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rgbClr val="9B1D23"/>
              </a:buClr>
              <a:buSzPct val="124209"/>
              <a:buFont typeface="Arial Black"/>
              <a:buNone/>
            </a:pPr>
            <a:r>
              <a:rPr lang="en-US"/>
              <a:t>Static Variables (Class variables)</a:t>
            </a:r>
            <a:endParaRPr/>
          </a:p>
        </p:txBody>
      </p:sp>
      <p:sp>
        <p:nvSpPr>
          <p:cNvPr id="474" name="Google Shape;474;g39a1362b7ee_9_248"/>
          <p:cNvSpPr txBox="1"/>
          <p:nvPr/>
        </p:nvSpPr>
        <p:spPr>
          <a:xfrm>
            <a:off x="517400" y="1764525"/>
            <a:ext cx="10150500" cy="4363800"/>
          </a:xfrm>
          <a:prstGeom prst="rect">
            <a:avLst/>
          </a:prstGeom>
          <a:noFill/>
          <a:ln>
            <a:noFill/>
          </a:ln>
        </p:spPr>
        <p:txBody>
          <a:bodyPr anchorCtr="0" anchor="t" bIns="91425" lIns="91425" spcFirstLastPara="1" rIns="91425" wrap="square" tIns="91425">
            <a:spAutoFit/>
          </a:bodyPr>
          <a:lstStyle/>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Declared using the keyword “static” inside the class but outside of methods</a:t>
            </a:r>
            <a:endParaRPr sz="3000">
              <a:solidFill>
                <a:schemeClr val="dk1"/>
              </a:solidFill>
              <a:latin typeface="Lexend"/>
              <a:ea typeface="Lexend"/>
              <a:cs typeface="Lexend"/>
              <a:sym typeface="Lexend"/>
            </a:endParaRPr>
          </a:p>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Scope: Belongs to the class itself and only one value is accessible by class</a:t>
            </a:r>
            <a:endParaRPr sz="3000">
              <a:solidFill>
                <a:schemeClr val="dk1"/>
              </a:solidFill>
              <a:latin typeface="Lexend"/>
              <a:ea typeface="Lexend"/>
              <a:cs typeface="Lexend"/>
              <a:sym typeface="Lexend"/>
            </a:endParaRPr>
          </a:p>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Lifetime: exists as long as the class is loaded in memory</a:t>
            </a:r>
            <a:endParaRPr sz="3000">
              <a:solidFill>
                <a:schemeClr val="dk1"/>
              </a:solidFill>
              <a:latin typeface="Lexend"/>
              <a:ea typeface="Lexend"/>
              <a:cs typeface="Lexend"/>
              <a:sym typeface="Lexend"/>
            </a:endParaRPr>
          </a:p>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Example: Person class and static field race = HUMAN</a:t>
            </a:r>
            <a:endParaRPr sz="3000">
              <a:solidFill>
                <a:schemeClr val="dk1"/>
              </a:solidFill>
              <a:latin typeface="Lexend"/>
              <a:ea typeface="Lexend"/>
              <a:cs typeface="Lexend"/>
              <a:sym typeface="Lexen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g3aa74088a20_0_41"/>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Objects and Classes</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t/>
            </a:r>
            <a:endParaRPr sz="1200">
              <a:latin typeface="IBM Plex Sans"/>
              <a:ea typeface="IBM Plex Sans"/>
              <a:cs typeface="IBM Plex Sans"/>
              <a:sym typeface="IBM Plex Sans"/>
            </a:endParaRPr>
          </a:p>
        </p:txBody>
      </p:sp>
      <p:cxnSp>
        <p:nvCxnSpPr>
          <p:cNvPr id="481" name="Google Shape;481;g3aa74088a20_0_41"/>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482" name="Google Shape;482;g3aa74088a20_0_41"/>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rgbClr val="9B1D23"/>
              </a:buClr>
              <a:buSzPct val="124209"/>
              <a:buFont typeface="Arial Black"/>
              <a:buNone/>
            </a:pPr>
            <a:r>
              <a:rPr lang="en-US"/>
              <a:t>Static Variables (Class variables)</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g39a1362b7ee_9_208"/>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Objects and Classes</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t/>
            </a:r>
            <a:endParaRPr sz="1200">
              <a:latin typeface="IBM Plex Sans"/>
              <a:ea typeface="IBM Plex Sans"/>
              <a:cs typeface="IBM Plex Sans"/>
              <a:sym typeface="IBM Plex Sans"/>
            </a:endParaRPr>
          </a:p>
        </p:txBody>
      </p:sp>
      <p:cxnSp>
        <p:nvCxnSpPr>
          <p:cNvPr id="489" name="Google Shape;489;g39a1362b7ee_9_208"/>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490" name="Google Shape;490;g39a1362b7ee_9_208"/>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9B1D23"/>
              </a:buClr>
              <a:buSzPts val="4770"/>
              <a:buFont typeface="Arial Black"/>
              <a:buNone/>
            </a:pPr>
            <a:r>
              <a:rPr lang="en-US" sz="3040"/>
              <a:t>Establishing the use of Getters and Setters</a:t>
            </a:r>
            <a:endParaRPr sz="3040"/>
          </a:p>
        </p:txBody>
      </p:sp>
      <p:sp>
        <p:nvSpPr>
          <p:cNvPr id="491" name="Google Shape;491;g39a1362b7ee_9_208"/>
          <p:cNvSpPr txBox="1"/>
          <p:nvPr/>
        </p:nvSpPr>
        <p:spPr>
          <a:xfrm>
            <a:off x="517400" y="1764525"/>
            <a:ext cx="10150500" cy="4085100"/>
          </a:xfrm>
          <a:prstGeom prst="rect">
            <a:avLst/>
          </a:prstGeom>
          <a:noFill/>
          <a:ln>
            <a:noFill/>
          </a:ln>
        </p:spPr>
        <p:txBody>
          <a:bodyPr anchorCtr="0" anchor="t" bIns="91425" lIns="91425" spcFirstLastPara="1" rIns="91425" wrap="square" tIns="91425">
            <a:spAutoFit/>
          </a:bodyPr>
          <a:lstStyle/>
          <a:p>
            <a:pPr indent="-406400" lvl="0" marL="457200" rtl="0" algn="l">
              <a:lnSpc>
                <a:spcPct val="115000"/>
              </a:lnSpc>
              <a:spcBef>
                <a:spcPts val="0"/>
              </a:spcBef>
              <a:spcAft>
                <a:spcPts val="0"/>
              </a:spcAft>
              <a:buClr>
                <a:schemeClr val="dk1"/>
              </a:buClr>
              <a:buSzPts val="2800"/>
              <a:buFont typeface="Lexend"/>
              <a:buChar char="●"/>
            </a:pPr>
            <a:r>
              <a:rPr lang="en-US" sz="2800">
                <a:solidFill>
                  <a:schemeClr val="dk1"/>
                </a:solidFill>
                <a:latin typeface="Lexend"/>
                <a:ea typeface="Lexend"/>
                <a:cs typeface="Lexend"/>
                <a:sym typeface="Lexend"/>
              </a:rPr>
              <a:t>Using the access modifier “private” is best practice for attributes</a:t>
            </a:r>
            <a:endParaRPr sz="2800">
              <a:solidFill>
                <a:schemeClr val="dk1"/>
              </a:solidFill>
              <a:latin typeface="Lexend"/>
              <a:ea typeface="Lexend"/>
              <a:cs typeface="Lexend"/>
              <a:sym typeface="Lexend"/>
            </a:endParaRPr>
          </a:p>
          <a:p>
            <a:pPr indent="-406400" lvl="0" marL="457200" rtl="0" algn="l">
              <a:lnSpc>
                <a:spcPct val="115000"/>
              </a:lnSpc>
              <a:spcBef>
                <a:spcPts val="0"/>
              </a:spcBef>
              <a:spcAft>
                <a:spcPts val="0"/>
              </a:spcAft>
              <a:buClr>
                <a:schemeClr val="dk1"/>
              </a:buClr>
              <a:buSzPts val="2800"/>
              <a:buFont typeface="Lexend"/>
              <a:buChar char="●"/>
            </a:pPr>
            <a:r>
              <a:rPr lang="en-US" sz="2800">
                <a:solidFill>
                  <a:schemeClr val="dk1"/>
                </a:solidFill>
                <a:latin typeface="Lexend"/>
                <a:ea typeface="Lexend"/>
                <a:cs typeface="Lexend"/>
                <a:sym typeface="Lexend"/>
              </a:rPr>
              <a:t>Getters and Setters are public methods that are used to prevent direct access of the private attributes</a:t>
            </a:r>
            <a:endParaRPr sz="2800">
              <a:solidFill>
                <a:schemeClr val="dk1"/>
              </a:solidFill>
              <a:latin typeface="Lexend"/>
              <a:ea typeface="Lexend"/>
              <a:cs typeface="Lexend"/>
              <a:sym typeface="Lexend"/>
            </a:endParaRPr>
          </a:p>
          <a:p>
            <a:pPr indent="-406400" lvl="0" marL="457200" rtl="0" algn="l">
              <a:lnSpc>
                <a:spcPct val="115000"/>
              </a:lnSpc>
              <a:spcBef>
                <a:spcPts val="0"/>
              </a:spcBef>
              <a:spcAft>
                <a:spcPts val="0"/>
              </a:spcAft>
              <a:buClr>
                <a:schemeClr val="dk1"/>
              </a:buClr>
              <a:buSzPts val="2800"/>
              <a:buFont typeface="Lexend"/>
              <a:buChar char="●"/>
            </a:pPr>
            <a:r>
              <a:rPr lang="en-US" sz="2800">
                <a:solidFill>
                  <a:schemeClr val="dk1"/>
                </a:solidFill>
                <a:latin typeface="Lexend"/>
                <a:ea typeface="Lexend"/>
                <a:cs typeface="Lexend"/>
                <a:sym typeface="Lexend"/>
              </a:rPr>
              <a:t>Getters and Setters and the use of “private” promotes Object Oriented Programming concepts by enforcing data hiding and controlling data access</a:t>
            </a:r>
            <a:endParaRPr sz="2800">
              <a:solidFill>
                <a:schemeClr val="dk1"/>
              </a:solidFill>
              <a:latin typeface="Lexend"/>
              <a:ea typeface="Lexend"/>
              <a:cs typeface="Lexend"/>
              <a:sym typeface="Lexend"/>
            </a:endParaRPr>
          </a:p>
          <a:p>
            <a:pPr indent="-406400" lvl="0" marL="457200" rtl="0" algn="l">
              <a:lnSpc>
                <a:spcPct val="115000"/>
              </a:lnSpc>
              <a:spcBef>
                <a:spcPts val="0"/>
              </a:spcBef>
              <a:spcAft>
                <a:spcPts val="0"/>
              </a:spcAft>
              <a:buClr>
                <a:schemeClr val="dk1"/>
              </a:buClr>
              <a:buSzPts val="2800"/>
              <a:buFont typeface="Lexend"/>
              <a:buChar char="●"/>
            </a:pPr>
            <a:r>
              <a:rPr lang="en-US" sz="2800">
                <a:solidFill>
                  <a:schemeClr val="dk1"/>
                </a:solidFill>
                <a:latin typeface="Lexend"/>
                <a:ea typeface="Lexend"/>
                <a:cs typeface="Lexend"/>
                <a:sym typeface="Lexend"/>
              </a:rPr>
              <a:t>This will be discussed further in OOP.</a:t>
            </a:r>
            <a:endParaRPr sz="2800">
              <a:solidFill>
                <a:schemeClr val="dk1"/>
              </a:solidFill>
              <a:latin typeface="Lexend"/>
              <a:ea typeface="Lexend"/>
              <a:cs typeface="Lexend"/>
              <a:sym typeface="Lexen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g39a1362b7ee_9_224"/>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Objects and Classes</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t/>
            </a:r>
            <a:endParaRPr sz="1200">
              <a:latin typeface="IBM Plex Sans"/>
              <a:ea typeface="IBM Plex Sans"/>
              <a:cs typeface="IBM Plex Sans"/>
              <a:sym typeface="IBM Plex Sans"/>
            </a:endParaRPr>
          </a:p>
        </p:txBody>
      </p:sp>
      <p:cxnSp>
        <p:nvCxnSpPr>
          <p:cNvPr id="498" name="Google Shape;498;g39a1362b7ee_9_224"/>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499" name="Google Shape;499;g39a1362b7ee_9_224"/>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rgbClr val="9B1D23"/>
              </a:buClr>
              <a:buSzPct val="124209"/>
              <a:buFont typeface="Arial Black"/>
              <a:buNone/>
            </a:pPr>
            <a:r>
              <a:rPr lang="en-US"/>
              <a:t>Object Identity and References</a:t>
            </a:r>
            <a:endParaRPr/>
          </a:p>
        </p:txBody>
      </p:sp>
      <p:sp>
        <p:nvSpPr>
          <p:cNvPr id="500" name="Google Shape;500;g39a1362b7ee_9_224"/>
          <p:cNvSpPr txBox="1"/>
          <p:nvPr/>
        </p:nvSpPr>
        <p:spPr>
          <a:xfrm>
            <a:off x="517400" y="1764525"/>
            <a:ext cx="10150500" cy="3832800"/>
          </a:xfrm>
          <a:prstGeom prst="rect">
            <a:avLst/>
          </a:prstGeom>
          <a:noFill/>
          <a:ln>
            <a:noFill/>
          </a:ln>
        </p:spPr>
        <p:txBody>
          <a:bodyPr anchorCtr="0" anchor="t" bIns="91425" lIns="91425" spcFirstLastPara="1" rIns="91425" wrap="square" tIns="91425">
            <a:spAutoFit/>
          </a:bodyPr>
          <a:lstStyle/>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All objects have a unique identity even if they have the same data</a:t>
            </a:r>
            <a:endParaRPr sz="3000">
              <a:solidFill>
                <a:schemeClr val="dk1"/>
              </a:solidFill>
              <a:latin typeface="Lexend"/>
              <a:ea typeface="Lexend"/>
              <a:cs typeface="Lexend"/>
              <a:sym typeface="Lexend"/>
            </a:endParaRPr>
          </a:p>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Objects are referred to using References</a:t>
            </a:r>
            <a:endParaRPr sz="3000">
              <a:solidFill>
                <a:schemeClr val="dk1"/>
              </a:solidFill>
              <a:latin typeface="Lexend"/>
              <a:ea typeface="Lexend"/>
              <a:cs typeface="Lexend"/>
              <a:sym typeface="Lexend"/>
            </a:endParaRPr>
          </a:p>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Multiple references can point to a single object</a:t>
            </a:r>
            <a:endParaRPr sz="3000">
              <a:solidFill>
                <a:schemeClr val="dk1"/>
              </a:solidFill>
              <a:latin typeface="Lexend"/>
              <a:ea typeface="Lexend"/>
              <a:cs typeface="Lexend"/>
              <a:sym typeface="Lexend"/>
            </a:endParaRPr>
          </a:p>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When an object is created using “new”, memory is allocated on the heap for the object's instance variables</a:t>
            </a:r>
            <a:endParaRPr sz="3000">
              <a:solidFill>
                <a:schemeClr val="dk1"/>
              </a:solidFill>
              <a:latin typeface="Lexend"/>
              <a:ea typeface="Lexend"/>
              <a:cs typeface="Lexend"/>
              <a:sym typeface="Lexen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g39a1362b7ee_9_216"/>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Objects and Classes</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t/>
            </a:r>
            <a:endParaRPr sz="1200">
              <a:latin typeface="IBM Plex Sans"/>
              <a:ea typeface="IBM Plex Sans"/>
              <a:cs typeface="IBM Plex Sans"/>
              <a:sym typeface="IBM Plex Sans"/>
            </a:endParaRPr>
          </a:p>
        </p:txBody>
      </p:sp>
      <p:cxnSp>
        <p:nvCxnSpPr>
          <p:cNvPr id="507" name="Google Shape;507;g39a1362b7ee_9_216"/>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508" name="Google Shape;508;g39a1362b7ee_9_216"/>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rgbClr val="9B1D23"/>
              </a:buClr>
              <a:buSzPct val="124209"/>
              <a:buFont typeface="Arial Black"/>
              <a:buNone/>
            </a:pPr>
            <a:r>
              <a:rPr lang="en-US"/>
              <a:t>Exercise 1 - Individual</a:t>
            </a:r>
            <a:endParaRPr/>
          </a:p>
        </p:txBody>
      </p:sp>
      <p:sp>
        <p:nvSpPr>
          <p:cNvPr id="509" name="Google Shape;509;g39a1362b7ee_9_216"/>
          <p:cNvSpPr txBox="1"/>
          <p:nvPr/>
        </p:nvSpPr>
        <p:spPr>
          <a:xfrm>
            <a:off x="517400" y="1764525"/>
            <a:ext cx="10150500" cy="3667200"/>
          </a:xfrm>
          <a:prstGeom prst="rect">
            <a:avLst/>
          </a:prstGeom>
          <a:noFill/>
          <a:ln>
            <a:noFill/>
          </a:ln>
        </p:spPr>
        <p:txBody>
          <a:bodyPr anchorCtr="0" anchor="t" bIns="91425" lIns="91425" spcFirstLastPara="1" rIns="91425" wrap="square" tIns="91425">
            <a:spAutoFit/>
          </a:bodyPr>
          <a:lstStyle/>
          <a:p>
            <a:pPr indent="-387350" lvl="0" marL="457200" rtl="0" algn="l">
              <a:lnSpc>
                <a:spcPct val="115000"/>
              </a:lnSpc>
              <a:spcBef>
                <a:spcPts val="0"/>
              </a:spcBef>
              <a:spcAft>
                <a:spcPts val="0"/>
              </a:spcAft>
              <a:buClr>
                <a:schemeClr val="dk1"/>
              </a:buClr>
              <a:buSzPts val="2500"/>
              <a:buFont typeface="Lexend"/>
              <a:buAutoNum type="arabicPeriod"/>
            </a:pPr>
            <a:r>
              <a:rPr lang="en-US" sz="2500">
                <a:solidFill>
                  <a:schemeClr val="dk1"/>
                </a:solidFill>
                <a:latin typeface="Lexend"/>
                <a:ea typeface="Lexend"/>
                <a:cs typeface="Lexend"/>
                <a:sym typeface="Lexend"/>
              </a:rPr>
              <a:t>Students must create a class Car</a:t>
            </a:r>
            <a:endParaRPr sz="2500">
              <a:solidFill>
                <a:schemeClr val="dk1"/>
              </a:solidFill>
              <a:latin typeface="Lexend"/>
              <a:ea typeface="Lexend"/>
              <a:cs typeface="Lexend"/>
              <a:sym typeface="Lexend"/>
            </a:endParaRPr>
          </a:p>
          <a:p>
            <a:pPr indent="-387350" lvl="0" marL="457200" rtl="0" algn="l">
              <a:lnSpc>
                <a:spcPct val="115000"/>
              </a:lnSpc>
              <a:spcBef>
                <a:spcPts val="0"/>
              </a:spcBef>
              <a:spcAft>
                <a:spcPts val="0"/>
              </a:spcAft>
              <a:buClr>
                <a:schemeClr val="dk1"/>
              </a:buClr>
              <a:buSzPts val="2500"/>
              <a:buFont typeface="Lexend"/>
              <a:buAutoNum type="arabicPeriod"/>
            </a:pPr>
            <a:r>
              <a:rPr lang="en-US" sz="2500">
                <a:solidFill>
                  <a:schemeClr val="dk1"/>
                </a:solidFill>
                <a:latin typeface="Lexend"/>
                <a:ea typeface="Lexend"/>
                <a:cs typeface="Lexend"/>
                <a:sym typeface="Lexend"/>
              </a:rPr>
              <a:t>Students must add attributes</a:t>
            </a:r>
            <a:endParaRPr sz="2500">
              <a:solidFill>
                <a:schemeClr val="dk1"/>
              </a:solidFill>
              <a:latin typeface="Lexend"/>
              <a:ea typeface="Lexend"/>
              <a:cs typeface="Lexend"/>
              <a:sym typeface="Lexend"/>
            </a:endParaRPr>
          </a:p>
          <a:p>
            <a:pPr indent="-387350" lvl="0" marL="457200" rtl="0" algn="l">
              <a:lnSpc>
                <a:spcPct val="115000"/>
              </a:lnSpc>
              <a:spcBef>
                <a:spcPts val="0"/>
              </a:spcBef>
              <a:spcAft>
                <a:spcPts val="0"/>
              </a:spcAft>
              <a:buClr>
                <a:schemeClr val="dk1"/>
              </a:buClr>
              <a:buSzPts val="2500"/>
              <a:buFont typeface="Lexend"/>
              <a:buAutoNum type="arabicPeriod"/>
            </a:pPr>
            <a:r>
              <a:rPr lang="en-US" sz="2500">
                <a:solidFill>
                  <a:schemeClr val="dk1"/>
                </a:solidFill>
                <a:latin typeface="Lexend"/>
                <a:ea typeface="Lexend"/>
                <a:cs typeface="Lexend"/>
                <a:sym typeface="Lexend"/>
              </a:rPr>
              <a:t>Students must create at least one method</a:t>
            </a:r>
            <a:endParaRPr sz="2500">
              <a:solidFill>
                <a:schemeClr val="dk1"/>
              </a:solidFill>
              <a:latin typeface="Lexend"/>
              <a:ea typeface="Lexend"/>
              <a:cs typeface="Lexend"/>
              <a:sym typeface="Lexend"/>
            </a:endParaRPr>
          </a:p>
          <a:p>
            <a:pPr indent="-387350" lvl="0" marL="457200" rtl="0" algn="l">
              <a:lnSpc>
                <a:spcPct val="115000"/>
              </a:lnSpc>
              <a:spcBef>
                <a:spcPts val="0"/>
              </a:spcBef>
              <a:spcAft>
                <a:spcPts val="0"/>
              </a:spcAft>
              <a:buClr>
                <a:schemeClr val="dk1"/>
              </a:buClr>
              <a:buSzPts val="2500"/>
              <a:buFont typeface="Lexend"/>
              <a:buAutoNum type="arabicPeriod"/>
            </a:pPr>
            <a:r>
              <a:rPr lang="en-US" sz="2500">
                <a:solidFill>
                  <a:schemeClr val="dk1"/>
                </a:solidFill>
                <a:latin typeface="Lexend"/>
                <a:ea typeface="Lexend"/>
                <a:cs typeface="Lexend"/>
                <a:sym typeface="Lexend"/>
              </a:rPr>
              <a:t>Students must provide create a Parameterized Constructor</a:t>
            </a:r>
            <a:endParaRPr sz="2500">
              <a:solidFill>
                <a:schemeClr val="dk1"/>
              </a:solidFill>
              <a:latin typeface="Lexend"/>
              <a:ea typeface="Lexend"/>
              <a:cs typeface="Lexend"/>
              <a:sym typeface="Lexend"/>
            </a:endParaRPr>
          </a:p>
          <a:p>
            <a:pPr indent="-387350" lvl="0" marL="457200" rtl="0" algn="l">
              <a:lnSpc>
                <a:spcPct val="115000"/>
              </a:lnSpc>
              <a:spcBef>
                <a:spcPts val="0"/>
              </a:spcBef>
              <a:spcAft>
                <a:spcPts val="0"/>
              </a:spcAft>
              <a:buClr>
                <a:schemeClr val="dk1"/>
              </a:buClr>
              <a:buSzPts val="2500"/>
              <a:buFont typeface="Lexend"/>
              <a:buAutoNum type="arabicPeriod"/>
            </a:pPr>
            <a:r>
              <a:rPr lang="en-US" sz="2500">
                <a:solidFill>
                  <a:schemeClr val="dk1"/>
                </a:solidFill>
                <a:latin typeface="Lexend"/>
                <a:ea typeface="Lexend"/>
                <a:cs typeface="Lexend"/>
                <a:sym typeface="Lexend"/>
              </a:rPr>
              <a:t>Students must be able to instantiate (create) two cars. One with No Args and One using Parameterized Constructor</a:t>
            </a:r>
            <a:endParaRPr sz="2500">
              <a:solidFill>
                <a:schemeClr val="dk1"/>
              </a:solidFill>
              <a:latin typeface="Lexend"/>
              <a:ea typeface="Lexend"/>
              <a:cs typeface="Lexend"/>
              <a:sym typeface="Lexend"/>
            </a:endParaRPr>
          </a:p>
          <a:p>
            <a:pPr indent="-387350" lvl="0" marL="457200" rtl="0" algn="l">
              <a:lnSpc>
                <a:spcPct val="115000"/>
              </a:lnSpc>
              <a:spcBef>
                <a:spcPts val="0"/>
              </a:spcBef>
              <a:spcAft>
                <a:spcPts val="0"/>
              </a:spcAft>
              <a:buClr>
                <a:schemeClr val="dk1"/>
              </a:buClr>
              <a:buSzPts val="2500"/>
              <a:buFont typeface="Lexend"/>
              <a:buAutoNum type="arabicPeriod"/>
            </a:pPr>
            <a:r>
              <a:rPr lang="en-US" sz="2500">
                <a:solidFill>
                  <a:schemeClr val="dk1"/>
                </a:solidFill>
                <a:latin typeface="Lexend"/>
                <a:ea typeface="Lexend"/>
                <a:cs typeface="Lexend"/>
                <a:sym typeface="Lexend"/>
              </a:rPr>
              <a:t>Students must be able to assign values to the attributes.</a:t>
            </a:r>
            <a:endParaRPr sz="2500">
              <a:solidFill>
                <a:schemeClr val="dk1"/>
              </a:solidFill>
              <a:latin typeface="Lexend"/>
              <a:ea typeface="Lexend"/>
              <a:cs typeface="Lexend"/>
              <a:sym typeface="Lexend"/>
            </a:endParaRPr>
          </a:p>
          <a:p>
            <a:pPr indent="-387350" lvl="0" marL="457200" rtl="0" algn="l">
              <a:lnSpc>
                <a:spcPct val="115000"/>
              </a:lnSpc>
              <a:spcBef>
                <a:spcPts val="0"/>
              </a:spcBef>
              <a:spcAft>
                <a:spcPts val="0"/>
              </a:spcAft>
              <a:buClr>
                <a:schemeClr val="dk1"/>
              </a:buClr>
              <a:buSzPts val="2500"/>
              <a:buFont typeface="Lexend"/>
              <a:buAutoNum type="arabicPeriod"/>
            </a:pPr>
            <a:r>
              <a:rPr lang="en-US" sz="2500">
                <a:solidFill>
                  <a:schemeClr val="dk1"/>
                </a:solidFill>
                <a:latin typeface="Lexend"/>
                <a:ea typeface="Lexend"/>
                <a:cs typeface="Lexend"/>
                <a:sym typeface="Lexend"/>
              </a:rPr>
              <a:t>Students must be able to call the method</a:t>
            </a:r>
            <a:endParaRPr sz="2500">
              <a:solidFill>
                <a:schemeClr val="dk1"/>
              </a:solidFill>
              <a:latin typeface="Lexend"/>
              <a:ea typeface="Lexend"/>
              <a:cs typeface="Lexend"/>
              <a:sym typeface="Lexen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g39a1362b7ee_9_232"/>
          <p:cNvSpPr txBox="1"/>
          <p:nvPr>
            <p:ph type="title"/>
          </p:nvPr>
        </p:nvSpPr>
        <p:spPr>
          <a:xfrm>
            <a:off x="439648" y="189700"/>
            <a:ext cx="5510400" cy="66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Java</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rPr lang="en-US" sz="1200">
                <a:latin typeface="IBM Plex Sans"/>
                <a:ea typeface="IBM Plex Sans"/>
                <a:cs typeface="IBM Plex Sans"/>
                <a:sym typeface="IBM Plex Sans"/>
              </a:rPr>
              <a:t>Objects and Classes</a:t>
            </a:r>
            <a:endParaRPr sz="1200">
              <a:latin typeface="IBM Plex Sans"/>
              <a:ea typeface="IBM Plex Sans"/>
              <a:cs typeface="IBM Plex Sans"/>
              <a:sym typeface="IBM Plex Sans"/>
            </a:endParaRPr>
          </a:p>
          <a:p>
            <a:pPr indent="0" lvl="0" marL="0" rtl="0" algn="l">
              <a:lnSpc>
                <a:spcPct val="90000"/>
              </a:lnSpc>
              <a:spcBef>
                <a:spcPts val="0"/>
              </a:spcBef>
              <a:spcAft>
                <a:spcPts val="0"/>
              </a:spcAft>
              <a:buClr>
                <a:srgbClr val="9B1D23"/>
              </a:buClr>
              <a:buSzPts val="1200"/>
              <a:buFont typeface="IBM Plex Sans"/>
              <a:buNone/>
            </a:pPr>
            <a:r>
              <a:t/>
            </a:r>
            <a:endParaRPr sz="1200">
              <a:latin typeface="IBM Plex Sans"/>
              <a:ea typeface="IBM Plex Sans"/>
              <a:cs typeface="IBM Plex Sans"/>
              <a:sym typeface="IBM Plex Sans"/>
            </a:endParaRPr>
          </a:p>
        </p:txBody>
      </p:sp>
      <p:cxnSp>
        <p:nvCxnSpPr>
          <p:cNvPr id="516" name="Google Shape;516;g39a1362b7ee_9_232"/>
          <p:cNvCxnSpPr/>
          <p:nvPr/>
        </p:nvCxnSpPr>
        <p:spPr>
          <a:xfrm>
            <a:off x="97082" y="746462"/>
            <a:ext cx="10200300" cy="0"/>
          </a:xfrm>
          <a:prstGeom prst="straightConnector1">
            <a:avLst/>
          </a:prstGeom>
          <a:noFill/>
          <a:ln cap="flat" cmpd="sng" w="9525">
            <a:solidFill>
              <a:schemeClr val="accent1"/>
            </a:solidFill>
            <a:prstDash val="solid"/>
            <a:miter lim="800000"/>
            <a:headEnd len="sm" w="sm" type="none"/>
            <a:tailEnd len="sm" w="sm" type="none"/>
          </a:ln>
        </p:spPr>
      </p:cxnSp>
      <p:sp>
        <p:nvSpPr>
          <p:cNvPr id="517" name="Google Shape;517;g39a1362b7ee_9_232"/>
          <p:cNvSpPr txBox="1"/>
          <p:nvPr>
            <p:ph idx="4294967295" type="ctrTitle"/>
          </p:nvPr>
        </p:nvSpPr>
        <p:spPr>
          <a:xfrm>
            <a:off x="517400" y="983676"/>
            <a:ext cx="10150500" cy="6012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rgbClr val="9B1D23"/>
              </a:buClr>
              <a:buSzPct val="124209"/>
              <a:buFont typeface="Arial Black"/>
              <a:buNone/>
            </a:pPr>
            <a:r>
              <a:rPr lang="en-US"/>
              <a:t>Questions?</a:t>
            </a:r>
            <a:endParaRPr/>
          </a:p>
          <a:p>
            <a:pPr indent="0" lvl="0" marL="0" rtl="0" algn="l">
              <a:lnSpc>
                <a:spcPct val="90000"/>
              </a:lnSpc>
              <a:spcBef>
                <a:spcPts val="0"/>
              </a:spcBef>
              <a:spcAft>
                <a:spcPts val="0"/>
              </a:spcAft>
              <a:buClr>
                <a:srgbClr val="9B1D23"/>
              </a:buClr>
              <a:buSzPct val="124209"/>
              <a:buFont typeface="Arial Black"/>
              <a:buNone/>
            </a:pPr>
            <a:r>
              <a:t/>
            </a:r>
            <a:endParaRPr/>
          </a:p>
        </p:txBody>
      </p:sp>
      <p:sp>
        <p:nvSpPr>
          <p:cNvPr id="518" name="Google Shape;518;g39a1362b7ee_9_232"/>
          <p:cNvSpPr txBox="1"/>
          <p:nvPr/>
        </p:nvSpPr>
        <p:spPr>
          <a:xfrm>
            <a:off x="517400" y="1764525"/>
            <a:ext cx="10150500" cy="646500"/>
          </a:xfrm>
          <a:prstGeom prst="rect">
            <a:avLst/>
          </a:prstGeom>
          <a:noFill/>
          <a:ln>
            <a:noFill/>
          </a:ln>
        </p:spPr>
        <p:txBody>
          <a:bodyPr anchorCtr="0" anchor="t" bIns="91425" lIns="91425" spcFirstLastPara="1" rIns="91425" wrap="square" tIns="91425">
            <a:spAutoFit/>
          </a:bodyPr>
          <a:lstStyle/>
          <a:p>
            <a:pPr indent="-419100" lvl="0" marL="457200" rtl="0" algn="l">
              <a:lnSpc>
                <a:spcPct val="115000"/>
              </a:lnSpc>
              <a:spcBef>
                <a:spcPts val="0"/>
              </a:spcBef>
              <a:spcAft>
                <a:spcPts val="0"/>
              </a:spcAft>
              <a:buClr>
                <a:schemeClr val="dk1"/>
              </a:buClr>
              <a:buSzPts val="3000"/>
              <a:buFont typeface="Lexend"/>
              <a:buChar char="●"/>
            </a:pPr>
            <a:r>
              <a:rPr lang="en-US" sz="3000">
                <a:solidFill>
                  <a:schemeClr val="dk1"/>
                </a:solidFill>
                <a:latin typeface="Lexend"/>
                <a:ea typeface="Lexend"/>
                <a:cs typeface="Lexend"/>
                <a:sym typeface="Lexend"/>
              </a:rPr>
              <a:t>//</a:t>
            </a:r>
            <a:endParaRPr sz="3000">
              <a:solidFill>
                <a:schemeClr val="dk1"/>
              </a:solidFill>
              <a:latin typeface="Lexend"/>
              <a:ea typeface="Lexend"/>
              <a:cs typeface="Lexend"/>
              <a:sym typeface="Lexen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5_BPI2019">
  <a:themeElements>
    <a:clrScheme name="BPI Color Palette - Monitoring Competition">
      <a:dk1>
        <a:srgbClr val="000000"/>
      </a:dk1>
      <a:lt1>
        <a:srgbClr val="FFFFFF"/>
      </a:lt1>
      <a:dk2>
        <a:srgbClr val="84191D"/>
      </a:dk2>
      <a:lt2>
        <a:srgbClr val="F3E8EB"/>
      </a:lt2>
      <a:accent1>
        <a:srgbClr val="AF222B"/>
      </a:accent1>
      <a:accent2>
        <a:srgbClr val="DAA22B"/>
      </a:accent2>
      <a:accent3>
        <a:srgbClr val="1C43C9"/>
      </a:accent3>
      <a:accent4>
        <a:srgbClr val="1C9A0E"/>
      </a:accent4>
      <a:accent5>
        <a:srgbClr val="28B0F5"/>
      </a:accent5>
      <a:accent6>
        <a:srgbClr val="8A15FF"/>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2020-03-05T06:49:37Z</dcterms:created>
  <dc:creator>CHEESAMAE B. MANEJA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d6ac669-a8bf-47f5-a0d2-faaa744f7ecd_Enabled">
    <vt:lpwstr>true</vt:lpwstr>
  </property>
  <property fmtid="{D5CDD505-2E9C-101B-9397-08002B2CF9AE}" pid="3" name="MSIP_Label_4d6ac669-a8bf-47f5-a0d2-faaa744f7ecd_SetDate">
    <vt:lpwstr>2025-10-07T04:38:31Z</vt:lpwstr>
  </property>
  <property fmtid="{D5CDD505-2E9C-101B-9397-08002B2CF9AE}" pid="4" name="MSIP_Label_4d6ac669-a8bf-47f5-a0d2-faaa744f7ecd_Method">
    <vt:lpwstr>Standard</vt:lpwstr>
  </property>
  <property fmtid="{D5CDD505-2E9C-101B-9397-08002B2CF9AE}" pid="5" name="MSIP_Label_4d6ac669-a8bf-47f5-a0d2-faaa744f7ecd_Name">
    <vt:lpwstr>Confidential</vt:lpwstr>
  </property>
  <property fmtid="{D5CDD505-2E9C-101B-9397-08002B2CF9AE}" pid="6" name="MSIP_Label_4d6ac669-a8bf-47f5-a0d2-faaa744f7ecd_SiteId">
    <vt:lpwstr>24cf8460-6751-428a-ab19-a8eb04dfe447</vt:lpwstr>
  </property>
  <property fmtid="{D5CDD505-2E9C-101B-9397-08002B2CF9AE}" pid="7" name="MSIP_Label_4d6ac669-a8bf-47f5-a0d2-faaa744f7ecd_ActionId">
    <vt:lpwstr>469dbbbe-193a-48e7-a21a-e50eaa0fc1cb</vt:lpwstr>
  </property>
  <property fmtid="{D5CDD505-2E9C-101B-9397-08002B2CF9AE}" pid="8" name="MSIP_Label_4d6ac669-a8bf-47f5-a0d2-faaa744f7ecd_ContentBits">
    <vt:lpwstr>3</vt:lpwstr>
  </property>
  <property fmtid="{D5CDD505-2E9C-101B-9397-08002B2CF9AE}" pid="9" name="MSIP_Label_4d6ac669-a8bf-47f5-a0d2-faaa744f7ecd_Tag">
    <vt:lpwstr>50, 3, 0, 1</vt:lpwstr>
  </property>
  <property fmtid="{D5CDD505-2E9C-101B-9397-08002B2CF9AE}" pid="10" name="ClassificationContentMarkingFooterLocations">
    <vt:lpwstr>BPI2019:10\1_BPI Powerpoint Template 2019 - Internal Use:10\152_BPI2019:10\146_BPI2019:10\BPI PPT Theme:10\2_BPI2019:10\5_BPI2019:10\BPI Powerpoint Template 2019 - Internal Use:5</vt:lpwstr>
  </property>
  <property fmtid="{D5CDD505-2E9C-101B-9397-08002B2CF9AE}" pid="11" name="ClassificationContentMarkingFooterText">
    <vt:lpwstr>This document contains confidential data. It is intended solely for  the use of authorized recipient(s). Unauthorized use, disclosure, or reproduction  is strictly prohibited.</vt:lpwstr>
  </property>
  <property fmtid="{D5CDD505-2E9C-101B-9397-08002B2CF9AE}" pid="12" name="ClassificationContentMarkingHeaderLocations">
    <vt:lpwstr>BPI2019:9\1_BPI Powerpoint Template 2019 - Internal Use:9\152_BPI2019:9\146_BPI2019:9\BPI PPT Theme:9\2_BPI2019:9\5_BPI2019:9\BPI Powerpoint Template 2019 - Internal Use:4</vt:lpwstr>
  </property>
  <property fmtid="{D5CDD505-2E9C-101B-9397-08002B2CF9AE}" pid="13" name="ClassificationContentMarkingHeaderText">
    <vt:lpwstr>Confidential</vt:lpwstr>
  </property>
  <property fmtid="{D5CDD505-2E9C-101B-9397-08002B2CF9AE}" pid="14" name="ContentTypeId">
    <vt:lpwstr>0x010100C45ABA40644FCC4CAE4C6F68CADFC236</vt:lpwstr>
  </property>
</Properties>
</file>