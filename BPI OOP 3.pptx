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Lst>
  <p:sldSz cy="6858000" cx="12192000"/>
  <p:notesSz cx="7010400" cy="9296400"/>
  <p:embeddedFontLst>
    <p:embeddedFont>
      <p:font typeface="IBM Plex Sans"/>
      <p:regular r:id="rId25"/>
      <p:bold r:id="rId26"/>
      <p:italic r:id="rId27"/>
      <p:boldItalic r:id="rId28"/>
    </p:embeddedFont>
    <p:embeddedFont>
      <p:font typeface="Arial Black"/>
      <p:regular r:id="rId29"/>
    </p:embeddedFont>
    <p:embeddedFont>
      <p:font typeface="Lexend"/>
      <p:regular r:id="rId30"/>
      <p:bold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2" roundtripDataSignature="AMtx7miGLxXpuiOgP5unMM9J6/dDB8JcK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IBMPlexSans-bold.fntdata"/><Relationship Id="rId25" Type="http://schemas.openxmlformats.org/officeDocument/2006/relationships/font" Target="fonts/IBMPlexSans-regular.fntdata"/><Relationship Id="rId28" Type="http://schemas.openxmlformats.org/officeDocument/2006/relationships/font" Target="fonts/IBMPlexSans-boldItalic.fntdata"/><Relationship Id="rId27" Type="http://schemas.openxmlformats.org/officeDocument/2006/relationships/font" Target="fonts/IBMPlexSans-italic.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ArialBlack-regular.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Lexend-bold.fntdata"/><Relationship Id="rId30" Type="http://schemas.openxmlformats.org/officeDocument/2006/relationships/font" Target="fonts/Lexend-regular.fntdata"/><Relationship Id="rId11" Type="http://schemas.openxmlformats.org/officeDocument/2006/relationships/slide" Target="slides/slide7.xml"/><Relationship Id="rId10" Type="http://schemas.openxmlformats.org/officeDocument/2006/relationships/slide" Target="slides/slide6.xml"/><Relationship Id="rId32" Type="http://customschemas.google.com/relationships/presentationmetadata" Target="metadata"/><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37840" cy="466434"/>
          </a:xfrm>
          <a:prstGeom prst="rect">
            <a:avLst/>
          </a:prstGeom>
          <a:noFill/>
          <a:ln>
            <a:noFill/>
          </a:ln>
        </p:spPr>
        <p:txBody>
          <a:bodyPr anchorCtr="0" anchor="t" bIns="46575" lIns="93175" spcFirstLastPara="1" rIns="93175" wrap="square" tIns="4657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970938" y="0"/>
            <a:ext cx="3037840" cy="466434"/>
          </a:xfrm>
          <a:prstGeom prst="rect">
            <a:avLst/>
          </a:prstGeom>
          <a:noFill/>
          <a:ln>
            <a:noFill/>
          </a:ln>
        </p:spPr>
        <p:txBody>
          <a:bodyPr anchorCtr="0" anchor="t" bIns="46575" lIns="93175" spcFirstLastPara="1" rIns="93175" wrap="square" tIns="46575">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1040" y="4473892"/>
            <a:ext cx="5608320" cy="3660458"/>
          </a:xfrm>
          <a:prstGeom prst="rect">
            <a:avLst/>
          </a:prstGeom>
          <a:noFill/>
          <a:ln>
            <a:noFill/>
          </a:ln>
        </p:spPr>
        <p:txBody>
          <a:bodyPr anchorCtr="0" anchor="t" bIns="46575" lIns="93175" spcFirstLastPara="1" rIns="93175" wrap="square" tIns="46575">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829967"/>
            <a:ext cx="3037840" cy="466433"/>
          </a:xfrm>
          <a:prstGeom prst="rect">
            <a:avLst/>
          </a:prstGeom>
          <a:noFill/>
          <a:ln>
            <a:noFill/>
          </a:ln>
        </p:spPr>
        <p:txBody>
          <a:bodyPr anchorCtr="0" anchor="b" bIns="46575" lIns="93175" spcFirstLastPara="1" rIns="93175" wrap="square" tIns="4657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970938" y="8829967"/>
            <a:ext cx="3037840" cy="466433"/>
          </a:xfrm>
          <a:prstGeom prst="rect">
            <a:avLst/>
          </a:prstGeom>
          <a:noFill/>
          <a:ln>
            <a:noFill/>
          </a:ln>
        </p:spPr>
        <p:txBody>
          <a:bodyPr anchorCtr="0" anchor="b" bIns="46575" lIns="93175" spcFirstLastPara="1" rIns="93175" wrap="square" tIns="465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notes"/>
          <p:cNvSpPr txBox="1"/>
          <p:nvPr>
            <p:ph idx="1" type="body"/>
          </p:nvPr>
        </p:nvSpPr>
        <p:spPr>
          <a:xfrm>
            <a:off x="701040" y="4473892"/>
            <a:ext cx="5608320" cy="3660458"/>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87" name="Google Shape;87;p1: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9a1362b7ee_0_87: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 name="Google Shape;94;g39a1362b7ee_0_87: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95" name="Google Shape;95;g39a1362b7ee_0_87: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9a1362b7ee_0_20: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g39a1362b7ee_0_20: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04" name="Google Shape;104;g39a1362b7ee_0_20: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9a15f9354c_0_0: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 name="Google Shape;112;g39a15f9354c_0_0: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13" name="Google Shape;113;g39a15f9354c_0_0: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9a15f9354c_0_8: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g39a15f9354c_0_8: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22" name="Google Shape;122;g39a15f9354c_0_8: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9a15f9354c_0_16: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 name="Google Shape;130;g39a15f9354c_0_16: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31" name="Google Shape;131;g39a15f9354c_0_16: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9a15f9354c_0_24: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 name="Google Shape;139;g39a15f9354c_0_24: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40" name="Google Shape;140;g39a15f9354c_0_24: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9a15f9354c_0_32: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 name="Google Shape;148;g39a15f9354c_0_32: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49" name="Google Shape;149;g39a15f9354c_0_32: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9a15f9354c_0_40: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 name="Google Shape;157;g39a15f9354c_0_40: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58" name="Google Shape;158;g39a15f9354c_0_40: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9a15f9354c_0_64: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 name="Google Shape;166;g39a15f9354c_0_64: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67" name="Google Shape;167;g39a15f9354c_0_64: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9a15f9354c_0_48: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 name="Google Shape;175;g39a15f9354c_0_48: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76" name="Google Shape;176;g39a15f9354c_0_48: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9a15f9354c_0_72: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 name="Google Shape;184;g39a15f9354c_0_72: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85" name="Google Shape;185;g39a15f9354c_0_72: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9a15f9354c_0_56: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 name="Google Shape;193;g39a15f9354c_0_56: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94" name="Google Shape;194;g39a15f9354c_0_56: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9a15f9354c_0_80: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2" name="Google Shape;202;g39a15f9354c_0_80: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03" name="Google Shape;203;g39a15f9354c_0_80: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9a15f9354c_0_88: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 name="Google Shape;211;g39a15f9354c_0_88: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12" name="Google Shape;212;g39a15f9354c_0_88: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9a15f9354c_0_96: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 name="Google Shape;220;g39a15f9354c_0_96: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21" name="Google Shape;221;g39a15f9354c_0_96: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9a15f9354c_0_104: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 name="Google Shape;229;g39a15f9354c_0_104: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30" name="Google Shape;230;g39a15f9354c_0_104: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9a15f9354c_0_128: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 name="Google Shape;238;g39a15f9354c_0_128: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39" name="Google Shape;239;g39a15f9354c_0_128: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9a15f9354c_0_144: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7" name="Google Shape;247;g39a15f9354c_0_144: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48" name="Google Shape;248;g39a15f9354c_0_144: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9a15f9354c_0_136: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 name="Google Shape;256;g39a15f9354c_0_136: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57" name="Google Shape;257;g39a15f9354c_0_136: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 name="Shape 17"/>
        <p:cNvGrpSpPr/>
        <p:nvPr/>
      </p:nvGrpSpPr>
      <p:grpSpPr>
        <a:xfrm>
          <a:off x="0" y="0"/>
          <a:ext cx="0" cy="0"/>
          <a:chOff x="0" y="0"/>
          <a:chExt cx="0" cy="0"/>
        </a:xfrm>
      </p:grpSpPr>
      <p:sp>
        <p:nvSpPr>
          <p:cNvPr id="18" name="Google Shape;18;p4"/>
          <p:cNvSpPr txBox="1"/>
          <p:nvPr>
            <p:ph type="ctrTitle"/>
          </p:nvPr>
        </p:nvSpPr>
        <p:spPr>
          <a:xfrm>
            <a:off x="3848103" y="983674"/>
            <a:ext cx="6819900" cy="28173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9B1D23"/>
              </a:buClr>
              <a:buSzPts val="5333"/>
              <a:buFont typeface="Arial Black"/>
              <a:buNone/>
              <a:defRPr sz="5333"/>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4"/>
          <p:cNvSpPr txBox="1"/>
          <p:nvPr>
            <p:ph idx="1" type="subTitle"/>
          </p:nvPr>
        </p:nvSpPr>
        <p:spPr>
          <a:xfrm>
            <a:off x="3848103" y="3892984"/>
            <a:ext cx="6819900" cy="165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1333"/>
              </a:spcBef>
              <a:spcAft>
                <a:spcPts val="0"/>
              </a:spcAft>
              <a:buClr>
                <a:schemeClr val="dk1"/>
              </a:buClr>
              <a:buSzPts val="2134"/>
              <a:buNone/>
              <a:defRPr sz="2667"/>
            </a:lvl1pPr>
            <a:lvl2pPr lvl="1" algn="ctr">
              <a:lnSpc>
                <a:spcPct val="90000"/>
              </a:lnSpc>
              <a:spcBef>
                <a:spcPts val="667"/>
              </a:spcBef>
              <a:spcAft>
                <a:spcPts val="0"/>
              </a:spcAft>
              <a:buClr>
                <a:schemeClr val="dk1"/>
              </a:buClr>
              <a:buSzPts val="2134"/>
              <a:buNone/>
              <a:defRPr sz="2667"/>
            </a:lvl2pPr>
            <a:lvl3pPr lvl="2" algn="ctr">
              <a:lnSpc>
                <a:spcPct val="90000"/>
              </a:lnSpc>
              <a:spcBef>
                <a:spcPts val="667"/>
              </a:spcBef>
              <a:spcAft>
                <a:spcPts val="0"/>
              </a:spcAft>
              <a:buClr>
                <a:schemeClr val="dk1"/>
              </a:buClr>
              <a:buSzPts val="1920"/>
              <a:buNone/>
              <a:defRPr sz="2400"/>
            </a:lvl3pPr>
            <a:lvl4pPr lvl="3" algn="ctr">
              <a:lnSpc>
                <a:spcPct val="90000"/>
              </a:lnSpc>
              <a:spcBef>
                <a:spcPts val="667"/>
              </a:spcBef>
              <a:spcAft>
                <a:spcPts val="0"/>
              </a:spcAft>
              <a:buClr>
                <a:schemeClr val="dk1"/>
              </a:buClr>
              <a:buSzPts val="1706"/>
              <a:buNone/>
              <a:defRPr sz="2133"/>
            </a:lvl4pPr>
            <a:lvl5pPr lvl="4" algn="ctr">
              <a:lnSpc>
                <a:spcPct val="90000"/>
              </a:lnSpc>
              <a:spcBef>
                <a:spcPts val="667"/>
              </a:spcBef>
              <a:spcAft>
                <a:spcPts val="0"/>
              </a:spcAft>
              <a:buClr>
                <a:schemeClr val="dk1"/>
              </a:buClr>
              <a:buSzPts val="1706"/>
              <a:buNone/>
              <a:defRPr sz="2133"/>
            </a:lvl5pPr>
            <a:lvl6pPr lvl="5" algn="ctr">
              <a:lnSpc>
                <a:spcPct val="90000"/>
              </a:lnSpc>
              <a:spcBef>
                <a:spcPts val="667"/>
              </a:spcBef>
              <a:spcAft>
                <a:spcPts val="0"/>
              </a:spcAft>
              <a:buClr>
                <a:schemeClr val="dk1"/>
              </a:buClr>
              <a:buSzPts val="2133"/>
              <a:buNone/>
              <a:defRPr sz="2133"/>
            </a:lvl6pPr>
            <a:lvl7pPr lvl="6" algn="ctr">
              <a:lnSpc>
                <a:spcPct val="90000"/>
              </a:lnSpc>
              <a:spcBef>
                <a:spcPts val="667"/>
              </a:spcBef>
              <a:spcAft>
                <a:spcPts val="0"/>
              </a:spcAft>
              <a:buClr>
                <a:schemeClr val="dk1"/>
              </a:buClr>
              <a:buSzPts val="2133"/>
              <a:buNone/>
              <a:defRPr sz="2133"/>
            </a:lvl7pPr>
            <a:lvl8pPr lvl="7" algn="ctr">
              <a:lnSpc>
                <a:spcPct val="90000"/>
              </a:lnSpc>
              <a:spcBef>
                <a:spcPts val="667"/>
              </a:spcBef>
              <a:spcAft>
                <a:spcPts val="0"/>
              </a:spcAft>
              <a:buClr>
                <a:schemeClr val="dk1"/>
              </a:buClr>
              <a:buSzPts val="2133"/>
              <a:buNone/>
              <a:defRPr sz="2133"/>
            </a:lvl8pPr>
            <a:lvl9pPr lvl="8" algn="ctr">
              <a:lnSpc>
                <a:spcPct val="90000"/>
              </a:lnSpc>
              <a:spcBef>
                <a:spcPts val="667"/>
              </a:spcBef>
              <a:spcAft>
                <a:spcPts val="0"/>
              </a:spcAft>
              <a:buClr>
                <a:schemeClr val="dk1"/>
              </a:buClr>
              <a:buSzPts val="2133"/>
              <a:buNone/>
              <a:defRPr sz="2133"/>
            </a:lvl9pPr>
          </a:lstStyle>
          <a:p/>
        </p:txBody>
      </p:sp>
      <p:sp>
        <p:nvSpPr>
          <p:cNvPr id="20" name="Google Shape;20;p4"/>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cxnSp>
        <p:nvCxnSpPr>
          <p:cNvPr id="21" name="Google Shape;21;p4"/>
          <p:cNvCxnSpPr/>
          <p:nvPr/>
        </p:nvCxnSpPr>
        <p:spPr>
          <a:xfrm>
            <a:off x="3610897" y="976745"/>
            <a:ext cx="0" cy="4572000"/>
          </a:xfrm>
          <a:prstGeom prst="straightConnector1">
            <a:avLst/>
          </a:prstGeom>
          <a:noFill/>
          <a:ln cap="flat" cmpd="sng" w="28575">
            <a:solidFill>
              <a:srgbClr val="9B1D23"/>
            </a:solidFill>
            <a:prstDash val="solid"/>
            <a:miter lim="800000"/>
            <a:headEnd len="sm" w="sm" type="none"/>
            <a:tailEnd len="sm" w="sm" type="none"/>
          </a:ln>
        </p:spPr>
      </p:cxnSp>
      <p:sp>
        <p:nvSpPr>
          <p:cNvPr id="22" name="Google Shape;22;p4"/>
          <p:cNvSpPr/>
          <p:nvPr/>
        </p:nvSpPr>
        <p:spPr>
          <a:xfrm>
            <a:off x="10668000" y="0"/>
            <a:ext cx="1422300" cy="787500"/>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FFFFFF"/>
              </a:solidFill>
              <a:latin typeface="Calibri"/>
              <a:ea typeface="Calibri"/>
              <a:cs typeface="Calibri"/>
              <a:sym typeface="Calibri"/>
            </a:endParaRPr>
          </a:p>
        </p:txBody>
      </p:sp>
      <p:pic>
        <p:nvPicPr>
          <p:cNvPr id="23" name="Google Shape;23;p4"/>
          <p:cNvPicPr preferRelativeResize="0"/>
          <p:nvPr/>
        </p:nvPicPr>
        <p:blipFill rotWithShape="1">
          <a:blip r:embed="rId2">
            <a:alphaModFix/>
          </a:blip>
          <a:srcRect b="0" l="0" r="0" t="0"/>
          <a:stretch/>
        </p:blipFill>
        <p:spPr>
          <a:xfrm>
            <a:off x="101738" y="2087880"/>
            <a:ext cx="3479663" cy="268224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4" name="Shape 24"/>
        <p:cNvGrpSpPr/>
        <p:nvPr/>
      </p:nvGrpSpPr>
      <p:grpSpPr>
        <a:xfrm>
          <a:off x="0" y="0"/>
          <a:ext cx="0" cy="0"/>
          <a:chOff x="0" y="0"/>
          <a:chExt cx="0" cy="0"/>
        </a:xfrm>
      </p:grpSpPr>
      <p:sp>
        <p:nvSpPr>
          <p:cNvPr id="25" name="Google Shape;25;p5"/>
          <p:cNvSpPr txBox="1"/>
          <p:nvPr>
            <p:ph type="title"/>
          </p:nvPr>
        </p:nvSpPr>
        <p:spPr>
          <a:xfrm>
            <a:off x="501400" y="643909"/>
            <a:ext cx="11175900" cy="6603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9B1D23"/>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5"/>
          <p:cNvSpPr txBox="1"/>
          <p:nvPr>
            <p:ph idx="1" type="body"/>
          </p:nvPr>
        </p:nvSpPr>
        <p:spPr>
          <a:xfrm>
            <a:off x="505968" y="1600201"/>
            <a:ext cx="11180100" cy="4469100"/>
          </a:xfrm>
          <a:prstGeom prst="rect">
            <a:avLst/>
          </a:prstGeom>
          <a:noFill/>
          <a:ln>
            <a:noFill/>
          </a:ln>
        </p:spPr>
        <p:txBody>
          <a:bodyPr anchorCtr="0" anchor="t" bIns="45700" lIns="91425" spcFirstLastPara="1" rIns="91425" wrap="square" tIns="45700">
            <a:normAutofit/>
          </a:bodyPr>
          <a:lstStyle>
            <a:lvl1pPr indent="-391160" lvl="0" marL="457200" algn="l">
              <a:lnSpc>
                <a:spcPct val="90000"/>
              </a:lnSpc>
              <a:spcBef>
                <a:spcPts val="1333"/>
              </a:spcBef>
              <a:spcAft>
                <a:spcPts val="0"/>
              </a:spcAft>
              <a:buClr>
                <a:schemeClr val="dk1"/>
              </a:buClr>
              <a:buSzPts val="2560"/>
              <a:buChar char="•"/>
              <a:defRPr>
                <a:latin typeface="Calibri"/>
                <a:ea typeface="Calibri"/>
                <a:cs typeface="Calibri"/>
                <a:sym typeface="Calibri"/>
              </a:defRPr>
            </a:lvl1pPr>
            <a:lvl2pPr indent="-364108" lvl="1" marL="914400" algn="l">
              <a:lnSpc>
                <a:spcPct val="90000"/>
              </a:lnSpc>
              <a:spcBef>
                <a:spcPts val="667"/>
              </a:spcBef>
              <a:spcAft>
                <a:spcPts val="0"/>
              </a:spcAft>
              <a:buClr>
                <a:schemeClr val="dk1"/>
              </a:buClr>
              <a:buSzPts val="2134"/>
              <a:buChar char="•"/>
              <a:defRPr>
                <a:latin typeface="Calibri"/>
                <a:ea typeface="Calibri"/>
                <a:cs typeface="Calibri"/>
                <a:sym typeface="Calibri"/>
              </a:defRPr>
            </a:lvl2pPr>
            <a:lvl3pPr indent="-350519" lvl="2" marL="1371600" algn="l">
              <a:lnSpc>
                <a:spcPct val="90000"/>
              </a:lnSpc>
              <a:spcBef>
                <a:spcPts val="667"/>
              </a:spcBef>
              <a:spcAft>
                <a:spcPts val="0"/>
              </a:spcAft>
              <a:buClr>
                <a:schemeClr val="dk1"/>
              </a:buClr>
              <a:buSzPts val="1920"/>
              <a:buChar char="•"/>
              <a:defRPr>
                <a:latin typeface="Calibri"/>
                <a:ea typeface="Calibri"/>
                <a:cs typeface="Calibri"/>
                <a:sym typeface="Calibri"/>
              </a:defRPr>
            </a:lvl3pPr>
            <a:lvl4pPr indent="-336931" lvl="3" marL="1828800" algn="l">
              <a:lnSpc>
                <a:spcPct val="90000"/>
              </a:lnSpc>
              <a:spcBef>
                <a:spcPts val="667"/>
              </a:spcBef>
              <a:spcAft>
                <a:spcPts val="0"/>
              </a:spcAft>
              <a:buClr>
                <a:schemeClr val="dk1"/>
              </a:buClr>
              <a:buSzPts val="1706"/>
              <a:buChar char="•"/>
              <a:defRPr>
                <a:latin typeface="Calibri"/>
                <a:ea typeface="Calibri"/>
                <a:cs typeface="Calibri"/>
                <a:sym typeface="Calibri"/>
              </a:defRPr>
            </a:lvl4pPr>
            <a:lvl5pPr indent="-336931" lvl="4" marL="2286000" algn="l">
              <a:lnSpc>
                <a:spcPct val="90000"/>
              </a:lnSpc>
              <a:spcBef>
                <a:spcPts val="667"/>
              </a:spcBef>
              <a:spcAft>
                <a:spcPts val="0"/>
              </a:spcAft>
              <a:buClr>
                <a:schemeClr val="dk1"/>
              </a:buClr>
              <a:buSzPts val="1706"/>
              <a:buChar char="•"/>
              <a:defRPr>
                <a:latin typeface="Calibri"/>
                <a:ea typeface="Calibri"/>
                <a:cs typeface="Calibri"/>
                <a:sym typeface="Calibri"/>
              </a:defRPr>
            </a:lvl5pPr>
            <a:lvl6pPr indent="-342900" lvl="5" marL="2743200" algn="l">
              <a:lnSpc>
                <a:spcPct val="90000"/>
              </a:lnSpc>
              <a:spcBef>
                <a:spcPts val="667"/>
              </a:spcBef>
              <a:spcAft>
                <a:spcPts val="0"/>
              </a:spcAft>
              <a:buClr>
                <a:schemeClr val="dk1"/>
              </a:buClr>
              <a:buSzPts val="1800"/>
              <a:buChar char="•"/>
              <a:defRPr/>
            </a:lvl6pPr>
            <a:lvl7pPr indent="-342900" lvl="6" marL="3200400" algn="l">
              <a:lnSpc>
                <a:spcPct val="90000"/>
              </a:lnSpc>
              <a:spcBef>
                <a:spcPts val="667"/>
              </a:spcBef>
              <a:spcAft>
                <a:spcPts val="0"/>
              </a:spcAft>
              <a:buClr>
                <a:schemeClr val="dk1"/>
              </a:buClr>
              <a:buSzPts val="1800"/>
              <a:buChar char="•"/>
              <a:defRPr/>
            </a:lvl7pPr>
            <a:lvl8pPr indent="-342900" lvl="7" marL="3657600" algn="l">
              <a:lnSpc>
                <a:spcPct val="90000"/>
              </a:lnSpc>
              <a:spcBef>
                <a:spcPts val="667"/>
              </a:spcBef>
              <a:spcAft>
                <a:spcPts val="0"/>
              </a:spcAft>
              <a:buClr>
                <a:schemeClr val="dk1"/>
              </a:buClr>
              <a:buSzPts val="1800"/>
              <a:buChar char="•"/>
              <a:defRPr/>
            </a:lvl8pPr>
            <a:lvl9pPr indent="-342900" lvl="8" marL="4114800" algn="l">
              <a:lnSpc>
                <a:spcPct val="90000"/>
              </a:lnSpc>
              <a:spcBef>
                <a:spcPts val="667"/>
              </a:spcBef>
              <a:spcAft>
                <a:spcPts val="0"/>
              </a:spcAft>
              <a:buClr>
                <a:schemeClr val="dk1"/>
              </a:buClr>
              <a:buSzPts val="1800"/>
              <a:buChar char="•"/>
              <a:defRPr/>
            </a:lvl9pPr>
          </a:lstStyle>
          <a:p/>
        </p:txBody>
      </p:sp>
      <p:sp>
        <p:nvSpPr>
          <p:cNvPr id="27" name="Google Shape;27;p5"/>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ubtitle and Content">
  <p:cSld name="Title, Subtitle and Content">
    <p:spTree>
      <p:nvGrpSpPr>
        <p:cNvPr id="28" name="Shape 28"/>
        <p:cNvGrpSpPr/>
        <p:nvPr/>
      </p:nvGrpSpPr>
      <p:grpSpPr>
        <a:xfrm>
          <a:off x="0" y="0"/>
          <a:ext cx="0" cy="0"/>
          <a:chOff x="0" y="0"/>
          <a:chExt cx="0" cy="0"/>
        </a:xfrm>
      </p:grpSpPr>
      <p:sp>
        <p:nvSpPr>
          <p:cNvPr id="29" name="Google Shape;29;p6"/>
          <p:cNvSpPr txBox="1"/>
          <p:nvPr>
            <p:ph type="title"/>
          </p:nvPr>
        </p:nvSpPr>
        <p:spPr>
          <a:xfrm>
            <a:off x="501400" y="643909"/>
            <a:ext cx="11175900" cy="6603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9B1D23"/>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6"/>
          <p:cNvSpPr txBox="1"/>
          <p:nvPr>
            <p:ph idx="1" type="body"/>
          </p:nvPr>
        </p:nvSpPr>
        <p:spPr>
          <a:xfrm>
            <a:off x="495300" y="1905001"/>
            <a:ext cx="11180100" cy="4164300"/>
          </a:xfrm>
          <a:prstGeom prst="rect">
            <a:avLst/>
          </a:prstGeom>
          <a:noFill/>
          <a:ln>
            <a:noFill/>
          </a:ln>
        </p:spPr>
        <p:txBody>
          <a:bodyPr anchorCtr="0" anchor="t" bIns="45700" lIns="91425" spcFirstLastPara="1" rIns="91425" wrap="square" tIns="45700">
            <a:normAutofit/>
          </a:bodyPr>
          <a:lstStyle>
            <a:lvl1pPr indent="-391160" lvl="0" marL="457200" algn="l">
              <a:lnSpc>
                <a:spcPct val="90000"/>
              </a:lnSpc>
              <a:spcBef>
                <a:spcPts val="1333"/>
              </a:spcBef>
              <a:spcAft>
                <a:spcPts val="0"/>
              </a:spcAft>
              <a:buClr>
                <a:schemeClr val="dk1"/>
              </a:buClr>
              <a:buSzPts val="2560"/>
              <a:buChar char="•"/>
              <a:defRPr sz="3200">
                <a:latin typeface="Calibri"/>
                <a:ea typeface="Calibri"/>
                <a:cs typeface="Calibri"/>
                <a:sym typeface="Calibri"/>
              </a:defRPr>
            </a:lvl1pPr>
            <a:lvl2pPr indent="-364108" lvl="1" marL="914400" algn="l">
              <a:lnSpc>
                <a:spcPct val="90000"/>
              </a:lnSpc>
              <a:spcBef>
                <a:spcPts val="667"/>
              </a:spcBef>
              <a:spcAft>
                <a:spcPts val="0"/>
              </a:spcAft>
              <a:buClr>
                <a:schemeClr val="dk1"/>
              </a:buClr>
              <a:buSzPts val="2134"/>
              <a:buChar char="•"/>
              <a:defRPr sz="2667">
                <a:latin typeface="Calibri"/>
                <a:ea typeface="Calibri"/>
                <a:cs typeface="Calibri"/>
                <a:sym typeface="Calibri"/>
              </a:defRPr>
            </a:lvl2pPr>
            <a:lvl3pPr indent="-350519" lvl="2" marL="1371600" algn="l">
              <a:lnSpc>
                <a:spcPct val="90000"/>
              </a:lnSpc>
              <a:spcBef>
                <a:spcPts val="667"/>
              </a:spcBef>
              <a:spcAft>
                <a:spcPts val="0"/>
              </a:spcAft>
              <a:buClr>
                <a:schemeClr val="dk1"/>
              </a:buClr>
              <a:buSzPts val="1920"/>
              <a:buChar char="•"/>
              <a:defRPr sz="2400">
                <a:latin typeface="Calibri"/>
                <a:ea typeface="Calibri"/>
                <a:cs typeface="Calibri"/>
                <a:sym typeface="Calibri"/>
              </a:defRPr>
            </a:lvl3pPr>
            <a:lvl4pPr indent="-336931" lvl="3" marL="1828800" algn="l">
              <a:lnSpc>
                <a:spcPct val="90000"/>
              </a:lnSpc>
              <a:spcBef>
                <a:spcPts val="667"/>
              </a:spcBef>
              <a:spcAft>
                <a:spcPts val="0"/>
              </a:spcAft>
              <a:buClr>
                <a:schemeClr val="dk1"/>
              </a:buClr>
              <a:buSzPts val="1706"/>
              <a:buChar char="•"/>
              <a:defRPr sz="2133">
                <a:latin typeface="Calibri"/>
                <a:ea typeface="Calibri"/>
                <a:cs typeface="Calibri"/>
                <a:sym typeface="Calibri"/>
              </a:defRPr>
            </a:lvl4pPr>
            <a:lvl5pPr indent="-336931" lvl="4" marL="2286000" algn="l">
              <a:lnSpc>
                <a:spcPct val="90000"/>
              </a:lnSpc>
              <a:spcBef>
                <a:spcPts val="667"/>
              </a:spcBef>
              <a:spcAft>
                <a:spcPts val="0"/>
              </a:spcAft>
              <a:buClr>
                <a:schemeClr val="dk1"/>
              </a:buClr>
              <a:buSzPts val="1706"/>
              <a:buChar char="•"/>
              <a:defRPr sz="2133">
                <a:latin typeface="Calibri"/>
                <a:ea typeface="Calibri"/>
                <a:cs typeface="Calibri"/>
                <a:sym typeface="Calibri"/>
              </a:defRPr>
            </a:lvl5pPr>
            <a:lvl6pPr indent="-342900" lvl="5" marL="2743200" algn="l">
              <a:lnSpc>
                <a:spcPct val="90000"/>
              </a:lnSpc>
              <a:spcBef>
                <a:spcPts val="667"/>
              </a:spcBef>
              <a:spcAft>
                <a:spcPts val="0"/>
              </a:spcAft>
              <a:buClr>
                <a:schemeClr val="dk1"/>
              </a:buClr>
              <a:buSzPts val="1800"/>
              <a:buChar char="•"/>
              <a:defRPr/>
            </a:lvl6pPr>
            <a:lvl7pPr indent="-342900" lvl="6" marL="3200400" algn="l">
              <a:lnSpc>
                <a:spcPct val="90000"/>
              </a:lnSpc>
              <a:spcBef>
                <a:spcPts val="667"/>
              </a:spcBef>
              <a:spcAft>
                <a:spcPts val="0"/>
              </a:spcAft>
              <a:buClr>
                <a:schemeClr val="dk1"/>
              </a:buClr>
              <a:buSzPts val="1800"/>
              <a:buChar char="•"/>
              <a:defRPr/>
            </a:lvl7pPr>
            <a:lvl8pPr indent="-342900" lvl="7" marL="3657600" algn="l">
              <a:lnSpc>
                <a:spcPct val="90000"/>
              </a:lnSpc>
              <a:spcBef>
                <a:spcPts val="667"/>
              </a:spcBef>
              <a:spcAft>
                <a:spcPts val="0"/>
              </a:spcAft>
              <a:buClr>
                <a:schemeClr val="dk1"/>
              </a:buClr>
              <a:buSzPts val="1800"/>
              <a:buChar char="•"/>
              <a:defRPr/>
            </a:lvl8pPr>
            <a:lvl9pPr indent="-342900" lvl="8" marL="4114800" algn="l">
              <a:lnSpc>
                <a:spcPct val="90000"/>
              </a:lnSpc>
              <a:spcBef>
                <a:spcPts val="667"/>
              </a:spcBef>
              <a:spcAft>
                <a:spcPts val="0"/>
              </a:spcAft>
              <a:buClr>
                <a:schemeClr val="dk1"/>
              </a:buClr>
              <a:buSzPts val="1800"/>
              <a:buChar char="•"/>
              <a:defRPr/>
            </a:lvl9pPr>
          </a:lstStyle>
          <a:p/>
        </p:txBody>
      </p:sp>
      <p:sp>
        <p:nvSpPr>
          <p:cNvPr id="31" name="Google Shape;31;p6"/>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
        <p:nvSpPr>
          <p:cNvPr id="32" name="Google Shape;32;p6"/>
          <p:cNvSpPr txBox="1"/>
          <p:nvPr>
            <p:ph idx="2" type="body"/>
          </p:nvPr>
        </p:nvSpPr>
        <p:spPr>
          <a:xfrm flipH="1">
            <a:off x="495264" y="1315720"/>
            <a:ext cx="11180100" cy="48780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333"/>
              </a:spcBef>
              <a:spcAft>
                <a:spcPts val="0"/>
              </a:spcAft>
              <a:buClr>
                <a:schemeClr val="dk1"/>
              </a:buClr>
              <a:buSzPts val="2134"/>
              <a:buFont typeface="Calibri"/>
              <a:buNone/>
              <a:defRPr i="1" sz="2667"/>
            </a:lvl1pPr>
            <a:lvl2pPr indent="-228600" lvl="1" marL="914400" algn="l">
              <a:lnSpc>
                <a:spcPct val="90000"/>
              </a:lnSpc>
              <a:spcBef>
                <a:spcPts val="667"/>
              </a:spcBef>
              <a:spcAft>
                <a:spcPts val="0"/>
              </a:spcAft>
              <a:buClr>
                <a:schemeClr val="dk1"/>
              </a:buClr>
              <a:buSzPts val="2134"/>
              <a:buFont typeface="Calibri"/>
              <a:buNone/>
              <a:defRPr/>
            </a:lvl2pPr>
            <a:lvl3pPr indent="-228600" lvl="2" marL="1371600" algn="l">
              <a:lnSpc>
                <a:spcPct val="90000"/>
              </a:lnSpc>
              <a:spcBef>
                <a:spcPts val="667"/>
              </a:spcBef>
              <a:spcAft>
                <a:spcPts val="0"/>
              </a:spcAft>
              <a:buClr>
                <a:schemeClr val="dk1"/>
              </a:buClr>
              <a:buSzPts val="1920"/>
              <a:buFont typeface="Calibri"/>
              <a:buNone/>
              <a:defRPr/>
            </a:lvl3pPr>
            <a:lvl4pPr indent="-228600" lvl="3" marL="1828800" algn="l">
              <a:lnSpc>
                <a:spcPct val="90000"/>
              </a:lnSpc>
              <a:spcBef>
                <a:spcPts val="667"/>
              </a:spcBef>
              <a:spcAft>
                <a:spcPts val="0"/>
              </a:spcAft>
              <a:buClr>
                <a:schemeClr val="dk1"/>
              </a:buClr>
              <a:buSzPts val="1706"/>
              <a:buFont typeface="Calibri"/>
              <a:buNone/>
              <a:defRPr/>
            </a:lvl4pPr>
            <a:lvl5pPr indent="-228600" lvl="4" marL="2286000" algn="l">
              <a:lnSpc>
                <a:spcPct val="90000"/>
              </a:lnSpc>
              <a:spcBef>
                <a:spcPts val="667"/>
              </a:spcBef>
              <a:spcAft>
                <a:spcPts val="0"/>
              </a:spcAft>
              <a:buClr>
                <a:schemeClr val="dk1"/>
              </a:buClr>
              <a:buSzPts val="1706"/>
              <a:buFont typeface="Calibri"/>
              <a:buNone/>
              <a:defRPr/>
            </a:lvl5pPr>
            <a:lvl6pPr indent="-342900" lvl="5" marL="2743200" algn="l">
              <a:lnSpc>
                <a:spcPct val="90000"/>
              </a:lnSpc>
              <a:spcBef>
                <a:spcPts val="667"/>
              </a:spcBef>
              <a:spcAft>
                <a:spcPts val="0"/>
              </a:spcAft>
              <a:buClr>
                <a:schemeClr val="dk1"/>
              </a:buClr>
              <a:buSzPts val="1800"/>
              <a:buChar char="•"/>
              <a:defRPr/>
            </a:lvl6pPr>
            <a:lvl7pPr indent="-342900" lvl="6" marL="3200400" algn="l">
              <a:lnSpc>
                <a:spcPct val="90000"/>
              </a:lnSpc>
              <a:spcBef>
                <a:spcPts val="667"/>
              </a:spcBef>
              <a:spcAft>
                <a:spcPts val="0"/>
              </a:spcAft>
              <a:buClr>
                <a:schemeClr val="dk1"/>
              </a:buClr>
              <a:buSzPts val="1800"/>
              <a:buChar char="•"/>
              <a:defRPr/>
            </a:lvl7pPr>
            <a:lvl8pPr indent="-342900" lvl="7" marL="3657600" algn="l">
              <a:lnSpc>
                <a:spcPct val="90000"/>
              </a:lnSpc>
              <a:spcBef>
                <a:spcPts val="667"/>
              </a:spcBef>
              <a:spcAft>
                <a:spcPts val="0"/>
              </a:spcAft>
              <a:buClr>
                <a:schemeClr val="dk1"/>
              </a:buClr>
              <a:buSzPts val="1800"/>
              <a:buChar char="•"/>
              <a:defRPr/>
            </a:lvl8pPr>
            <a:lvl9pPr indent="-342900" lvl="8" marL="4114800" algn="l">
              <a:lnSpc>
                <a:spcPct val="90000"/>
              </a:lnSpc>
              <a:spcBef>
                <a:spcPts val="667"/>
              </a:spcBef>
              <a:spcAft>
                <a:spcPts val="0"/>
              </a:spcAft>
              <a:buClr>
                <a:schemeClr val="dk1"/>
              </a:buClr>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7"/>
          <p:cNvSpPr txBox="1"/>
          <p:nvPr>
            <p:ph type="title"/>
          </p:nvPr>
        </p:nvSpPr>
        <p:spPr>
          <a:xfrm>
            <a:off x="812800" y="2218267"/>
            <a:ext cx="10515600" cy="10974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rgbClr val="9B1D23"/>
              </a:buClr>
              <a:buSzPts val="4800"/>
              <a:buFont typeface="Arial Black"/>
              <a:buNone/>
              <a:defRPr sz="4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7"/>
          <p:cNvSpPr txBox="1"/>
          <p:nvPr>
            <p:ph idx="1" type="body"/>
          </p:nvPr>
        </p:nvSpPr>
        <p:spPr>
          <a:xfrm>
            <a:off x="812800" y="3530600"/>
            <a:ext cx="10515600" cy="9753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333"/>
              </a:spcBef>
              <a:spcAft>
                <a:spcPts val="0"/>
              </a:spcAft>
              <a:buClr>
                <a:srgbClr val="888888"/>
              </a:buClr>
              <a:buSzPts val="1920"/>
              <a:buNone/>
              <a:defRPr sz="2400">
                <a:solidFill>
                  <a:srgbClr val="888888"/>
                </a:solidFill>
              </a:defRPr>
            </a:lvl1pPr>
            <a:lvl2pPr indent="-228600" lvl="1" marL="914400" algn="l">
              <a:lnSpc>
                <a:spcPct val="90000"/>
              </a:lnSpc>
              <a:spcBef>
                <a:spcPts val="667"/>
              </a:spcBef>
              <a:spcAft>
                <a:spcPts val="0"/>
              </a:spcAft>
              <a:buClr>
                <a:srgbClr val="888888"/>
              </a:buClr>
              <a:buSzPts val="2134"/>
              <a:buNone/>
              <a:defRPr sz="2667">
                <a:solidFill>
                  <a:srgbClr val="888888"/>
                </a:solidFill>
              </a:defRPr>
            </a:lvl2pPr>
            <a:lvl3pPr indent="-228600" lvl="2" marL="1371600" algn="l">
              <a:lnSpc>
                <a:spcPct val="90000"/>
              </a:lnSpc>
              <a:spcBef>
                <a:spcPts val="667"/>
              </a:spcBef>
              <a:spcAft>
                <a:spcPts val="0"/>
              </a:spcAft>
              <a:buClr>
                <a:srgbClr val="888888"/>
              </a:buClr>
              <a:buSzPts val="1920"/>
              <a:buNone/>
              <a:defRPr sz="2400">
                <a:solidFill>
                  <a:srgbClr val="888888"/>
                </a:solidFill>
              </a:defRPr>
            </a:lvl3pPr>
            <a:lvl4pPr indent="-228600" lvl="3" marL="1828800" algn="l">
              <a:lnSpc>
                <a:spcPct val="90000"/>
              </a:lnSpc>
              <a:spcBef>
                <a:spcPts val="667"/>
              </a:spcBef>
              <a:spcAft>
                <a:spcPts val="0"/>
              </a:spcAft>
              <a:buClr>
                <a:srgbClr val="888888"/>
              </a:buClr>
              <a:buSzPts val="1706"/>
              <a:buNone/>
              <a:defRPr sz="2133">
                <a:solidFill>
                  <a:srgbClr val="888888"/>
                </a:solidFill>
              </a:defRPr>
            </a:lvl4pPr>
            <a:lvl5pPr indent="-228600" lvl="4" marL="2286000" algn="l">
              <a:lnSpc>
                <a:spcPct val="90000"/>
              </a:lnSpc>
              <a:spcBef>
                <a:spcPts val="667"/>
              </a:spcBef>
              <a:spcAft>
                <a:spcPts val="0"/>
              </a:spcAft>
              <a:buClr>
                <a:srgbClr val="888888"/>
              </a:buClr>
              <a:buSzPts val="1706"/>
              <a:buNone/>
              <a:defRPr sz="2133">
                <a:solidFill>
                  <a:srgbClr val="888888"/>
                </a:solidFill>
              </a:defRPr>
            </a:lvl5pPr>
            <a:lvl6pPr indent="-228600" lvl="5" marL="2743200" algn="l">
              <a:lnSpc>
                <a:spcPct val="90000"/>
              </a:lnSpc>
              <a:spcBef>
                <a:spcPts val="667"/>
              </a:spcBef>
              <a:spcAft>
                <a:spcPts val="0"/>
              </a:spcAft>
              <a:buClr>
                <a:srgbClr val="888888"/>
              </a:buClr>
              <a:buSzPts val="2133"/>
              <a:buNone/>
              <a:defRPr sz="2133">
                <a:solidFill>
                  <a:srgbClr val="888888"/>
                </a:solidFill>
              </a:defRPr>
            </a:lvl6pPr>
            <a:lvl7pPr indent="-228600" lvl="6" marL="3200400" algn="l">
              <a:lnSpc>
                <a:spcPct val="90000"/>
              </a:lnSpc>
              <a:spcBef>
                <a:spcPts val="667"/>
              </a:spcBef>
              <a:spcAft>
                <a:spcPts val="0"/>
              </a:spcAft>
              <a:buClr>
                <a:srgbClr val="888888"/>
              </a:buClr>
              <a:buSzPts val="2133"/>
              <a:buNone/>
              <a:defRPr sz="2133">
                <a:solidFill>
                  <a:srgbClr val="888888"/>
                </a:solidFill>
              </a:defRPr>
            </a:lvl7pPr>
            <a:lvl8pPr indent="-228600" lvl="7" marL="3657600" algn="l">
              <a:lnSpc>
                <a:spcPct val="90000"/>
              </a:lnSpc>
              <a:spcBef>
                <a:spcPts val="667"/>
              </a:spcBef>
              <a:spcAft>
                <a:spcPts val="0"/>
              </a:spcAft>
              <a:buClr>
                <a:srgbClr val="888888"/>
              </a:buClr>
              <a:buSzPts val="2133"/>
              <a:buNone/>
              <a:defRPr sz="2133">
                <a:solidFill>
                  <a:srgbClr val="888888"/>
                </a:solidFill>
              </a:defRPr>
            </a:lvl8pPr>
            <a:lvl9pPr indent="-228600" lvl="8" marL="4114800" algn="l">
              <a:lnSpc>
                <a:spcPct val="90000"/>
              </a:lnSpc>
              <a:spcBef>
                <a:spcPts val="667"/>
              </a:spcBef>
              <a:spcAft>
                <a:spcPts val="0"/>
              </a:spcAft>
              <a:buClr>
                <a:srgbClr val="888888"/>
              </a:buClr>
              <a:buSzPts val="2133"/>
              <a:buNone/>
              <a:defRPr sz="2133">
                <a:solidFill>
                  <a:srgbClr val="888888"/>
                </a:solidFill>
              </a:defRPr>
            </a:lvl9pPr>
          </a:lstStyle>
          <a:p/>
        </p:txBody>
      </p:sp>
      <p:sp>
        <p:nvSpPr>
          <p:cNvPr id="36" name="Google Shape;36;p7"/>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7" name="Shape 37"/>
        <p:cNvGrpSpPr/>
        <p:nvPr/>
      </p:nvGrpSpPr>
      <p:grpSpPr>
        <a:xfrm>
          <a:off x="0" y="0"/>
          <a:ext cx="0" cy="0"/>
          <a:chOff x="0" y="0"/>
          <a:chExt cx="0" cy="0"/>
        </a:xfrm>
      </p:grpSpPr>
      <p:sp>
        <p:nvSpPr>
          <p:cNvPr id="38" name="Google Shape;38;p8"/>
          <p:cNvSpPr txBox="1"/>
          <p:nvPr>
            <p:ph type="title"/>
          </p:nvPr>
        </p:nvSpPr>
        <p:spPr>
          <a:xfrm>
            <a:off x="501400" y="643909"/>
            <a:ext cx="11175900" cy="6603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9B1D23"/>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8"/>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
        <p:nvSpPr>
          <p:cNvPr id="40" name="Google Shape;40;p8"/>
          <p:cNvSpPr txBox="1"/>
          <p:nvPr>
            <p:ph idx="1" type="body"/>
          </p:nvPr>
        </p:nvSpPr>
        <p:spPr>
          <a:xfrm>
            <a:off x="519273" y="1603104"/>
            <a:ext cx="5486400" cy="4511100"/>
          </a:xfrm>
          <a:prstGeom prst="rect">
            <a:avLst/>
          </a:prstGeom>
          <a:noFill/>
          <a:ln>
            <a:noFill/>
          </a:ln>
        </p:spPr>
        <p:txBody>
          <a:bodyPr anchorCtr="0" anchor="t" bIns="45700" lIns="91425" spcFirstLastPara="1" rIns="91425" wrap="square" tIns="45700">
            <a:normAutofit/>
          </a:bodyPr>
          <a:lstStyle>
            <a:lvl1pPr indent="-364109" lvl="0" marL="457200" algn="l">
              <a:lnSpc>
                <a:spcPct val="90000"/>
              </a:lnSpc>
              <a:spcBef>
                <a:spcPts val="1333"/>
              </a:spcBef>
              <a:spcAft>
                <a:spcPts val="0"/>
              </a:spcAft>
              <a:buClr>
                <a:schemeClr val="dk1"/>
              </a:buClr>
              <a:buSzPts val="2134"/>
              <a:buChar char="•"/>
              <a:defRPr sz="2667">
                <a:latin typeface="Calibri"/>
                <a:ea typeface="Calibri"/>
                <a:cs typeface="Calibri"/>
                <a:sym typeface="Calibri"/>
              </a:defRPr>
            </a:lvl1pPr>
            <a:lvl2pPr indent="-350519" lvl="1" marL="914400" algn="l">
              <a:lnSpc>
                <a:spcPct val="90000"/>
              </a:lnSpc>
              <a:spcBef>
                <a:spcPts val="667"/>
              </a:spcBef>
              <a:spcAft>
                <a:spcPts val="0"/>
              </a:spcAft>
              <a:buClr>
                <a:schemeClr val="dk1"/>
              </a:buClr>
              <a:buSzPts val="1920"/>
              <a:buChar char="•"/>
              <a:defRPr sz="2400">
                <a:latin typeface="Calibri"/>
                <a:ea typeface="Calibri"/>
                <a:cs typeface="Calibri"/>
                <a:sym typeface="Calibri"/>
              </a:defRPr>
            </a:lvl2pPr>
            <a:lvl3pPr indent="-336931" lvl="2" marL="1371600" algn="l">
              <a:lnSpc>
                <a:spcPct val="90000"/>
              </a:lnSpc>
              <a:spcBef>
                <a:spcPts val="667"/>
              </a:spcBef>
              <a:spcAft>
                <a:spcPts val="0"/>
              </a:spcAft>
              <a:buClr>
                <a:schemeClr val="dk1"/>
              </a:buClr>
              <a:buSzPts val="1706"/>
              <a:buChar char="•"/>
              <a:defRPr sz="2133">
                <a:latin typeface="Calibri"/>
                <a:ea typeface="Calibri"/>
                <a:cs typeface="Calibri"/>
                <a:sym typeface="Calibri"/>
              </a:defRPr>
            </a:lvl3pPr>
            <a:lvl4pPr indent="-323469" lvl="3" marL="1828800" algn="l">
              <a:lnSpc>
                <a:spcPct val="90000"/>
              </a:lnSpc>
              <a:spcBef>
                <a:spcPts val="667"/>
              </a:spcBef>
              <a:spcAft>
                <a:spcPts val="0"/>
              </a:spcAft>
              <a:buClr>
                <a:schemeClr val="dk1"/>
              </a:buClr>
              <a:buSzPts val="1494"/>
              <a:buChar char="•"/>
              <a:defRPr sz="1867">
                <a:latin typeface="Calibri"/>
                <a:ea typeface="Calibri"/>
                <a:cs typeface="Calibri"/>
                <a:sym typeface="Calibri"/>
              </a:defRPr>
            </a:lvl4pPr>
            <a:lvl5pPr indent="-323469" lvl="4" marL="2286000" algn="l">
              <a:lnSpc>
                <a:spcPct val="90000"/>
              </a:lnSpc>
              <a:spcBef>
                <a:spcPts val="667"/>
              </a:spcBef>
              <a:spcAft>
                <a:spcPts val="0"/>
              </a:spcAft>
              <a:buClr>
                <a:schemeClr val="dk1"/>
              </a:buClr>
              <a:buSzPts val="1494"/>
              <a:buChar char="•"/>
              <a:defRPr sz="1867">
                <a:latin typeface="Calibri"/>
                <a:ea typeface="Calibri"/>
                <a:cs typeface="Calibri"/>
                <a:sym typeface="Calibri"/>
              </a:defRPr>
            </a:lvl5pPr>
            <a:lvl6pPr indent="-342900" lvl="5" marL="2743200" algn="l">
              <a:lnSpc>
                <a:spcPct val="90000"/>
              </a:lnSpc>
              <a:spcBef>
                <a:spcPts val="667"/>
              </a:spcBef>
              <a:spcAft>
                <a:spcPts val="0"/>
              </a:spcAft>
              <a:buClr>
                <a:schemeClr val="dk1"/>
              </a:buClr>
              <a:buSzPts val="1800"/>
              <a:buChar char="•"/>
              <a:defRPr/>
            </a:lvl6pPr>
            <a:lvl7pPr indent="-342900" lvl="6" marL="3200400" algn="l">
              <a:lnSpc>
                <a:spcPct val="90000"/>
              </a:lnSpc>
              <a:spcBef>
                <a:spcPts val="667"/>
              </a:spcBef>
              <a:spcAft>
                <a:spcPts val="0"/>
              </a:spcAft>
              <a:buClr>
                <a:schemeClr val="dk1"/>
              </a:buClr>
              <a:buSzPts val="1800"/>
              <a:buChar char="•"/>
              <a:defRPr/>
            </a:lvl7pPr>
            <a:lvl8pPr indent="-342900" lvl="7" marL="3657600" algn="l">
              <a:lnSpc>
                <a:spcPct val="90000"/>
              </a:lnSpc>
              <a:spcBef>
                <a:spcPts val="667"/>
              </a:spcBef>
              <a:spcAft>
                <a:spcPts val="0"/>
              </a:spcAft>
              <a:buClr>
                <a:schemeClr val="dk1"/>
              </a:buClr>
              <a:buSzPts val="1800"/>
              <a:buChar char="•"/>
              <a:defRPr/>
            </a:lvl8pPr>
            <a:lvl9pPr indent="-342900" lvl="8" marL="4114800" algn="l">
              <a:lnSpc>
                <a:spcPct val="90000"/>
              </a:lnSpc>
              <a:spcBef>
                <a:spcPts val="667"/>
              </a:spcBef>
              <a:spcAft>
                <a:spcPts val="0"/>
              </a:spcAft>
              <a:buClr>
                <a:schemeClr val="dk1"/>
              </a:buClr>
              <a:buSzPts val="1800"/>
              <a:buChar char="•"/>
              <a:defRPr/>
            </a:lvl9pPr>
          </a:lstStyle>
          <a:p/>
        </p:txBody>
      </p:sp>
      <p:sp>
        <p:nvSpPr>
          <p:cNvPr id="41" name="Google Shape;41;p8"/>
          <p:cNvSpPr txBox="1"/>
          <p:nvPr>
            <p:ph idx="2" type="body"/>
          </p:nvPr>
        </p:nvSpPr>
        <p:spPr>
          <a:xfrm>
            <a:off x="6196173" y="1603104"/>
            <a:ext cx="5486400" cy="4511100"/>
          </a:xfrm>
          <a:prstGeom prst="rect">
            <a:avLst/>
          </a:prstGeom>
          <a:noFill/>
          <a:ln>
            <a:noFill/>
          </a:ln>
        </p:spPr>
        <p:txBody>
          <a:bodyPr anchorCtr="0" anchor="t" bIns="45700" lIns="91425" spcFirstLastPara="1" rIns="91425" wrap="square" tIns="45700">
            <a:normAutofit/>
          </a:bodyPr>
          <a:lstStyle>
            <a:lvl1pPr indent="-364109" lvl="0" marL="457200" algn="l">
              <a:lnSpc>
                <a:spcPct val="90000"/>
              </a:lnSpc>
              <a:spcBef>
                <a:spcPts val="1333"/>
              </a:spcBef>
              <a:spcAft>
                <a:spcPts val="0"/>
              </a:spcAft>
              <a:buClr>
                <a:schemeClr val="dk1"/>
              </a:buClr>
              <a:buSzPts val="2134"/>
              <a:buChar char="•"/>
              <a:defRPr sz="2667">
                <a:latin typeface="Calibri"/>
                <a:ea typeface="Calibri"/>
                <a:cs typeface="Calibri"/>
                <a:sym typeface="Calibri"/>
              </a:defRPr>
            </a:lvl1pPr>
            <a:lvl2pPr indent="-350519" lvl="1" marL="914400" algn="l">
              <a:lnSpc>
                <a:spcPct val="90000"/>
              </a:lnSpc>
              <a:spcBef>
                <a:spcPts val="667"/>
              </a:spcBef>
              <a:spcAft>
                <a:spcPts val="0"/>
              </a:spcAft>
              <a:buClr>
                <a:schemeClr val="dk1"/>
              </a:buClr>
              <a:buSzPts val="1920"/>
              <a:buChar char="•"/>
              <a:defRPr sz="2400">
                <a:latin typeface="Calibri"/>
                <a:ea typeface="Calibri"/>
                <a:cs typeface="Calibri"/>
                <a:sym typeface="Calibri"/>
              </a:defRPr>
            </a:lvl2pPr>
            <a:lvl3pPr indent="-336931" lvl="2" marL="1371600" algn="l">
              <a:lnSpc>
                <a:spcPct val="90000"/>
              </a:lnSpc>
              <a:spcBef>
                <a:spcPts val="667"/>
              </a:spcBef>
              <a:spcAft>
                <a:spcPts val="0"/>
              </a:spcAft>
              <a:buClr>
                <a:schemeClr val="dk1"/>
              </a:buClr>
              <a:buSzPts val="1706"/>
              <a:buChar char="•"/>
              <a:defRPr sz="2133">
                <a:latin typeface="Calibri"/>
                <a:ea typeface="Calibri"/>
                <a:cs typeface="Calibri"/>
                <a:sym typeface="Calibri"/>
              </a:defRPr>
            </a:lvl3pPr>
            <a:lvl4pPr indent="-323469" lvl="3" marL="1828800" algn="l">
              <a:lnSpc>
                <a:spcPct val="90000"/>
              </a:lnSpc>
              <a:spcBef>
                <a:spcPts val="667"/>
              </a:spcBef>
              <a:spcAft>
                <a:spcPts val="0"/>
              </a:spcAft>
              <a:buClr>
                <a:schemeClr val="dk1"/>
              </a:buClr>
              <a:buSzPts val="1494"/>
              <a:buChar char="•"/>
              <a:defRPr sz="1867">
                <a:latin typeface="Calibri"/>
                <a:ea typeface="Calibri"/>
                <a:cs typeface="Calibri"/>
                <a:sym typeface="Calibri"/>
              </a:defRPr>
            </a:lvl4pPr>
            <a:lvl5pPr indent="-323469" lvl="4" marL="2286000" algn="l">
              <a:lnSpc>
                <a:spcPct val="90000"/>
              </a:lnSpc>
              <a:spcBef>
                <a:spcPts val="667"/>
              </a:spcBef>
              <a:spcAft>
                <a:spcPts val="0"/>
              </a:spcAft>
              <a:buClr>
                <a:schemeClr val="dk1"/>
              </a:buClr>
              <a:buSzPts val="1494"/>
              <a:buChar char="•"/>
              <a:defRPr sz="1867">
                <a:latin typeface="Calibri"/>
                <a:ea typeface="Calibri"/>
                <a:cs typeface="Calibri"/>
                <a:sym typeface="Calibri"/>
              </a:defRPr>
            </a:lvl5pPr>
            <a:lvl6pPr indent="-342900" lvl="5" marL="2743200" algn="l">
              <a:lnSpc>
                <a:spcPct val="90000"/>
              </a:lnSpc>
              <a:spcBef>
                <a:spcPts val="667"/>
              </a:spcBef>
              <a:spcAft>
                <a:spcPts val="0"/>
              </a:spcAft>
              <a:buClr>
                <a:schemeClr val="dk1"/>
              </a:buClr>
              <a:buSzPts val="1800"/>
              <a:buChar char="•"/>
              <a:defRPr/>
            </a:lvl6pPr>
            <a:lvl7pPr indent="-342900" lvl="6" marL="3200400" algn="l">
              <a:lnSpc>
                <a:spcPct val="90000"/>
              </a:lnSpc>
              <a:spcBef>
                <a:spcPts val="667"/>
              </a:spcBef>
              <a:spcAft>
                <a:spcPts val="0"/>
              </a:spcAft>
              <a:buClr>
                <a:schemeClr val="dk1"/>
              </a:buClr>
              <a:buSzPts val="1800"/>
              <a:buChar char="•"/>
              <a:defRPr/>
            </a:lvl7pPr>
            <a:lvl8pPr indent="-342900" lvl="7" marL="3657600" algn="l">
              <a:lnSpc>
                <a:spcPct val="90000"/>
              </a:lnSpc>
              <a:spcBef>
                <a:spcPts val="667"/>
              </a:spcBef>
              <a:spcAft>
                <a:spcPts val="0"/>
              </a:spcAft>
              <a:buClr>
                <a:schemeClr val="dk1"/>
              </a:buClr>
              <a:buSzPts val="1800"/>
              <a:buChar char="•"/>
              <a:defRPr/>
            </a:lvl8pPr>
            <a:lvl9pPr indent="-342900" lvl="8" marL="4114800" algn="l">
              <a:lnSpc>
                <a:spcPct val="90000"/>
              </a:lnSpc>
              <a:spcBef>
                <a:spcPts val="667"/>
              </a:spcBef>
              <a:spcAft>
                <a:spcPts val="0"/>
              </a:spcAft>
              <a:buClr>
                <a:schemeClr val="dk1"/>
              </a:buClr>
              <a:buSzPts val="18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and Two Content">
  <p:cSld name="Subtitle and Two Content">
    <p:spTree>
      <p:nvGrpSpPr>
        <p:cNvPr id="42" name="Shape 42"/>
        <p:cNvGrpSpPr/>
        <p:nvPr/>
      </p:nvGrpSpPr>
      <p:grpSpPr>
        <a:xfrm>
          <a:off x="0" y="0"/>
          <a:ext cx="0" cy="0"/>
          <a:chOff x="0" y="0"/>
          <a:chExt cx="0" cy="0"/>
        </a:xfrm>
      </p:grpSpPr>
      <p:sp>
        <p:nvSpPr>
          <p:cNvPr id="43" name="Google Shape;43;p9"/>
          <p:cNvSpPr txBox="1"/>
          <p:nvPr>
            <p:ph type="title"/>
          </p:nvPr>
        </p:nvSpPr>
        <p:spPr>
          <a:xfrm>
            <a:off x="501400" y="643909"/>
            <a:ext cx="11175900" cy="6603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9B1D23"/>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9"/>
          <p:cNvSpPr txBox="1"/>
          <p:nvPr>
            <p:ph idx="1" type="body"/>
          </p:nvPr>
        </p:nvSpPr>
        <p:spPr>
          <a:xfrm>
            <a:off x="508401" y="1916384"/>
            <a:ext cx="5486400" cy="4145400"/>
          </a:xfrm>
          <a:prstGeom prst="rect">
            <a:avLst/>
          </a:prstGeom>
          <a:noFill/>
          <a:ln>
            <a:noFill/>
          </a:ln>
        </p:spPr>
        <p:txBody>
          <a:bodyPr anchorCtr="0" anchor="t" bIns="45700" lIns="91425" spcFirstLastPara="1" rIns="91425" wrap="square" tIns="45700">
            <a:normAutofit/>
          </a:bodyPr>
          <a:lstStyle>
            <a:lvl1pPr indent="-364109" lvl="0" marL="457200" algn="l">
              <a:lnSpc>
                <a:spcPct val="90000"/>
              </a:lnSpc>
              <a:spcBef>
                <a:spcPts val="1333"/>
              </a:spcBef>
              <a:spcAft>
                <a:spcPts val="0"/>
              </a:spcAft>
              <a:buClr>
                <a:schemeClr val="dk1"/>
              </a:buClr>
              <a:buSzPts val="2134"/>
              <a:buChar char="•"/>
              <a:defRPr sz="2667">
                <a:latin typeface="Calibri"/>
                <a:ea typeface="Calibri"/>
                <a:cs typeface="Calibri"/>
                <a:sym typeface="Calibri"/>
              </a:defRPr>
            </a:lvl1pPr>
            <a:lvl2pPr indent="-350519" lvl="1" marL="914400" algn="l">
              <a:lnSpc>
                <a:spcPct val="90000"/>
              </a:lnSpc>
              <a:spcBef>
                <a:spcPts val="667"/>
              </a:spcBef>
              <a:spcAft>
                <a:spcPts val="0"/>
              </a:spcAft>
              <a:buClr>
                <a:schemeClr val="dk1"/>
              </a:buClr>
              <a:buSzPts val="1920"/>
              <a:buChar char="•"/>
              <a:defRPr sz="2400">
                <a:latin typeface="Calibri"/>
                <a:ea typeface="Calibri"/>
                <a:cs typeface="Calibri"/>
                <a:sym typeface="Calibri"/>
              </a:defRPr>
            </a:lvl2pPr>
            <a:lvl3pPr indent="-336931" lvl="2" marL="1371600" algn="l">
              <a:lnSpc>
                <a:spcPct val="90000"/>
              </a:lnSpc>
              <a:spcBef>
                <a:spcPts val="667"/>
              </a:spcBef>
              <a:spcAft>
                <a:spcPts val="0"/>
              </a:spcAft>
              <a:buClr>
                <a:schemeClr val="dk1"/>
              </a:buClr>
              <a:buSzPts val="1706"/>
              <a:buChar char="•"/>
              <a:defRPr sz="2133">
                <a:latin typeface="Calibri"/>
                <a:ea typeface="Calibri"/>
                <a:cs typeface="Calibri"/>
                <a:sym typeface="Calibri"/>
              </a:defRPr>
            </a:lvl3pPr>
            <a:lvl4pPr indent="-323469" lvl="3" marL="1828800" algn="l">
              <a:lnSpc>
                <a:spcPct val="90000"/>
              </a:lnSpc>
              <a:spcBef>
                <a:spcPts val="667"/>
              </a:spcBef>
              <a:spcAft>
                <a:spcPts val="0"/>
              </a:spcAft>
              <a:buClr>
                <a:schemeClr val="dk1"/>
              </a:buClr>
              <a:buSzPts val="1494"/>
              <a:buChar char="•"/>
              <a:defRPr sz="1867">
                <a:latin typeface="Calibri"/>
                <a:ea typeface="Calibri"/>
                <a:cs typeface="Calibri"/>
                <a:sym typeface="Calibri"/>
              </a:defRPr>
            </a:lvl4pPr>
            <a:lvl5pPr indent="-323469" lvl="4" marL="2286000" algn="l">
              <a:lnSpc>
                <a:spcPct val="90000"/>
              </a:lnSpc>
              <a:spcBef>
                <a:spcPts val="667"/>
              </a:spcBef>
              <a:spcAft>
                <a:spcPts val="0"/>
              </a:spcAft>
              <a:buClr>
                <a:schemeClr val="dk1"/>
              </a:buClr>
              <a:buSzPts val="1494"/>
              <a:buChar char="•"/>
              <a:defRPr sz="1867">
                <a:latin typeface="Calibri"/>
                <a:ea typeface="Calibri"/>
                <a:cs typeface="Calibri"/>
                <a:sym typeface="Calibri"/>
              </a:defRPr>
            </a:lvl5pPr>
            <a:lvl6pPr indent="-342900" lvl="5" marL="2743200" algn="l">
              <a:lnSpc>
                <a:spcPct val="90000"/>
              </a:lnSpc>
              <a:spcBef>
                <a:spcPts val="667"/>
              </a:spcBef>
              <a:spcAft>
                <a:spcPts val="0"/>
              </a:spcAft>
              <a:buClr>
                <a:schemeClr val="dk1"/>
              </a:buClr>
              <a:buSzPts val="1800"/>
              <a:buChar char="•"/>
              <a:defRPr/>
            </a:lvl6pPr>
            <a:lvl7pPr indent="-342900" lvl="6" marL="3200400" algn="l">
              <a:lnSpc>
                <a:spcPct val="90000"/>
              </a:lnSpc>
              <a:spcBef>
                <a:spcPts val="667"/>
              </a:spcBef>
              <a:spcAft>
                <a:spcPts val="0"/>
              </a:spcAft>
              <a:buClr>
                <a:schemeClr val="dk1"/>
              </a:buClr>
              <a:buSzPts val="1800"/>
              <a:buChar char="•"/>
              <a:defRPr/>
            </a:lvl7pPr>
            <a:lvl8pPr indent="-342900" lvl="7" marL="3657600" algn="l">
              <a:lnSpc>
                <a:spcPct val="90000"/>
              </a:lnSpc>
              <a:spcBef>
                <a:spcPts val="667"/>
              </a:spcBef>
              <a:spcAft>
                <a:spcPts val="0"/>
              </a:spcAft>
              <a:buClr>
                <a:schemeClr val="dk1"/>
              </a:buClr>
              <a:buSzPts val="1800"/>
              <a:buChar char="•"/>
              <a:defRPr/>
            </a:lvl8pPr>
            <a:lvl9pPr indent="-342900" lvl="8" marL="4114800" algn="l">
              <a:lnSpc>
                <a:spcPct val="90000"/>
              </a:lnSpc>
              <a:spcBef>
                <a:spcPts val="667"/>
              </a:spcBef>
              <a:spcAft>
                <a:spcPts val="0"/>
              </a:spcAft>
              <a:buClr>
                <a:schemeClr val="dk1"/>
              </a:buClr>
              <a:buSzPts val="1800"/>
              <a:buChar char="•"/>
              <a:defRPr/>
            </a:lvl9pPr>
          </a:lstStyle>
          <a:p/>
        </p:txBody>
      </p:sp>
      <p:sp>
        <p:nvSpPr>
          <p:cNvPr id="45" name="Google Shape;45;p9"/>
          <p:cNvSpPr txBox="1"/>
          <p:nvPr>
            <p:ph idx="2" type="body"/>
          </p:nvPr>
        </p:nvSpPr>
        <p:spPr>
          <a:xfrm>
            <a:off x="6190365" y="1916384"/>
            <a:ext cx="5486400" cy="4145400"/>
          </a:xfrm>
          <a:prstGeom prst="rect">
            <a:avLst/>
          </a:prstGeom>
          <a:noFill/>
          <a:ln>
            <a:noFill/>
          </a:ln>
        </p:spPr>
        <p:txBody>
          <a:bodyPr anchorCtr="0" anchor="t" bIns="45700" lIns="91425" spcFirstLastPara="1" rIns="91425" wrap="square" tIns="45700">
            <a:normAutofit/>
          </a:bodyPr>
          <a:lstStyle>
            <a:lvl1pPr indent="-364109" lvl="0" marL="457200" algn="l">
              <a:lnSpc>
                <a:spcPct val="90000"/>
              </a:lnSpc>
              <a:spcBef>
                <a:spcPts val="1333"/>
              </a:spcBef>
              <a:spcAft>
                <a:spcPts val="0"/>
              </a:spcAft>
              <a:buClr>
                <a:schemeClr val="dk1"/>
              </a:buClr>
              <a:buSzPts val="2134"/>
              <a:buChar char="•"/>
              <a:defRPr sz="2667">
                <a:latin typeface="Calibri"/>
                <a:ea typeface="Calibri"/>
                <a:cs typeface="Calibri"/>
                <a:sym typeface="Calibri"/>
              </a:defRPr>
            </a:lvl1pPr>
            <a:lvl2pPr indent="-350519" lvl="1" marL="914400" algn="l">
              <a:lnSpc>
                <a:spcPct val="90000"/>
              </a:lnSpc>
              <a:spcBef>
                <a:spcPts val="667"/>
              </a:spcBef>
              <a:spcAft>
                <a:spcPts val="0"/>
              </a:spcAft>
              <a:buClr>
                <a:schemeClr val="dk1"/>
              </a:buClr>
              <a:buSzPts val="1920"/>
              <a:buChar char="•"/>
              <a:defRPr sz="2400">
                <a:latin typeface="Calibri"/>
                <a:ea typeface="Calibri"/>
                <a:cs typeface="Calibri"/>
                <a:sym typeface="Calibri"/>
              </a:defRPr>
            </a:lvl2pPr>
            <a:lvl3pPr indent="-336931" lvl="2" marL="1371600" algn="l">
              <a:lnSpc>
                <a:spcPct val="90000"/>
              </a:lnSpc>
              <a:spcBef>
                <a:spcPts val="667"/>
              </a:spcBef>
              <a:spcAft>
                <a:spcPts val="0"/>
              </a:spcAft>
              <a:buClr>
                <a:schemeClr val="dk1"/>
              </a:buClr>
              <a:buSzPts val="1706"/>
              <a:buChar char="•"/>
              <a:defRPr sz="2133">
                <a:latin typeface="Calibri"/>
                <a:ea typeface="Calibri"/>
                <a:cs typeface="Calibri"/>
                <a:sym typeface="Calibri"/>
              </a:defRPr>
            </a:lvl3pPr>
            <a:lvl4pPr indent="-323469" lvl="3" marL="1828800" algn="l">
              <a:lnSpc>
                <a:spcPct val="90000"/>
              </a:lnSpc>
              <a:spcBef>
                <a:spcPts val="667"/>
              </a:spcBef>
              <a:spcAft>
                <a:spcPts val="0"/>
              </a:spcAft>
              <a:buClr>
                <a:schemeClr val="dk1"/>
              </a:buClr>
              <a:buSzPts val="1494"/>
              <a:buChar char="•"/>
              <a:defRPr sz="1867">
                <a:latin typeface="Calibri"/>
                <a:ea typeface="Calibri"/>
                <a:cs typeface="Calibri"/>
                <a:sym typeface="Calibri"/>
              </a:defRPr>
            </a:lvl4pPr>
            <a:lvl5pPr indent="-323469" lvl="4" marL="2286000" algn="l">
              <a:lnSpc>
                <a:spcPct val="90000"/>
              </a:lnSpc>
              <a:spcBef>
                <a:spcPts val="667"/>
              </a:spcBef>
              <a:spcAft>
                <a:spcPts val="0"/>
              </a:spcAft>
              <a:buClr>
                <a:schemeClr val="dk1"/>
              </a:buClr>
              <a:buSzPts val="1494"/>
              <a:buChar char="•"/>
              <a:defRPr sz="1867">
                <a:latin typeface="Calibri"/>
                <a:ea typeface="Calibri"/>
                <a:cs typeface="Calibri"/>
                <a:sym typeface="Calibri"/>
              </a:defRPr>
            </a:lvl5pPr>
            <a:lvl6pPr indent="-342900" lvl="5" marL="2743200" algn="l">
              <a:lnSpc>
                <a:spcPct val="90000"/>
              </a:lnSpc>
              <a:spcBef>
                <a:spcPts val="667"/>
              </a:spcBef>
              <a:spcAft>
                <a:spcPts val="0"/>
              </a:spcAft>
              <a:buClr>
                <a:schemeClr val="dk1"/>
              </a:buClr>
              <a:buSzPts val="1800"/>
              <a:buChar char="•"/>
              <a:defRPr/>
            </a:lvl6pPr>
            <a:lvl7pPr indent="-342900" lvl="6" marL="3200400" algn="l">
              <a:lnSpc>
                <a:spcPct val="90000"/>
              </a:lnSpc>
              <a:spcBef>
                <a:spcPts val="667"/>
              </a:spcBef>
              <a:spcAft>
                <a:spcPts val="0"/>
              </a:spcAft>
              <a:buClr>
                <a:schemeClr val="dk1"/>
              </a:buClr>
              <a:buSzPts val="1800"/>
              <a:buChar char="•"/>
              <a:defRPr/>
            </a:lvl7pPr>
            <a:lvl8pPr indent="-342900" lvl="7" marL="3657600" algn="l">
              <a:lnSpc>
                <a:spcPct val="90000"/>
              </a:lnSpc>
              <a:spcBef>
                <a:spcPts val="667"/>
              </a:spcBef>
              <a:spcAft>
                <a:spcPts val="0"/>
              </a:spcAft>
              <a:buClr>
                <a:schemeClr val="dk1"/>
              </a:buClr>
              <a:buSzPts val="1800"/>
              <a:buChar char="•"/>
              <a:defRPr/>
            </a:lvl8pPr>
            <a:lvl9pPr indent="-342900" lvl="8" marL="4114800" algn="l">
              <a:lnSpc>
                <a:spcPct val="90000"/>
              </a:lnSpc>
              <a:spcBef>
                <a:spcPts val="667"/>
              </a:spcBef>
              <a:spcAft>
                <a:spcPts val="0"/>
              </a:spcAft>
              <a:buClr>
                <a:schemeClr val="dk1"/>
              </a:buClr>
              <a:buSzPts val="1800"/>
              <a:buChar char="•"/>
              <a:defRPr/>
            </a:lvl9pPr>
          </a:lstStyle>
          <a:p/>
        </p:txBody>
      </p:sp>
      <p:sp>
        <p:nvSpPr>
          <p:cNvPr id="46" name="Google Shape;46;p9"/>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
        <p:nvSpPr>
          <p:cNvPr id="47" name="Google Shape;47;p9"/>
          <p:cNvSpPr txBox="1"/>
          <p:nvPr>
            <p:ph idx="3" type="body"/>
          </p:nvPr>
        </p:nvSpPr>
        <p:spPr>
          <a:xfrm flipH="1">
            <a:off x="498731" y="1315720"/>
            <a:ext cx="11180100" cy="4878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333"/>
              </a:spcBef>
              <a:spcAft>
                <a:spcPts val="0"/>
              </a:spcAft>
              <a:buClr>
                <a:schemeClr val="dk1"/>
              </a:buClr>
              <a:buSzPts val="2134"/>
              <a:buFont typeface="Calibri"/>
              <a:buNone/>
              <a:defRPr i="1" sz="2667"/>
            </a:lvl1pPr>
            <a:lvl2pPr indent="-228600" lvl="1" marL="914400" algn="l">
              <a:lnSpc>
                <a:spcPct val="90000"/>
              </a:lnSpc>
              <a:spcBef>
                <a:spcPts val="667"/>
              </a:spcBef>
              <a:spcAft>
                <a:spcPts val="0"/>
              </a:spcAft>
              <a:buClr>
                <a:schemeClr val="dk1"/>
              </a:buClr>
              <a:buSzPts val="2134"/>
              <a:buFont typeface="Calibri"/>
              <a:buNone/>
              <a:defRPr/>
            </a:lvl2pPr>
            <a:lvl3pPr indent="-228600" lvl="2" marL="1371600" algn="l">
              <a:lnSpc>
                <a:spcPct val="90000"/>
              </a:lnSpc>
              <a:spcBef>
                <a:spcPts val="667"/>
              </a:spcBef>
              <a:spcAft>
                <a:spcPts val="0"/>
              </a:spcAft>
              <a:buClr>
                <a:schemeClr val="dk1"/>
              </a:buClr>
              <a:buSzPts val="1920"/>
              <a:buFont typeface="Calibri"/>
              <a:buNone/>
              <a:defRPr/>
            </a:lvl3pPr>
            <a:lvl4pPr indent="-228600" lvl="3" marL="1828800" algn="l">
              <a:lnSpc>
                <a:spcPct val="90000"/>
              </a:lnSpc>
              <a:spcBef>
                <a:spcPts val="667"/>
              </a:spcBef>
              <a:spcAft>
                <a:spcPts val="0"/>
              </a:spcAft>
              <a:buClr>
                <a:schemeClr val="dk1"/>
              </a:buClr>
              <a:buSzPts val="1706"/>
              <a:buFont typeface="Calibri"/>
              <a:buNone/>
              <a:defRPr/>
            </a:lvl4pPr>
            <a:lvl5pPr indent="-228600" lvl="4" marL="2286000" algn="l">
              <a:lnSpc>
                <a:spcPct val="90000"/>
              </a:lnSpc>
              <a:spcBef>
                <a:spcPts val="667"/>
              </a:spcBef>
              <a:spcAft>
                <a:spcPts val="0"/>
              </a:spcAft>
              <a:buClr>
                <a:schemeClr val="dk1"/>
              </a:buClr>
              <a:buSzPts val="1706"/>
              <a:buFont typeface="Calibri"/>
              <a:buNone/>
              <a:defRPr/>
            </a:lvl5pPr>
            <a:lvl6pPr indent="-342900" lvl="5" marL="2743200" algn="l">
              <a:lnSpc>
                <a:spcPct val="90000"/>
              </a:lnSpc>
              <a:spcBef>
                <a:spcPts val="667"/>
              </a:spcBef>
              <a:spcAft>
                <a:spcPts val="0"/>
              </a:spcAft>
              <a:buClr>
                <a:schemeClr val="dk1"/>
              </a:buClr>
              <a:buSzPts val="1800"/>
              <a:buChar char="•"/>
              <a:defRPr/>
            </a:lvl6pPr>
            <a:lvl7pPr indent="-342900" lvl="6" marL="3200400" algn="l">
              <a:lnSpc>
                <a:spcPct val="90000"/>
              </a:lnSpc>
              <a:spcBef>
                <a:spcPts val="667"/>
              </a:spcBef>
              <a:spcAft>
                <a:spcPts val="0"/>
              </a:spcAft>
              <a:buClr>
                <a:schemeClr val="dk1"/>
              </a:buClr>
              <a:buSzPts val="1800"/>
              <a:buChar char="•"/>
              <a:defRPr/>
            </a:lvl7pPr>
            <a:lvl8pPr indent="-342900" lvl="7" marL="3657600" algn="l">
              <a:lnSpc>
                <a:spcPct val="90000"/>
              </a:lnSpc>
              <a:spcBef>
                <a:spcPts val="667"/>
              </a:spcBef>
              <a:spcAft>
                <a:spcPts val="0"/>
              </a:spcAft>
              <a:buClr>
                <a:schemeClr val="dk1"/>
              </a:buClr>
              <a:buSzPts val="1800"/>
              <a:buChar char="•"/>
              <a:defRPr/>
            </a:lvl8pPr>
            <a:lvl9pPr indent="-342900" lvl="8" marL="4114800" algn="l">
              <a:lnSpc>
                <a:spcPct val="90000"/>
              </a:lnSpc>
              <a:spcBef>
                <a:spcPts val="667"/>
              </a:spcBef>
              <a:spcAft>
                <a:spcPts val="0"/>
              </a:spcAft>
              <a:buClr>
                <a:schemeClr val="dk1"/>
              </a:buClr>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48" name="Shape 48"/>
        <p:cNvGrpSpPr/>
        <p:nvPr/>
      </p:nvGrpSpPr>
      <p:grpSpPr>
        <a:xfrm>
          <a:off x="0" y="0"/>
          <a:ext cx="0" cy="0"/>
          <a:chOff x="0" y="0"/>
          <a:chExt cx="0" cy="0"/>
        </a:xfrm>
      </p:grpSpPr>
      <p:sp>
        <p:nvSpPr>
          <p:cNvPr id="49" name="Google Shape;49;p10"/>
          <p:cNvSpPr txBox="1"/>
          <p:nvPr>
            <p:ph idx="1" type="body"/>
          </p:nvPr>
        </p:nvSpPr>
        <p:spPr>
          <a:xfrm>
            <a:off x="508000" y="1397000"/>
            <a:ext cx="5486400" cy="6096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333"/>
              </a:spcBef>
              <a:spcAft>
                <a:spcPts val="0"/>
              </a:spcAft>
              <a:buClr>
                <a:schemeClr val="dk1"/>
              </a:buClr>
              <a:buSzPts val="2560"/>
              <a:buNone/>
              <a:defRPr b="1" sz="3200">
                <a:latin typeface="Calibri"/>
                <a:ea typeface="Calibri"/>
                <a:cs typeface="Calibri"/>
                <a:sym typeface="Calibri"/>
              </a:defRPr>
            </a:lvl1pPr>
            <a:lvl2pPr indent="-228600" lvl="1" marL="914400" algn="l">
              <a:lnSpc>
                <a:spcPct val="90000"/>
              </a:lnSpc>
              <a:spcBef>
                <a:spcPts val="667"/>
              </a:spcBef>
              <a:spcAft>
                <a:spcPts val="0"/>
              </a:spcAft>
              <a:buClr>
                <a:schemeClr val="dk1"/>
              </a:buClr>
              <a:buSzPts val="2134"/>
              <a:buNone/>
              <a:defRPr b="1" sz="2667"/>
            </a:lvl2pPr>
            <a:lvl3pPr indent="-228600" lvl="2" marL="1371600" algn="l">
              <a:lnSpc>
                <a:spcPct val="90000"/>
              </a:lnSpc>
              <a:spcBef>
                <a:spcPts val="667"/>
              </a:spcBef>
              <a:spcAft>
                <a:spcPts val="0"/>
              </a:spcAft>
              <a:buClr>
                <a:schemeClr val="dk1"/>
              </a:buClr>
              <a:buSzPts val="1920"/>
              <a:buNone/>
              <a:defRPr b="1" sz="2400"/>
            </a:lvl3pPr>
            <a:lvl4pPr indent="-228600" lvl="3" marL="1828800" algn="l">
              <a:lnSpc>
                <a:spcPct val="90000"/>
              </a:lnSpc>
              <a:spcBef>
                <a:spcPts val="667"/>
              </a:spcBef>
              <a:spcAft>
                <a:spcPts val="0"/>
              </a:spcAft>
              <a:buClr>
                <a:schemeClr val="dk1"/>
              </a:buClr>
              <a:buSzPts val="1706"/>
              <a:buNone/>
              <a:defRPr b="1" sz="2133"/>
            </a:lvl4pPr>
            <a:lvl5pPr indent="-228600" lvl="4" marL="2286000" algn="l">
              <a:lnSpc>
                <a:spcPct val="90000"/>
              </a:lnSpc>
              <a:spcBef>
                <a:spcPts val="667"/>
              </a:spcBef>
              <a:spcAft>
                <a:spcPts val="0"/>
              </a:spcAft>
              <a:buClr>
                <a:schemeClr val="dk1"/>
              </a:buClr>
              <a:buSzPts val="1706"/>
              <a:buNone/>
              <a:defRPr b="1" sz="2133"/>
            </a:lvl5pPr>
            <a:lvl6pPr indent="-228600" lvl="5" marL="2743200" algn="l">
              <a:lnSpc>
                <a:spcPct val="90000"/>
              </a:lnSpc>
              <a:spcBef>
                <a:spcPts val="667"/>
              </a:spcBef>
              <a:spcAft>
                <a:spcPts val="0"/>
              </a:spcAft>
              <a:buClr>
                <a:schemeClr val="dk1"/>
              </a:buClr>
              <a:buSzPts val="2133"/>
              <a:buNone/>
              <a:defRPr b="1" sz="2133"/>
            </a:lvl6pPr>
            <a:lvl7pPr indent="-228600" lvl="6" marL="3200400" algn="l">
              <a:lnSpc>
                <a:spcPct val="90000"/>
              </a:lnSpc>
              <a:spcBef>
                <a:spcPts val="667"/>
              </a:spcBef>
              <a:spcAft>
                <a:spcPts val="0"/>
              </a:spcAft>
              <a:buClr>
                <a:schemeClr val="dk1"/>
              </a:buClr>
              <a:buSzPts val="2133"/>
              <a:buNone/>
              <a:defRPr b="1" sz="2133"/>
            </a:lvl7pPr>
            <a:lvl8pPr indent="-228600" lvl="7" marL="3657600" algn="l">
              <a:lnSpc>
                <a:spcPct val="90000"/>
              </a:lnSpc>
              <a:spcBef>
                <a:spcPts val="667"/>
              </a:spcBef>
              <a:spcAft>
                <a:spcPts val="0"/>
              </a:spcAft>
              <a:buClr>
                <a:schemeClr val="dk1"/>
              </a:buClr>
              <a:buSzPts val="2133"/>
              <a:buNone/>
              <a:defRPr b="1" sz="2133"/>
            </a:lvl8pPr>
            <a:lvl9pPr indent="-228600" lvl="8" marL="4114800" algn="l">
              <a:lnSpc>
                <a:spcPct val="90000"/>
              </a:lnSpc>
              <a:spcBef>
                <a:spcPts val="667"/>
              </a:spcBef>
              <a:spcAft>
                <a:spcPts val="0"/>
              </a:spcAft>
              <a:buClr>
                <a:schemeClr val="dk1"/>
              </a:buClr>
              <a:buSzPts val="2133"/>
              <a:buNone/>
              <a:defRPr b="1" sz="2133"/>
            </a:lvl9pPr>
          </a:lstStyle>
          <a:p/>
        </p:txBody>
      </p:sp>
      <p:sp>
        <p:nvSpPr>
          <p:cNvPr id="50" name="Google Shape;50;p10"/>
          <p:cNvSpPr txBox="1"/>
          <p:nvPr>
            <p:ph idx="2" type="body"/>
          </p:nvPr>
        </p:nvSpPr>
        <p:spPr>
          <a:xfrm>
            <a:off x="515816" y="2216140"/>
            <a:ext cx="5486400" cy="3779400"/>
          </a:xfrm>
          <a:prstGeom prst="rect">
            <a:avLst/>
          </a:prstGeom>
          <a:noFill/>
          <a:ln>
            <a:noFill/>
          </a:ln>
        </p:spPr>
        <p:txBody>
          <a:bodyPr anchorCtr="0" anchor="t" bIns="45700" lIns="91425" spcFirstLastPara="1" rIns="91425" wrap="square" tIns="45700">
            <a:normAutofit/>
          </a:bodyPr>
          <a:lstStyle>
            <a:lvl1pPr indent="-364109" lvl="0" marL="457200" algn="l">
              <a:lnSpc>
                <a:spcPct val="90000"/>
              </a:lnSpc>
              <a:spcBef>
                <a:spcPts val="1333"/>
              </a:spcBef>
              <a:spcAft>
                <a:spcPts val="0"/>
              </a:spcAft>
              <a:buClr>
                <a:schemeClr val="dk1"/>
              </a:buClr>
              <a:buSzPts val="2134"/>
              <a:buChar char="•"/>
              <a:defRPr sz="2667">
                <a:latin typeface="Calibri"/>
                <a:ea typeface="Calibri"/>
                <a:cs typeface="Calibri"/>
                <a:sym typeface="Calibri"/>
              </a:defRPr>
            </a:lvl1pPr>
            <a:lvl2pPr indent="-350519" lvl="1" marL="914400" algn="l">
              <a:lnSpc>
                <a:spcPct val="90000"/>
              </a:lnSpc>
              <a:spcBef>
                <a:spcPts val="667"/>
              </a:spcBef>
              <a:spcAft>
                <a:spcPts val="0"/>
              </a:spcAft>
              <a:buClr>
                <a:schemeClr val="dk1"/>
              </a:buClr>
              <a:buSzPts val="1920"/>
              <a:buChar char="•"/>
              <a:defRPr sz="2400">
                <a:latin typeface="Calibri"/>
                <a:ea typeface="Calibri"/>
                <a:cs typeface="Calibri"/>
                <a:sym typeface="Calibri"/>
              </a:defRPr>
            </a:lvl2pPr>
            <a:lvl3pPr indent="-336931" lvl="2" marL="1371600" algn="l">
              <a:lnSpc>
                <a:spcPct val="90000"/>
              </a:lnSpc>
              <a:spcBef>
                <a:spcPts val="667"/>
              </a:spcBef>
              <a:spcAft>
                <a:spcPts val="0"/>
              </a:spcAft>
              <a:buClr>
                <a:schemeClr val="dk1"/>
              </a:buClr>
              <a:buSzPts val="1706"/>
              <a:buChar char="•"/>
              <a:defRPr sz="2133">
                <a:latin typeface="Calibri"/>
                <a:ea typeface="Calibri"/>
                <a:cs typeface="Calibri"/>
                <a:sym typeface="Calibri"/>
              </a:defRPr>
            </a:lvl3pPr>
            <a:lvl4pPr indent="-323469" lvl="3" marL="1828800" algn="l">
              <a:lnSpc>
                <a:spcPct val="90000"/>
              </a:lnSpc>
              <a:spcBef>
                <a:spcPts val="667"/>
              </a:spcBef>
              <a:spcAft>
                <a:spcPts val="0"/>
              </a:spcAft>
              <a:buClr>
                <a:schemeClr val="dk1"/>
              </a:buClr>
              <a:buSzPts val="1494"/>
              <a:buChar char="•"/>
              <a:defRPr sz="1867">
                <a:latin typeface="Calibri"/>
                <a:ea typeface="Calibri"/>
                <a:cs typeface="Calibri"/>
                <a:sym typeface="Calibri"/>
              </a:defRPr>
            </a:lvl4pPr>
            <a:lvl5pPr indent="-323469" lvl="4" marL="2286000" algn="l">
              <a:lnSpc>
                <a:spcPct val="90000"/>
              </a:lnSpc>
              <a:spcBef>
                <a:spcPts val="667"/>
              </a:spcBef>
              <a:spcAft>
                <a:spcPts val="0"/>
              </a:spcAft>
              <a:buClr>
                <a:schemeClr val="dk1"/>
              </a:buClr>
              <a:buSzPts val="1494"/>
              <a:buChar char="•"/>
              <a:defRPr sz="1867">
                <a:latin typeface="Calibri"/>
                <a:ea typeface="Calibri"/>
                <a:cs typeface="Calibri"/>
                <a:sym typeface="Calibri"/>
              </a:defRPr>
            </a:lvl5pPr>
            <a:lvl6pPr indent="-342900" lvl="5" marL="2743200" algn="l">
              <a:lnSpc>
                <a:spcPct val="90000"/>
              </a:lnSpc>
              <a:spcBef>
                <a:spcPts val="667"/>
              </a:spcBef>
              <a:spcAft>
                <a:spcPts val="0"/>
              </a:spcAft>
              <a:buClr>
                <a:schemeClr val="dk1"/>
              </a:buClr>
              <a:buSzPts val="1800"/>
              <a:buChar char="•"/>
              <a:defRPr/>
            </a:lvl6pPr>
            <a:lvl7pPr indent="-342900" lvl="6" marL="3200400" algn="l">
              <a:lnSpc>
                <a:spcPct val="90000"/>
              </a:lnSpc>
              <a:spcBef>
                <a:spcPts val="667"/>
              </a:spcBef>
              <a:spcAft>
                <a:spcPts val="0"/>
              </a:spcAft>
              <a:buClr>
                <a:schemeClr val="dk1"/>
              </a:buClr>
              <a:buSzPts val="1800"/>
              <a:buChar char="•"/>
              <a:defRPr/>
            </a:lvl7pPr>
            <a:lvl8pPr indent="-342900" lvl="7" marL="3657600" algn="l">
              <a:lnSpc>
                <a:spcPct val="90000"/>
              </a:lnSpc>
              <a:spcBef>
                <a:spcPts val="667"/>
              </a:spcBef>
              <a:spcAft>
                <a:spcPts val="0"/>
              </a:spcAft>
              <a:buClr>
                <a:schemeClr val="dk1"/>
              </a:buClr>
              <a:buSzPts val="1800"/>
              <a:buChar char="•"/>
              <a:defRPr/>
            </a:lvl8pPr>
            <a:lvl9pPr indent="-342900" lvl="8" marL="4114800" algn="l">
              <a:lnSpc>
                <a:spcPct val="90000"/>
              </a:lnSpc>
              <a:spcBef>
                <a:spcPts val="667"/>
              </a:spcBef>
              <a:spcAft>
                <a:spcPts val="0"/>
              </a:spcAft>
              <a:buClr>
                <a:schemeClr val="dk1"/>
              </a:buClr>
              <a:buSzPts val="1800"/>
              <a:buChar char="•"/>
              <a:defRPr/>
            </a:lvl9pPr>
          </a:lstStyle>
          <a:p/>
        </p:txBody>
      </p:sp>
      <p:sp>
        <p:nvSpPr>
          <p:cNvPr id="51" name="Google Shape;51;p10"/>
          <p:cNvSpPr txBox="1"/>
          <p:nvPr>
            <p:ph idx="3" type="body"/>
          </p:nvPr>
        </p:nvSpPr>
        <p:spPr>
          <a:xfrm>
            <a:off x="6184924" y="1397000"/>
            <a:ext cx="5486400" cy="6096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333"/>
              </a:spcBef>
              <a:spcAft>
                <a:spcPts val="0"/>
              </a:spcAft>
              <a:buClr>
                <a:schemeClr val="dk1"/>
              </a:buClr>
              <a:buSzPts val="2560"/>
              <a:buNone/>
              <a:defRPr b="1" sz="3200">
                <a:latin typeface="Calibri"/>
                <a:ea typeface="Calibri"/>
                <a:cs typeface="Calibri"/>
                <a:sym typeface="Calibri"/>
              </a:defRPr>
            </a:lvl1pPr>
            <a:lvl2pPr indent="-228600" lvl="1" marL="914400" algn="l">
              <a:lnSpc>
                <a:spcPct val="90000"/>
              </a:lnSpc>
              <a:spcBef>
                <a:spcPts val="667"/>
              </a:spcBef>
              <a:spcAft>
                <a:spcPts val="0"/>
              </a:spcAft>
              <a:buClr>
                <a:schemeClr val="dk1"/>
              </a:buClr>
              <a:buSzPts val="2134"/>
              <a:buNone/>
              <a:defRPr b="1" sz="2667"/>
            </a:lvl2pPr>
            <a:lvl3pPr indent="-228600" lvl="2" marL="1371600" algn="l">
              <a:lnSpc>
                <a:spcPct val="90000"/>
              </a:lnSpc>
              <a:spcBef>
                <a:spcPts val="667"/>
              </a:spcBef>
              <a:spcAft>
                <a:spcPts val="0"/>
              </a:spcAft>
              <a:buClr>
                <a:schemeClr val="dk1"/>
              </a:buClr>
              <a:buSzPts val="1920"/>
              <a:buNone/>
              <a:defRPr b="1" sz="2400"/>
            </a:lvl3pPr>
            <a:lvl4pPr indent="-228600" lvl="3" marL="1828800" algn="l">
              <a:lnSpc>
                <a:spcPct val="90000"/>
              </a:lnSpc>
              <a:spcBef>
                <a:spcPts val="667"/>
              </a:spcBef>
              <a:spcAft>
                <a:spcPts val="0"/>
              </a:spcAft>
              <a:buClr>
                <a:schemeClr val="dk1"/>
              </a:buClr>
              <a:buSzPts val="1706"/>
              <a:buNone/>
              <a:defRPr b="1" sz="2133"/>
            </a:lvl4pPr>
            <a:lvl5pPr indent="-228600" lvl="4" marL="2286000" algn="l">
              <a:lnSpc>
                <a:spcPct val="90000"/>
              </a:lnSpc>
              <a:spcBef>
                <a:spcPts val="667"/>
              </a:spcBef>
              <a:spcAft>
                <a:spcPts val="0"/>
              </a:spcAft>
              <a:buClr>
                <a:schemeClr val="dk1"/>
              </a:buClr>
              <a:buSzPts val="1706"/>
              <a:buNone/>
              <a:defRPr b="1" sz="2133"/>
            </a:lvl5pPr>
            <a:lvl6pPr indent="-228600" lvl="5" marL="2743200" algn="l">
              <a:lnSpc>
                <a:spcPct val="90000"/>
              </a:lnSpc>
              <a:spcBef>
                <a:spcPts val="667"/>
              </a:spcBef>
              <a:spcAft>
                <a:spcPts val="0"/>
              </a:spcAft>
              <a:buClr>
                <a:schemeClr val="dk1"/>
              </a:buClr>
              <a:buSzPts val="2133"/>
              <a:buNone/>
              <a:defRPr b="1" sz="2133"/>
            </a:lvl6pPr>
            <a:lvl7pPr indent="-228600" lvl="6" marL="3200400" algn="l">
              <a:lnSpc>
                <a:spcPct val="90000"/>
              </a:lnSpc>
              <a:spcBef>
                <a:spcPts val="667"/>
              </a:spcBef>
              <a:spcAft>
                <a:spcPts val="0"/>
              </a:spcAft>
              <a:buClr>
                <a:schemeClr val="dk1"/>
              </a:buClr>
              <a:buSzPts val="2133"/>
              <a:buNone/>
              <a:defRPr b="1" sz="2133"/>
            </a:lvl7pPr>
            <a:lvl8pPr indent="-228600" lvl="7" marL="3657600" algn="l">
              <a:lnSpc>
                <a:spcPct val="90000"/>
              </a:lnSpc>
              <a:spcBef>
                <a:spcPts val="667"/>
              </a:spcBef>
              <a:spcAft>
                <a:spcPts val="0"/>
              </a:spcAft>
              <a:buClr>
                <a:schemeClr val="dk1"/>
              </a:buClr>
              <a:buSzPts val="2133"/>
              <a:buNone/>
              <a:defRPr b="1" sz="2133"/>
            </a:lvl8pPr>
            <a:lvl9pPr indent="-228600" lvl="8" marL="4114800" algn="l">
              <a:lnSpc>
                <a:spcPct val="90000"/>
              </a:lnSpc>
              <a:spcBef>
                <a:spcPts val="667"/>
              </a:spcBef>
              <a:spcAft>
                <a:spcPts val="0"/>
              </a:spcAft>
              <a:buClr>
                <a:schemeClr val="dk1"/>
              </a:buClr>
              <a:buSzPts val="2133"/>
              <a:buNone/>
              <a:defRPr b="1" sz="2133"/>
            </a:lvl9pPr>
          </a:lstStyle>
          <a:p/>
        </p:txBody>
      </p:sp>
      <p:sp>
        <p:nvSpPr>
          <p:cNvPr id="52" name="Google Shape;52;p10"/>
          <p:cNvSpPr txBox="1"/>
          <p:nvPr>
            <p:ph idx="4" type="body"/>
          </p:nvPr>
        </p:nvSpPr>
        <p:spPr>
          <a:xfrm>
            <a:off x="6192740" y="2216140"/>
            <a:ext cx="5486400" cy="3779400"/>
          </a:xfrm>
          <a:prstGeom prst="rect">
            <a:avLst/>
          </a:prstGeom>
          <a:noFill/>
          <a:ln>
            <a:noFill/>
          </a:ln>
        </p:spPr>
        <p:txBody>
          <a:bodyPr anchorCtr="0" anchor="t" bIns="45700" lIns="91425" spcFirstLastPara="1" rIns="91425" wrap="square" tIns="45700">
            <a:normAutofit/>
          </a:bodyPr>
          <a:lstStyle>
            <a:lvl1pPr indent="-364109" lvl="0" marL="457200" algn="l">
              <a:lnSpc>
                <a:spcPct val="90000"/>
              </a:lnSpc>
              <a:spcBef>
                <a:spcPts val="1333"/>
              </a:spcBef>
              <a:spcAft>
                <a:spcPts val="0"/>
              </a:spcAft>
              <a:buClr>
                <a:schemeClr val="dk1"/>
              </a:buClr>
              <a:buSzPts val="2134"/>
              <a:buChar char="•"/>
              <a:defRPr sz="2667">
                <a:latin typeface="Calibri"/>
                <a:ea typeface="Calibri"/>
                <a:cs typeface="Calibri"/>
                <a:sym typeface="Calibri"/>
              </a:defRPr>
            </a:lvl1pPr>
            <a:lvl2pPr indent="-350519" lvl="1" marL="914400" algn="l">
              <a:lnSpc>
                <a:spcPct val="90000"/>
              </a:lnSpc>
              <a:spcBef>
                <a:spcPts val="667"/>
              </a:spcBef>
              <a:spcAft>
                <a:spcPts val="0"/>
              </a:spcAft>
              <a:buClr>
                <a:schemeClr val="dk1"/>
              </a:buClr>
              <a:buSzPts val="1920"/>
              <a:buChar char="•"/>
              <a:defRPr sz="2400">
                <a:latin typeface="Calibri"/>
                <a:ea typeface="Calibri"/>
                <a:cs typeface="Calibri"/>
                <a:sym typeface="Calibri"/>
              </a:defRPr>
            </a:lvl2pPr>
            <a:lvl3pPr indent="-336931" lvl="2" marL="1371600" algn="l">
              <a:lnSpc>
                <a:spcPct val="90000"/>
              </a:lnSpc>
              <a:spcBef>
                <a:spcPts val="667"/>
              </a:spcBef>
              <a:spcAft>
                <a:spcPts val="0"/>
              </a:spcAft>
              <a:buClr>
                <a:schemeClr val="dk1"/>
              </a:buClr>
              <a:buSzPts val="1706"/>
              <a:buChar char="•"/>
              <a:defRPr sz="2133">
                <a:latin typeface="Calibri"/>
                <a:ea typeface="Calibri"/>
                <a:cs typeface="Calibri"/>
                <a:sym typeface="Calibri"/>
              </a:defRPr>
            </a:lvl3pPr>
            <a:lvl4pPr indent="-323469" lvl="3" marL="1828800" algn="l">
              <a:lnSpc>
                <a:spcPct val="90000"/>
              </a:lnSpc>
              <a:spcBef>
                <a:spcPts val="667"/>
              </a:spcBef>
              <a:spcAft>
                <a:spcPts val="0"/>
              </a:spcAft>
              <a:buClr>
                <a:schemeClr val="dk1"/>
              </a:buClr>
              <a:buSzPts val="1494"/>
              <a:buChar char="•"/>
              <a:defRPr sz="1867">
                <a:latin typeface="Calibri"/>
                <a:ea typeface="Calibri"/>
                <a:cs typeface="Calibri"/>
                <a:sym typeface="Calibri"/>
              </a:defRPr>
            </a:lvl4pPr>
            <a:lvl5pPr indent="-323469" lvl="4" marL="2286000" algn="l">
              <a:lnSpc>
                <a:spcPct val="90000"/>
              </a:lnSpc>
              <a:spcBef>
                <a:spcPts val="667"/>
              </a:spcBef>
              <a:spcAft>
                <a:spcPts val="0"/>
              </a:spcAft>
              <a:buClr>
                <a:schemeClr val="dk1"/>
              </a:buClr>
              <a:buSzPts val="1494"/>
              <a:buChar char="•"/>
              <a:defRPr sz="1867">
                <a:latin typeface="Calibri"/>
                <a:ea typeface="Calibri"/>
                <a:cs typeface="Calibri"/>
                <a:sym typeface="Calibri"/>
              </a:defRPr>
            </a:lvl5pPr>
            <a:lvl6pPr indent="-342900" lvl="5" marL="2743200" algn="l">
              <a:lnSpc>
                <a:spcPct val="90000"/>
              </a:lnSpc>
              <a:spcBef>
                <a:spcPts val="667"/>
              </a:spcBef>
              <a:spcAft>
                <a:spcPts val="0"/>
              </a:spcAft>
              <a:buClr>
                <a:schemeClr val="dk1"/>
              </a:buClr>
              <a:buSzPts val="1800"/>
              <a:buChar char="•"/>
              <a:defRPr/>
            </a:lvl6pPr>
            <a:lvl7pPr indent="-342900" lvl="6" marL="3200400" algn="l">
              <a:lnSpc>
                <a:spcPct val="90000"/>
              </a:lnSpc>
              <a:spcBef>
                <a:spcPts val="667"/>
              </a:spcBef>
              <a:spcAft>
                <a:spcPts val="0"/>
              </a:spcAft>
              <a:buClr>
                <a:schemeClr val="dk1"/>
              </a:buClr>
              <a:buSzPts val="1800"/>
              <a:buChar char="•"/>
              <a:defRPr/>
            </a:lvl7pPr>
            <a:lvl8pPr indent="-342900" lvl="7" marL="3657600" algn="l">
              <a:lnSpc>
                <a:spcPct val="90000"/>
              </a:lnSpc>
              <a:spcBef>
                <a:spcPts val="667"/>
              </a:spcBef>
              <a:spcAft>
                <a:spcPts val="0"/>
              </a:spcAft>
              <a:buClr>
                <a:schemeClr val="dk1"/>
              </a:buClr>
              <a:buSzPts val="1800"/>
              <a:buChar char="•"/>
              <a:defRPr/>
            </a:lvl8pPr>
            <a:lvl9pPr indent="-342900" lvl="8" marL="4114800" algn="l">
              <a:lnSpc>
                <a:spcPct val="90000"/>
              </a:lnSpc>
              <a:spcBef>
                <a:spcPts val="667"/>
              </a:spcBef>
              <a:spcAft>
                <a:spcPts val="0"/>
              </a:spcAft>
              <a:buClr>
                <a:schemeClr val="dk1"/>
              </a:buClr>
              <a:buSzPts val="1800"/>
              <a:buChar char="•"/>
              <a:defRPr/>
            </a:lvl9pPr>
          </a:lstStyle>
          <a:p/>
        </p:txBody>
      </p:sp>
      <p:sp>
        <p:nvSpPr>
          <p:cNvPr id="53" name="Google Shape;53;p10"/>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
        <p:nvSpPr>
          <p:cNvPr id="54" name="Google Shape;54;p10"/>
          <p:cNvSpPr txBox="1"/>
          <p:nvPr>
            <p:ph type="title"/>
          </p:nvPr>
        </p:nvSpPr>
        <p:spPr>
          <a:xfrm>
            <a:off x="501400" y="643909"/>
            <a:ext cx="11175900" cy="6603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9B1D23"/>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11"/>
          <p:cNvSpPr txBox="1"/>
          <p:nvPr>
            <p:ph type="title"/>
          </p:nvPr>
        </p:nvSpPr>
        <p:spPr>
          <a:xfrm>
            <a:off x="501400" y="643909"/>
            <a:ext cx="11175900" cy="6603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9B1D23"/>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1"/>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ubtitle Only">
  <p:cSld name="Title and Subtitle Only">
    <p:spTree>
      <p:nvGrpSpPr>
        <p:cNvPr id="58" name="Shape 58"/>
        <p:cNvGrpSpPr/>
        <p:nvPr/>
      </p:nvGrpSpPr>
      <p:grpSpPr>
        <a:xfrm>
          <a:off x="0" y="0"/>
          <a:ext cx="0" cy="0"/>
          <a:chOff x="0" y="0"/>
          <a:chExt cx="0" cy="0"/>
        </a:xfrm>
      </p:grpSpPr>
      <p:sp>
        <p:nvSpPr>
          <p:cNvPr id="59" name="Google Shape;59;p12"/>
          <p:cNvSpPr txBox="1"/>
          <p:nvPr>
            <p:ph type="title"/>
          </p:nvPr>
        </p:nvSpPr>
        <p:spPr>
          <a:xfrm>
            <a:off x="501400" y="643909"/>
            <a:ext cx="11175900" cy="6603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9B1D23"/>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2"/>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
        <p:nvSpPr>
          <p:cNvPr id="61" name="Google Shape;61;p12"/>
          <p:cNvSpPr txBox="1"/>
          <p:nvPr>
            <p:ph idx="1" type="body"/>
          </p:nvPr>
        </p:nvSpPr>
        <p:spPr>
          <a:xfrm flipH="1">
            <a:off x="498135" y="1307957"/>
            <a:ext cx="11180100" cy="4878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333"/>
              </a:spcBef>
              <a:spcAft>
                <a:spcPts val="0"/>
              </a:spcAft>
              <a:buClr>
                <a:schemeClr val="dk1"/>
              </a:buClr>
              <a:buSzPts val="2134"/>
              <a:buFont typeface="Calibri"/>
              <a:buNone/>
              <a:defRPr i="1" sz="2667"/>
            </a:lvl1pPr>
            <a:lvl2pPr indent="-228600" lvl="1" marL="914400" algn="l">
              <a:lnSpc>
                <a:spcPct val="90000"/>
              </a:lnSpc>
              <a:spcBef>
                <a:spcPts val="667"/>
              </a:spcBef>
              <a:spcAft>
                <a:spcPts val="0"/>
              </a:spcAft>
              <a:buClr>
                <a:schemeClr val="dk1"/>
              </a:buClr>
              <a:buSzPts val="2134"/>
              <a:buFont typeface="Calibri"/>
              <a:buNone/>
              <a:defRPr/>
            </a:lvl2pPr>
            <a:lvl3pPr indent="-228600" lvl="2" marL="1371600" algn="l">
              <a:lnSpc>
                <a:spcPct val="90000"/>
              </a:lnSpc>
              <a:spcBef>
                <a:spcPts val="667"/>
              </a:spcBef>
              <a:spcAft>
                <a:spcPts val="0"/>
              </a:spcAft>
              <a:buClr>
                <a:schemeClr val="dk1"/>
              </a:buClr>
              <a:buSzPts val="1920"/>
              <a:buFont typeface="Calibri"/>
              <a:buNone/>
              <a:defRPr/>
            </a:lvl3pPr>
            <a:lvl4pPr indent="-228600" lvl="3" marL="1828800" algn="l">
              <a:lnSpc>
                <a:spcPct val="90000"/>
              </a:lnSpc>
              <a:spcBef>
                <a:spcPts val="667"/>
              </a:spcBef>
              <a:spcAft>
                <a:spcPts val="0"/>
              </a:spcAft>
              <a:buClr>
                <a:schemeClr val="dk1"/>
              </a:buClr>
              <a:buSzPts val="1706"/>
              <a:buFont typeface="Calibri"/>
              <a:buNone/>
              <a:defRPr/>
            </a:lvl4pPr>
            <a:lvl5pPr indent="-228600" lvl="4" marL="2286000" algn="l">
              <a:lnSpc>
                <a:spcPct val="90000"/>
              </a:lnSpc>
              <a:spcBef>
                <a:spcPts val="667"/>
              </a:spcBef>
              <a:spcAft>
                <a:spcPts val="0"/>
              </a:spcAft>
              <a:buClr>
                <a:schemeClr val="dk1"/>
              </a:buClr>
              <a:buSzPts val="1706"/>
              <a:buFont typeface="Calibri"/>
              <a:buNone/>
              <a:defRPr/>
            </a:lvl5pPr>
            <a:lvl6pPr indent="-342900" lvl="5" marL="2743200" algn="l">
              <a:lnSpc>
                <a:spcPct val="90000"/>
              </a:lnSpc>
              <a:spcBef>
                <a:spcPts val="667"/>
              </a:spcBef>
              <a:spcAft>
                <a:spcPts val="0"/>
              </a:spcAft>
              <a:buClr>
                <a:schemeClr val="dk1"/>
              </a:buClr>
              <a:buSzPts val="1800"/>
              <a:buChar char="•"/>
              <a:defRPr/>
            </a:lvl6pPr>
            <a:lvl7pPr indent="-342900" lvl="6" marL="3200400" algn="l">
              <a:lnSpc>
                <a:spcPct val="90000"/>
              </a:lnSpc>
              <a:spcBef>
                <a:spcPts val="667"/>
              </a:spcBef>
              <a:spcAft>
                <a:spcPts val="0"/>
              </a:spcAft>
              <a:buClr>
                <a:schemeClr val="dk1"/>
              </a:buClr>
              <a:buSzPts val="1800"/>
              <a:buChar char="•"/>
              <a:defRPr/>
            </a:lvl7pPr>
            <a:lvl8pPr indent="-342900" lvl="7" marL="3657600" algn="l">
              <a:lnSpc>
                <a:spcPct val="90000"/>
              </a:lnSpc>
              <a:spcBef>
                <a:spcPts val="667"/>
              </a:spcBef>
              <a:spcAft>
                <a:spcPts val="0"/>
              </a:spcAft>
              <a:buClr>
                <a:schemeClr val="dk1"/>
              </a:buClr>
              <a:buSzPts val="1800"/>
              <a:buChar char="•"/>
              <a:defRPr/>
            </a:lvl8pPr>
            <a:lvl9pPr indent="-342900" lvl="8" marL="4114800" algn="l">
              <a:lnSpc>
                <a:spcPct val="90000"/>
              </a:lnSpc>
              <a:spcBef>
                <a:spcPts val="667"/>
              </a:spcBef>
              <a:spcAft>
                <a:spcPts val="0"/>
              </a:spcAft>
              <a:buClr>
                <a:schemeClr val="dk1"/>
              </a:buClr>
              <a:buSzPts val="18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2" name="Shape 62"/>
        <p:cNvGrpSpPr/>
        <p:nvPr/>
      </p:nvGrpSpPr>
      <p:grpSpPr>
        <a:xfrm>
          <a:off x="0" y="0"/>
          <a:ext cx="0" cy="0"/>
          <a:chOff x="0" y="0"/>
          <a:chExt cx="0" cy="0"/>
        </a:xfrm>
      </p:grpSpPr>
      <p:sp>
        <p:nvSpPr>
          <p:cNvPr id="63" name="Google Shape;63;p13"/>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14"/>
          <p:cNvSpPr txBox="1"/>
          <p:nvPr>
            <p:ph type="title"/>
          </p:nvPr>
        </p:nvSpPr>
        <p:spPr>
          <a:xfrm>
            <a:off x="840318" y="457200"/>
            <a:ext cx="3932700"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rgbClr val="9B1D23"/>
              </a:buClr>
              <a:buSzPts val="3733"/>
              <a:buFont typeface="Arial Black"/>
              <a:buNone/>
              <a:defRPr sz="3733"/>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4"/>
          <p:cNvSpPr txBox="1"/>
          <p:nvPr>
            <p:ph idx="1" type="body"/>
          </p:nvPr>
        </p:nvSpPr>
        <p:spPr>
          <a:xfrm>
            <a:off x="5183717" y="988485"/>
            <a:ext cx="6172200" cy="4872600"/>
          </a:xfrm>
          <a:prstGeom prst="rect">
            <a:avLst/>
          </a:prstGeom>
          <a:noFill/>
          <a:ln>
            <a:noFill/>
          </a:ln>
        </p:spPr>
        <p:txBody>
          <a:bodyPr anchorCtr="0" anchor="t" bIns="45700" lIns="91425" spcFirstLastPara="1" rIns="91425" wrap="square" tIns="45700">
            <a:normAutofit/>
          </a:bodyPr>
          <a:lstStyle>
            <a:lvl1pPr indent="-418211" lvl="0" marL="457200" algn="l">
              <a:lnSpc>
                <a:spcPct val="90000"/>
              </a:lnSpc>
              <a:spcBef>
                <a:spcPts val="1333"/>
              </a:spcBef>
              <a:spcAft>
                <a:spcPts val="0"/>
              </a:spcAft>
              <a:buClr>
                <a:schemeClr val="dk1"/>
              </a:buClr>
              <a:buSzPts val="2986"/>
              <a:buChar char="•"/>
              <a:defRPr sz="3733"/>
            </a:lvl1pPr>
            <a:lvl2pPr indent="-391160" lvl="1" marL="914400" algn="l">
              <a:lnSpc>
                <a:spcPct val="90000"/>
              </a:lnSpc>
              <a:spcBef>
                <a:spcPts val="667"/>
              </a:spcBef>
              <a:spcAft>
                <a:spcPts val="0"/>
              </a:spcAft>
              <a:buClr>
                <a:schemeClr val="dk1"/>
              </a:buClr>
              <a:buSzPts val="2560"/>
              <a:buChar char="•"/>
              <a:defRPr sz="3200"/>
            </a:lvl2pPr>
            <a:lvl3pPr indent="-364108" lvl="2" marL="1371600" algn="l">
              <a:lnSpc>
                <a:spcPct val="90000"/>
              </a:lnSpc>
              <a:spcBef>
                <a:spcPts val="667"/>
              </a:spcBef>
              <a:spcAft>
                <a:spcPts val="0"/>
              </a:spcAft>
              <a:buClr>
                <a:schemeClr val="dk1"/>
              </a:buClr>
              <a:buSzPts val="2134"/>
              <a:buChar char="•"/>
              <a:defRPr sz="2667"/>
            </a:lvl3pPr>
            <a:lvl4pPr indent="-350519" lvl="3" marL="1828800" algn="l">
              <a:lnSpc>
                <a:spcPct val="90000"/>
              </a:lnSpc>
              <a:spcBef>
                <a:spcPts val="667"/>
              </a:spcBef>
              <a:spcAft>
                <a:spcPts val="0"/>
              </a:spcAft>
              <a:buClr>
                <a:schemeClr val="dk1"/>
              </a:buClr>
              <a:buSzPts val="1920"/>
              <a:buChar char="•"/>
              <a:defRPr sz="2400"/>
            </a:lvl4pPr>
            <a:lvl5pPr indent="-350520" lvl="4" marL="2286000" algn="l">
              <a:lnSpc>
                <a:spcPct val="90000"/>
              </a:lnSpc>
              <a:spcBef>
                <a:spcPts val="667"/>
              </a:spcBef>
              <a:spcAft>
                <a:spcPts val="0"/>
              </a:spcAft>
              <a:buClr>
                <a:schemeClr val="dk1"/>
              </a:buClr>
              <a:buSzPts val="1920"/>
              <a:buChar char="•"/>
              <a:defRPr sz="2400"/>
            </a:lvl5pPr>
            <a:lvl6pPr indent="-397954" lvl="5" marL="2743200" algn="l">
              <a:lnSpc>
                <a:spcPct val="90000"/>
              </a:lnSpc>
              <a:spcBef>
                <a:spcPts val="667"/>
              </a:spcBef>
              <a:spcAft>
                <a:spcPts val="0"/>
              </a:spcAft>
              <a:buClr>
                <a:schemeClr val="dk1"/>
              </a:buClr>
              <a:buSzPts val="2667"/>
              <a:buChar char="•"/>
              <a:defRPr sz="2667"/>
            </a:lvl6pPr>
            <a:lvl7pPr indent="-397954" lvl="6" marL="3200400" algn="l">
              <a:lnSpc>
                <a:spcPct val="90000"/>
              </a:lnSpc>
              <a:spcBef>
                <a:spcPts val="667"/>
              </a:spcBef>
              <a:spcAft>
                <a:spcPts val="0"/>
              </a:spcAft>
              <a:buClr>
                <a:schemeClr val="dk1"/>
              </a:buClr>
              <a:buSzPts val="2667"/>
              <a:buChar char="•"/>
              <a:defRPr sz="2667"/>
            </a:lvl7pPr>
            <a:lvl8pPr indent="-397954" lvl="7" marL="3657600" algn="l">
              <a:lnSpc>
                <a:spcPct val="90000"/>
              </a:lnSpc>
              <a:spcBef>
                <a:spcPts val="667"/>
              </a:spcBef>
              <a:spcAft>
                <a:spcPts val="0"/>
              </a:spcAft>
              <a:buClr>
                <a:schemeClr val="dk1"/>
              </a:buClr>
              <a:buSzPts val="2667"/>
              <a:buChar char="•"/>
              <a:defRPr sz="2667"/>
            </a:lvl8pPr>
            <a:lvl9pPr indent="-397954" lvl="8" marL="4114800" algn="l">
              <a:lnSpc>
                <a:spcPct val="90000"/>
              </a:lnSpc>
              <a:spcBef>
                <a:spcPts val="667"/>
              </a:spcBef>
              <a:spcAft>
                <a:spcPts val="0"/>
              </a:spcAft>
              <a:buClr>
                <a:schemeClr val="dk1"/>
              </a:buClr>
              <a:buSzPts val="2667"/>
              <a:buChar char="•"/>
              <a:defRPr sz="2667"/>
            </a:lvl9pPr>
          </a:lstStyle>
          <a:p/>
        </p:txBody>
      </p:sp>
      <p:sp>
        <p:nvSpPr>
          <p:cNvPr id="67" name="Google Shape;67;p14"/>
          <p:cNvSpPr txBox="1"/>
          <p:nvPr>
            <p:ph idx="2" type="body"/>
          </p:nvPr>
        </p:nvSpPr>
        <p:spPr>
          <a:xfrm>
            <a:off x="840318" y="2057400"/>
            <a:ext cx="3932700" cy="38121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333"/>
              </a:spcBef>
              <a:spcAft>
                <a:spcPts val="0"/>
              </a:spcAft>
              <a:buClr>
                <a:schemeClr val="dk1"/>
              </a:buClr>
              <a:buSzPts val="1706"/>
              <a:buNone/>
              <a:defRPr sz="2133"/>
            </a:lvl1pPr>
            <a:lvl2pPr indent="-228600" lvl="1" marL="914400" algn="l">
              <a:lnSpc>
                <a:spcPct val="90000"/>
              </a:lnSpc>
              <a:spcBef>
                <a:spcPts val="667"/>
              </a:spcBef>
              <a:spcAft>
                <a:spcPts val="0"/>
              </a:spcAft>
              <a:buClr>
                <a:schemeClr val="dk1"/>
              </a:buClr>
              <a:buSzPts val="1494"/>
              <a:buNone/>
              <a:defRPr sz="1867"/>
            </a:lvl2pPr>
            <a:lvl3pPr indent="-228600" lvl="2" marL="1371600" algn="l">
              <a:lnSpc>
                <a:spcPct val="90000"/>
              </a:lnSpc>
              <a:spcBef>
                <a:spcPts val="667"/>
              </a:spcBef>
              <a:spcAft>
                <a:spcPts val="0"/>
              </a:spcAft>
              <a:buClr>
                <a:schemeClr val="dk1"/>
              </a:buClr>
              <a:buSzPts val="1280"/>
              <a:buNone/>
              <a:defRPr sz="1600"/>
            </a:lvl3pPr>
            <a:lvl4pPr indent="-228600" lvl="3" marL="1828800" algn="l">
              <a:lnSpc>
                <a:spcPct val="90000"/>
              </a:lnSpc>
              <a:spcBef>
                <a:spcPts val="667"/>
              </a:spcBef>
              <a:spcAft>
                <a:spcPts val="0"/>
              </a:spcAft>
              <a:buClr>
                <a:schemeClr val="dk1"/>
              </a:buClr>
              <a:buSzPts val="1066"/>
              <a:buNone/>
              <a:defRPr sz="1333"/>
            </a:lvl4pPr>
            <a:lvl5pPr indent="-228600" lvl="4" marL="2286000" algn="l">
              <a:lnSpc>
                <a:spcPct val="90000"/>
              </a:lnSpc>
              <a:spcBef>
                <a:spcPts val="667"/>
              </a:spcBef>
              <a:spcAft>
                <a:spcPts val="0"/>
              </a:spcAft>
              <a:buClr>
                <a:schemeClr val="dk1"/>
              </a:buClr>
              <a:buSzPts val="1066"/>
              <a:buNone/>
              <a:defRPr sz="1333"/>
            </a:lvl5pPr>
            <a:lvl6pPr indent="-228600" lvl="5" marL="2743200" algn="l">
              <a:lnSpc>
                <a:spcPct val="90000"/>
              </a:lnSpc>
              <a:spcBef>
                <a:spcPts val="667"/>
              </a:spcBef>
              <a:spcAft>
                <a:spcPts val="0"/>
              </a:spcAft>
              <a:buClr>
                <a:schemeClr val="dk1"/>
              </a:buClr>
              <a:buSzPts val="1333"/>
              <a:buNone/>
              <a:defRPr sz="1333"/>
            </a:lvl6pPr>
            <a:lvl7pPr indent="-228600" lvl="6" marL="3200400" algn="l">
              <a:lnSpc>
                <a:spcPct val="90000"/>
              </a:lnSpc>
              <a:spcBef>
                <a:spcPts val="667"/>
              </a:spcBef>
              <a:spcAft>
                <a:spcPts val="0"/>
              </a:spcAft>
              <a:buClr>
                <a:schemeClr val="dk1"/>
              </a:buClr>
              <a:buSzPts val="1333"/>
              <a:buNone/>
              <a:defRPr sz="1333"/>
            </a:lvl7pPr>
            <a:lvl8pPr indent="-228600" lvl="7" marL="3657600" algn="l">
              <a:lnSpc>
                <a:spcPct val="90000"/>
              </a:lnSpc>
              <a:spcBef>
                <a:spcPts val="667"/>
              </a:spcBef>
              <a:spcAft>
                <a:spcPts val="0"/>
              </a:spcAft>
              <a:buClr>
                <a:schemeClr val="dk1"/>
              </a:buClr>
              <a:buSzPts val="1333"/>
              <a:buNone/>
              <a:defRPr sz="1333"/>
            </a:lvl8pPr>
            <a:lvl9pPr indent="-228600" lvl="8" marL="4114800" algn="l">
              <a:lnSpc>
                <a:spcPct val="90000"/>
              </a:lnSpc>
              <a:spcBef>
                <a:spcPts val="667"/>
              </a:spcBef>
              <a:spcAft>
                <a:spcPts val="0"/>
              </a:spcAft>
              <a:buClr>
                <a:schemeClr val="dk1"/>
              </a:buClr>
              <a:buSzPts val="1333"/>
              <a:buNone/>
              <a:defRPr sz="1333"/>
            </a:lvl9pPr>
          </a:lstStyle>
          <a:p/>
        </p:txBody>
      </p:sp>
      <p:sp>
        <p:nvSpPr>
          <p:cNvPr id="68" name="Google Shape;68;p14"/>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9" name="Shape 69"/>
        <p:cNvGrpSpPr/>
        <p:nvPr/>
      </p:nvGrpSpPr>
      <p:grpSpPr>
        <a:xfrm>
          <a:off x="0" y="0"/>
          <a:ext cx="0" cy="0"/>
          <a:chOff x="0" y="0"/>
          <a:chExt cx="0" cy="0"/>
        </a:xfrm>
      </p:grpSpPr>
      <p:sp>
        <p:nvSpPr>
          <p:cNvPr id="70" name="Google Shape;70;p15"/>
          <p:cNvSpPr txBox="1"/>
          <p:nvPr>
            <p:ph type="title"/>
          </p:nvPr>
        </p:nvSpPr>
        <p:spPr>
          <a:xfrm>
            <a:off x="501400" y="643909"/>
            <a:ext cx="11175900" cy="6603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9B1D23"/>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5"/>
          <p:cNvSpPr txBox="1"/>
          <p:nvPr>
            <p:ph idx="1" type="body"/>
          </p:nvPr>
        </p:nvSpPr>
        <p:spPr>
          <a:xfrm rot="5400000">
            <a:off x="3894950" y="-1787975"/>
            <a:ext cx="4389000" cy="11175900"/>
          </a:xfrm>
          <a:prstGeom prst="rect">
            <a:avLst/>
          </a:prstGeom>
          <a:noFill/>
          <a:ln>
            <a:noFill/>
          </a:ln>
        </p:spPr>
        <p:txBody>
          <a:bodyPr anchorCtr="0" anchor="t" bIns="45700" lIns="91425" spcFirstLastPara="1" rIns="91425" wrap="square" tIns="45700">
            <a:normAutofit/>
          </a:bodyPr>
          <a:lstStyle>
            <a:lvl1pPr indent="-320040" lvl="0" marL="457200" algn="l">
              <a:lnSpc>
                <a:spcPct val="90000"/>
              </a:lnSpc>
              <a:spcBef>
                <a:spcPts val="1333"/>
              </a:spcBef>
              <a:spcAft>
                <a:spcPts val="0"/>
              </a:spcAft>
              <a:buClr>
                <a:schemeClr val="dk1"/>
              </a:buClr>
              <a:buSzPts val="1440"/>
              <a:buChar char="•"/>
              <a:defRPr/>
            </a:lvl1pPr>
            <a:lvl2pPr indent="-320040" lvl="1" marL="914400" algn="l">
              <a:lnSpc>
                <a:spcPct val="90000"/>
              </a:lnSpc>
              <a:spcBef>
                <a:spcPts val="667"/>
              </a:spcBef>
              <a:spcAft>
                <a:spcPts val="0"/>
              </a:spcAft>
              <a:buClr>
                <a:schemeClr val="dk1"/>
              </a:buClr>
              <a:buSzPts val="1440"/>
              <a:buChar char="•"/>
              <a:defRPr/>
            </a:lvl2pPr>
            <a:lvl3pPr indent="-320039" lvl="2" marL="1371600" algn="l">
              <a:lnSpc>
                <a:spcPct val="90000"/>
              </a:lnSpc>
              <a:spcBef>
                <a:spcPts val="667"/>
              </a:spcBef>
              <a:spcAft>
                <a:spcPts val="0"/>
              </a:spcAft>
              <a:buClr>
                <a:schemeClr val="dk1"/>
              </a:buClr>
              <a:buSzPts val="1440"/>
              <a:buChar char="•"/>
              <a:defRPr/>
            </a:lvl3pPr>
            <a:lvl4pPr indent="-320039" lvl="3" marL="1828800" algn="l">
              <a:lnSpc>
                <a:spcPct val="90000"/>
              </a:lnSpc>
              <a:spcBef>
                <a:spcPts val="667"/>
              </a:spcBef>
              <a:spcAft>
                <a:spcPts val="0"/>
              </a:spcAft>
              <a:buClr>
                <a:schemeClr val="dk1"/>
              </a:buClr>
              <a:buSzPts val="1440"/>
              <a:buChar char="•"/>
              <a:defRPr/>
            </a:lvl4pPr>
            <a:lvl5pPr indent="-320039" lvl="4" marL="2286000" algn="l">
              <a:lnSpc>
                <a:spcPct val="90000"/>
              </a:lnSpc>
              <a:spcBef>
                <a:spcPts val="667"/>
              </a:spcBef>
              <a:spcAft>
                <a:spcPts val="0"/>
              </a:spcAft>
              <a:buClr>
                <a:schemeClr val="dk1"/>
              </a:buClr>
              <a:buSzPts val="1440"/>
              <a:buChar char="•"/>
              <a:defRPr/>
            </a:lvl5pPr>
            <a:lvl6pPr indent="-342900" lvl="5" marL="2743200" algn="l">
              <a:lnSpc>
                <a:spcPct val="90000"/>
              </a:lnSpc>
              <a:spcBef>
                <a:spcPts val="667"/>
              </a:spcBef>
              <a:spcAft>
                <a:spcPts val="0"/>
              </a:spcAft>
              <a:buClr>
                <a:schemeClr val="dk1"/>
              </a:buClr>
              <a:buSzPts val="1800"/>
              <a:buChar char="•"/>
              <a:defRPr/>
            </a:lvl6pPr>
            <a:lvl7pPr indent="-342900" lvl="6" marL="3200400" algn="l">
              <a:lnSpc>
                <a:spcPct val="90000"/>
              </a:lnSpc>
              <a:spcBef>
                <a:spcPts val="667"/>
              </a:spcBef>
              <a:spcAft>
                <a:spcPts val="0"/>
              </a:spcAft>
              <a:buClr>
                <a:schemeClr val="dk1"/>
              </a:buClr>
              <a:buSzPts val="1800"/>
              <a:buChar char="•"/>
              <a:defRPr/>
            </a:lvl7pPr>
            <a:lvl8pPr indent="-342900" lvl="7" marL="3657600" algn="l">
              <a:lnSpc>
                <a:spcPct val="90000"/>
              </a:lnSpc>
              <a:spcBef>
                <a:spcPts val="667"/>
              </a:spcBef>
              <a:spcAft>
                <a:spcPts val="0"/>
              </a:spcAft>
              <a:buClr>
                <a:schemeClr val="dk1"/>
              </a:buClr>
              <a:buSzPts val="1800"/>
              <a:buChar char="•"/>
              <a:defRPr/>
            </a:lvl8pPr>
            <a:lvl9pPr indent="-342900" lvl="8" marL="4114800" algn="l">
              <a:lnSpc>
                <a:spcPct val="90000"/>
              </a:lnSpc>
              <a:spcBef>
                <a:spcPts val="667"/>
              </a:spcBef>
              <a:spcAft>
                <a:spcPts val="0"/>
              </a:spcAft>
              <a:buClr>
                <a:schemeClr val="dk1"/>
              </a:buClr>
              <a:buSzPts val="1800"/>
              <a:buChar char="•"/>
              <a:defRPr/>
            </a:lvl9pPr>
          </a:lstStyle>
          <a:p/>
        </p:txBody>
      </p:sp>
      <p:sp>
        <p:nvSpPr>
          <p:cNvPr id="72" name="Google Shape;72;p15"/>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3" name="Shape 73"/>
        <p:cNvGrpSpPr/>
        <p:nvPr/>
      </p:nvGrpSpPr>
      <p:grpSpPr>
        <a:xfrm>
          <a:off x="0" y="0"/>
          <a:ext cx="0" cy="0"/>
          <a:chOff x="0" y="0"/>
          <a:chExt cx="0" cy="0"/>
        </a:xfrm>
      </p:grpSpPr>
      <p:sp>
        <p:nvSpPr>
          <p:cNvPr id="74" name="Google Shape;74;p16"/>
          <p:cNvSpPr txBox="1"/>
          <p:nvPr>
            <p:ph type="title"/>
          </p:nvPr>
        </p:nvSpPr>
        <p:spPr>
          <a:xfrm rot="5400000">
            <a:off x="7134301" y="1956785"/>
            <a:ext cx="5810100" cy="26289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9B1D23"/>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6"/>
          <p:cNvSpPr txBox="1"/>
          <p:nvPr>
            <p:ph idx="1" type="body"/>
          </p:nvPr>
        </p:nvSpPr>
        <p:spPr>
          <a:xfrm rot="5400000">
            <a:off x="1774851" y="-570565"/>
            <a:ext cx="5810100" cy="7683600"/>
          </a:xfrm>
          <a:prstGeom prst="rect">
            <a:avLst/>
          </a:prstGeom>
          <a:noFill/>
          <a:ln>
            <a:noFill/>
          </a:ln>
        </p:spPr>
        <p:txBody>
          <a:bodyPr anchorCtr="0" anchor="t" bIns="45700" lIns="91425" spcFirstLastPara="1" rIns="91425" wrap="square" tIns="45700">
            <a:normAutofit/>
          </a:bodyPr>
          <a:lstStyle>
            <a:lvl1pPr indent="-320040" lvl="0" marL="457200" algn="l">
              <a:lnSpc>
                <a:spcPct val="90000"/>
              </a:lnSpc>
              <a:spcBef>
                <a:spcPts val="1333"/>
              </a:spcBef>
              <a:spcAft>
                <a:spcPts val="0"/>
              </a:spcAft>
              <a:buClr>
                <a:schemeClr val="dk1"/>
              </a:buClr>
              <a:buSzPts val="1440"/>
              <a:buChar char="•"/>
              <a:defRPr/>
            </a:lvl1pPr>
            <a:lvl2pPr indent="-320040" lvl="1" marL="914400" algn="l">
              <a:lnSpc>
                <a:spcPct val="90000"/>
              </a:lnSpc>
              <a:spcBef>
                <a:spcPts val="667"/>
              </a:spcBef>
              <a:spcAft>
                <a:spcPts val="0"/>
              </a:spcAft>
              <a:buClr>
                <a:schemeClr val="dk1"/>
              </a:buClr>
              <a:buSzPts val="1440"/>
              <a:buChar char="•"/>
              <a:defRPr/>
            </a:lvl2pPr>
            <a:lvl3pPr indent="-320039" lvl="2" marL="1371600" algn="l">
              <a:lnSpc>
                <a:spcPct val="90000"/>
              </a:lnSpc>
              <a:spcBef>
                <a:spcPts val="667"/>
              </a:spcBef>
              <a:spcAft>
                <a:spcPts val="0"/>
              </a:spcAft>
              <a:buClr>
                <a:schemeClr val="dk1"/>
              </a:buClr>
              <a:buSzPts val="1440"/>
              <a:buChar char="•"/>
              <a:defRPr/>
            </a:lvl3pPr>
            <a:lvl4pPr indent="-320039" lvl="3" marL="1828800" algn="l">
              <a:lnSpc>
                <a:spcPct val="90000"/>
              </a:lnSpc>
              <a:spcBef>
                <a:spcPts val="667"/>
              </a:spcBef>
              <a:spcAft>
                <a:spcPts val="0"/>
              </a:spcAft>
              <a:buClr>
                <a:schemeClr val="dk1"/>
              </a:buClr>
              <a:buSzPts val="1440"/>
              <a:buChar char="•"/>
              <a:defRPr/>
            </a:lvl4pPr>
            <a:lvl5pPr indent="-320039" lvl="4" marL="2286000" algn="l">
              <a:lnSpc>
                <a:spcPct val="90000"/>
              </a:lnSpc>
              <a:spcBef>
                <a:spcPts val="667"/>
              </a:spcBef>
              <a:spcAft>
                <a:spcPts val="0"/>
              </a:spcAft>
              <a:buClr>
                <a:schemeClr val="dk1"/>
              </a:buClr>
              <a:buSzPts val="1440"/>
              <a:buChar char="•"/>
              <a:defRPr/>
            </a:lvl5pPr>
            <a:lvl6pPr indent="-342900" lvl="5" marL="2743200" algn="l">
              <a:lnSpc>
                <a:spcPct val="90000"/>
              </a:lnSpc>
              <a:spcBef>
                <a:spcPts val="667"/>
              </a:spcBef>
              <a:spcAft>
                <a:spcPts val="0"/>
              </a:spcAft>
              <a:buClr>
                <a:schemeClr val="dk1"/>
              </a:buClr>
              <a:buSzPts val="1800"/>
              <a:buChar char="•"/>
              <a:defRPr/>
            </a:lvl6pPr>
            <a:lvl7pPr indent="-342900" lvl="6" marL="3200400" algn="l">
              <a:lnSpc>
                <a:spcPct val="90000"/>
              </a:lnSpc>
              <a:spcBef>
                <a:spcPts val="667"/>
              </a:spcBef>
              <a:spcAft>
                <a:spcPts val="0"/>
              </a:spcAft>
              <a:buClr>
                <a:schemeClr val="dk1"/>
              </a:buClr>
              <a:buSzPts val="1800"/>
              <a:buChar char="•"/>
              <a:defRPr/>
            </a:lvl7pPr>
            <a:lvl8pPr indent="-342900" lvl="7" marL="3657600" algn="l">
              <a:lnSpc>
                <a:spcPct val="90000"/>
              </a:lnSpc>
              <a:spcBef>
                <a:spcPts val="667"/>
              </a:spcBef>
              <a:spcAft>
                <a:spcPts val="0"/>
              </a:spcAft>
              <a:buClr>
                <a:schemeClr val="dk1"/>
              </a:buClr>
              <a:buSzPts val="1800"/>
              <a:buChar char="•"/>
              <a:defRPr/>
            </a:lvl8pPr>
            <a:lvl9pPr indent="-342900" lvl="8" marL="4114800" algn="l">
              <a:lnSpc>
                <a:spcPct val="90000"/>
              </a:lnSpc>
              <a:spcBef>
                <a:spcPts val="667"/>
              </a:spcBef>
              <a:spcAft>
                <a:spcPts val="0"/>
              </a:spcAft>
              <a:buClr>
                <a:schemeClr val="dk1"/>
              </a:buClr>
              <a:buSzPts val="1800"/>
              <a:buChar char="•"/>
              <a:defRPr/>
            </a:lvl9pPr>
          </a:lstStyle>
          <a:p/>
        </p:txBody>
      </p:sp>
      <p:sp>
        <p:nvSpPr>
          <p:cNvPr id="76" name="Google Shape;76;p16"/>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Slide">
  <p:cSld name="End Slide">
    <p:spTree>
      <p:nvGrpSpPr>
        <p:cNvPr id="77" name="Shape 77"/>
        <p:cNvGrpSpPr/>
        <p:nvPr/>
      </p:nvGrpSpPr>
      <p:grpSpPr>
        <a:xfrm>
          <a:off x="0" y="0"/>
          <a:ext cx="0" cy="0"/>
          <a:chOff x="0" y="0"/>
          <a:chExt cx="0" cy="0"/>
        </a:xfrm>
      </p:grpSpPr>
      <p:sp>
        <p:nvSpPr>
          <p:cNvPr id="78" name="Google Shape;78;p17"/>
          <p:cNvSpPr txBox="1"/>
          <p:nvPr>
            <p:ph type="ctrTitle"/>
          </p:nvPr>
        </p:nvSpPr>
        <p:spPr>
          <a:xfrm>
            <a:off x="3962400" y="2057400"/>
            <a:ext cx="7924800" cy="8229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9B1D23"/>
              </a:buClr>
              <a:buSzPts val="4267"/>
              <a:buFont typeface="Arial Black"/>
              <a:buNone/>
              <a:defRPr sz="4267"/>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7"/>
          <p:cNvSpPr txBox="1"/>
          <p:nvPr>
            <p:ph idx="1" type="subTitle"/>
          </p:nvPr>
        </p:nvSpPr>
        <p:spPr>
          <a:xfrm>
            <a:off x="3962400" y="3566160"/>
            <a:ext cx="7924800" cy="320100"/>
          </a:xfrm>
          <a:prstGeom prst="rect">
            <a:avLst/>
          </a:prstGeom>
          <a:noFill/>
          <a:ln>
            <a:noFill/>
          </a:ln>
        </p:spPr>
        <p:txBody>
          <a:bodyPr anchorCtr="0" anchor="t" bIns="45700" lIns="91425" spcFirstLastPara="1" rIns="91425" wrap="square" tIns="45700">
            <a:noAutofit/>
          </a:bodyPr>
          <a:lstStyle>
            <a:lvl1pPr lvl="0" algn="l">
              <a:lnSpc>
                <a:spcPct val="90000"/>
              </a:lnSpc>
              <a:spcBef>
                <a:spcPts val="1333"/>
              </a:spcBef>
              <a:spcAft>
                <a:spcPts val="0"/>
              </a:spcAft>
              <a:buClr>
                <a:schemeClr val="dk1"/>
              </a:buClr>
              <a:buSzPts val="1494"/>
              <a:buNone/>
              <a:defRPr sz="1867">
                <a:solidFill>
                  <a:schemeClr val="dk1"/>
                </a:solidFill>
                <a:latin typeface="Calibri"/>
                <a:ea typeface="Calibri"/>
                <a:cs typeface="Calibri"/>
                <a:sym typeface="Calibri"/>
              </a:defRPr>
            </a:lvl1pPr>
            <a:lvl2pPr lvl="1" algn="ctr">
              <a:lnSpc>
                <a:spcPct val="90000"/>
              </a:lnSpc>
              <a:spcBef>
                <a:spcPts val="667"/>
              </a:spcBef>
              <a:spcAft>
                <a:spcPts val="0"/>
              </a:spcAft>
              <a:buClr>
                <a:srgbClr val="888888"/>
              </a:buClr>
              <a:buSzPts val="2134"/>
              <a:buNone/>
              <a:defRPr>
                <a:solidFill>
                  <a:srgbClr val="888888"/>
                </a:solidFill>
              </a:defRPr>
            </a:lvl2pPr>
            <a:lvl3pPr lvl="2" algn="ctr">
              <a:lnSpc>
                <a:spcPct val="90000"/>
              </a:lnSpc>
              <a:spcBef>
                <a:spcPts val="667"/>
              </a:spcBef>
              <a:spcAft>
                <a:spcPts val="0"/>
              </a:spcAft>
              <a:buClr>
                <a:srgbClr val="888888"/>
              </a:buClr>
              <a:buSzPts val="1920"/>
              <a:buNone/>
              <a:defRPr>
                <a:solidFill>
                  <a:srgbClr val="888888"/>
                </a:solidFill>
              </a:defRPr>
            </a:lvl3pPr>
            <a:lvl4pPr lvl="3" algn="ctr">
              <a:lnSpc>
                <a:spcPct val="90000"/>
              </a:lnSpc>
              <a:spcBef>
                <a:spcPts val="667"/>
              </a:spcBef>
              <a:spcAft>
                <a:spcPts val="0"/>
              </a:spcAft>
              <a:buClr>
                <a:srgbClr val="888888"/>
              </a:buClr>
              <a:buSzPts val="1706"/>
              <a:buNone/>
              <a:defRPr>
                <a:solidFill>
                  <a:srgbClr val="888888"/>
                </a:solidFill>
              </a:defRPr>
            </a:lvl4pPr>
            <a:lvl5pPr lvl="4" algn="ctr">
              <a:lnSpc>
                <a:spcPct val="90000"/>
              </a:lnSpc>
              <a:spcBef>
                <a:spcPts val="667"/>
              </a:spcBef>
              <a:spcAft>
                <a:spcPts val="0"/>
              </a:spcAft>
              <a:buClr>
                <a:srgbClr val="888888"/>
              </a:buClr>
              <a:buSzPts val="1706"/>
              <a:buNone/>
              <a:defRPr>
                <a:solidFill>
                  <a:srgbClr val="888888"/>
                </a:solidFill>
              </a:defRPr>
            </a:lvl5pPr>
            <a:lvl6pPr lvl="5" algn="ctr">
              <a:lnSpc>
                <a:spcPct val="90000"/>
              </a:lnSpc>
              <a:spcBef>
                <a:spcPts val="667"/>
              </a:spcBef>
              <a:spcAft>
                <a:spcPts val="0"/>
              </a:spcAft>
              <a:buClr>
                <a:srgbClr val="888888"/>
              </a:buClr>
              <a:buSzPts val="2400"/>
              <a:buNone/>
              <a:defRPr>
                <a:solidFill>
                  <a:srgbClr val="888888"/>
                </a:solidFill>
              </a:defRPr>
            </a:lvl6pPr>
            <a:lvl7pPr lvl="6" algn="ctr">
              <a:lnSpc>
                <a:spcPct val="90000"/>
              </a:lnSpc>
              <a:spcBef>
                <a:spcPts val="667"/>
              </a:spcBef>
              <a:spcAft>
                <a:spcPts val="0"/>
              </a:spcAft>
              <a:buClr>
                <a:srgbClr val="888888"/>
              </a:buClr>
              <a:buSzPts val="2400"/>
              <a:buNone/>
              <a:defRPr>
                <a:solidFill>
                  <a:srgbClr val="888888"/>
                </a:solidFill>
              </a:defRPr>
            </a:lvl7pPr>
            <a:lvl8pPr lvl="7" algn="ctr">
              <a:lnSpc>
                <a:spcPct val="90000"/>
              </a:lnSpc>
              <a:spcBef>
                <a:spcPts val="667"/>
              </a:spcBef>
              <a:spcAft>
                <a:spcPts val="0"/>
              </a:spcAft>
              <a:buClr>
                <a:srgbClr val="888888"/>
              </a:buClr>
              <a:buSzPts val="2400"/>
              <a:buNone/>
              <a:defRPr>
                <a:solidFill>
                  <a:srgbClr val="888888"/>
                </a:solidFill>
              </a:defRPr>
            </a:lvl8pPr>
            <a:lvl9pPr lvl="8" algn="ctr">
              <a:lnSpc>
                <a:spcPct val="90000"/>
              </a:lnSpc>
              <a:spcBef>
                <a:spcPts val="667"/>
              </a:spcBef>
              <a:spcAft>
                <a:spcPts val="0"/>
              </a:spcAft>
              <a:buClr>
                <a:srgbClr val="888888"/>
              </a:buClr>
              <a:buSzPts val="2400"/>
              <a:buNone/>
              <a:defRPr>
                <a:solidFill>
                  <a:srgbClr val="888888"/>
                </a:solidFill>
              </a:defRPr>
            </a:lvl9pPr>
          </a:lstStyle>
          <a:p/>
        </p:txBody>
      </p:sp>
      <p:sp>
        <p:nvSpPr>
          <p:cNvPr id="80" name="Google Shape;80;p17"/>
          <p:cNvSpPr txBox="1"/>
          <p:nvPr>
            <p:ph idx="2" type="body"/>
          </p:nvPr>
        </p:nvSpPr>
        <p:spPr>
          <a:xfrm>
            <a:off x="3962400" y="2971800"/>
            <a:ext cx="7924800" cy="45720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333"/>
              </a:spcBef>
              <a:spcAft>
                <a:spcPts val="0"/>
              </a:spcAft>
              <a:buClr>
                <a:schemeClr val="dk1"/>
              </a:buClr>
              <a:buSzPts val="2134"/>
              <a:buNone/>
              <a:defRPr sz="2667">
                <a:latin typeface="Calibri"/>
                <a:ea typeface="Calibri"/>
                <a:cs typeface="Calibri"/>
                <a:sym typeface="Calibri"/>
              </a:defRPr>
            </a:lvl1pPr>
            <a:lvl2pPr indent="-320040" lvl="1" marL="914400" algn="l">
              <a:lnSpc>
                <a:spcPct val="90000"/>
              </a:lnSpc>
              <a:spcBef>
                <a:spcPts val="667"/>
              </a:spcBef>
              <a:spcAft>
                <a:spcPts val="0"/>
              </a:spcAft>
              <a:buClr>
                <a:schemeClr val="dk1"/>
              </a:buClr>
              <a:buSzPts val="1440"/>
              <a:buChar char="•"/>
              <a:defRPr/>
            </a:lvl2pPr>
            <a:lvl3pPr indent="-320039" lvl="2" marL="1371600" algn="l">
              <a:lnSpc>
                <a:spcPct val="90000"/>
              </a:lnSpc>
              <a:spcBef>
                <a:spcPts val="667"/>
              </a:spcBef>
              <a:spcAft>
                <a:spcPts val="0"/>
              </a:spcAft>
              <a:buClr>
                <a:schemeClr val="dk1"/>
              </a:buClr>
              <a:buSzPts val="1440"/>
              <a:buChar char="•"/>
              <a:defRPr/>
            </a:lvl3pPr>
            <a:lvl4pPr indent="-320039" lvl="3" marL="1828800" algn="l">
              <a:lnSpc>
                <a:spcPct val="90000"/>
              </a:lnSpc>
              <a:spcBef>
                <a:spcPts val="667"/>
              </a:spcBef>
              <a:spcAft>
                <a:spcPts val="0"/>
              </a:spcAft>
              <a:buClr>
                <a:schemeClr val="dk1"/>
              </a:buClr>
              <a:buSzPts val="1440"/>
              <a:buChar char="•"/>
              <a:defRPr/>
            </a:lvl4pPr>
            <a:lvl5pPr indent="-320039" lvl="4" marL="2286000" algn="l">
              <a:lnSpc>
                <a:spcPct val="90000"/>
              </a:lnSpc>
              <a:spcBef>
                <a:spcPts val="667"/>
              </a:spcBef>
              <a:spcAft>
                <a:spcPts val="0"/>
              </a:spcAft>
              <a:buClr>
                <a:schemeClr val="dk1"/>
              </a:buClr>
              <a:buSzPts val="1440"/>
              <a:buChar char="•"/>
              <a:defRPr/>
            </a:lvl5pPr>
            <a:lvl6pPr indent="-342900" lvl="5" marL="2743200" algn="l">
              <a:lnSpc>
                <a:spcPct val="90000"/>
              </a:lnSpc>
              <a:spcBef>
                <a:spcPts val="667"/>
              </a:spcBef>
              <a:spcAft>
                <a:spcPts val="0"/>
              </a:spcAft>
              <a:buClr>
                <a:schemeClr val="dk1"/>
              </a:buClr>
              <a:buSzPts val="1800"/>
              <a:buChar char="•"/>
              <a:defRPr/>
            </a:lvl6pPr>
            <a:lvl7pPr indent="-342900" lvl="6" marL="3200400" algn="l">
              <a:lnSpc>
                <a:spcPct val="90000"/>
              </a:lnSpc>
              <a:spcBef>
                <a:spcPts val="667"/>
              </a:spcBef>
              <a:spcAft>
                <a:spcPts val="0"/>
              </a:spcAft>
              <a:buClr>
                <a:schemeClr val="dk1"/>
              </a:buClr>
              <a:buSzPts val="1800"/>
              <a:buChar char="•"/>
              <a:defRPr/>
            </a:lvl7pPr>
            <a:lvl8pPr indent="-342900" lvl="7" marL="3657600" algn="l">
              <a:lnSpc>
                <a:spcPct val="90000"/>
              </a:lnSpc>
              <a:spcBef>
                <a:spcPts val="667"/>
              </a:spcBef>
              <a:spcAft>
                <a:spcPts val="0"/>
              </a:spcAft>
              <a:buClr>
                <a:schemeClr val="dk1"/>
              </a:buClr>
              <a:buSzPts val="1800"/>
              <a:buChar char="•"/>
              <a:defRPr/>
            </a:lvl8pPr>
            <a:lvl9pPr indent="-342900" lvl="8" marL="4114800" algn="l">
              <a:lnSpc>
                <a:spcPct val="90000"/>
              </a:lnSpc>
              <a:spcBef>
                <a:spcPts val="667"/>
              </a:spcBef>
              <a:spcAft>
                <a:spcPts val="0"/>
              </a:spcAft>
              <a:buClr>
                <a:schemeClr val="dk1"/>
              </a:buClr>
              <a:buSzPts val="1800"/>
              <a:buChar char="•"/>
              <a:defRPr/>
            </a:lvl9pPr>
          </a:lstStyle>
          <a:p/>
        </p:txBody>
      </p:sp>
      <p:sp>
        <p:nvSpPr>
          <p:cNvPr id="81" name="Google Shape;81;p17"/>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cxnSp>
        <p:nvCxnSpPr>
          <p:cNvPr id="82" name="Google Shape;82;p17"/>
          <p:cNvCxnSpPr/>
          <p:nvPr/>
        </p:nvCxnSpPr>
        <p:spPr>
          <a:xfrm>
            <a:off x="3610897" y="976745"/>
            <a:ext cx="0" cy="4572000"/>
          </a:xfrm>
          <a:prstGeom prst="straightConnector1">
            <a:avLst/>
          </a:prstGeom>
          <a:noFill/>
          <a:ln cap="flat" cmpd="sng" w="28575">
            <a:solidFill>
              <a:srgbClr val="9B1D23"/>
            </a:solidFill>
            <a:prstDash val="solid"/>
            <a:miter lim="800000"/>
            <a:headEnd len="sm" w="sm" type="none"/>
            <a:tailEnd len="sm" w="sm" type="none"/>
          </a:ln>
        </p:spPr>
      </p:cxnSp>
      <p:pic>
        <p:nvPicPr>
          <p:cNvPr id="83" name="Google Shape;83;p17"/>
          <p:cNvPicPr preferRelativeResize="0"/>
          <p:nvPr/>
        </p:nvPicPr>
        <p:blipFill rotWithShape="1">
          <a:blip r:embed="rId2">
            <a:alphaModFix/>
          </a:blip>
          <a:srcRect b="0" l="0" r="0" t="0"/>
          <a:stretch/>
        </p:blipFill>
        <p:spPr>
          <a:xfrm>
            <a:off x="101738" y="2087880"/>
            <a:ext cx="3479663" cy="2682240"/>
          </a:xfrm>
          <a:prstGeom prst="rect">
            <a:avLst/>
          </a:prstGeom>
          <a:noFill/>
          <a:ln>
            <a:noFill/>
          </a:ln>
        </p:spPr>
      </p:pic>
      <p:sp>
        <p:nvSpPr>
          <p:cNvPr id="84" name="Google Shape;84;p17"/>
          <p:cNvSpPr/>
          <p:nvPr/>
        </p:nvSpPr>
        <p:spPr>
          <a:xfrm>
            <a:off x="10383520" y="55880"/>
            <a:ext cx="1707000" cy="731400"/>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FFFFFF"/>
              </a:solidFill>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6" Type="http://schemas.openxmlformats.org/officeDocument/2006/relationships/theme" Target="../theme/theme2.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3"/>
          <p:cNvPicPr preferRelativeResize="0"/>
          <p:nvPr/>
        </p:nvPicPr>
        <p:blipFill rotWithShape="1">
          <a:blip r:embed="rId1">
            <a:alphaModFix/>
          </a:blip>
          <a:srcRect b="0" l="0" r="0" t="0"/>
          <a:stretch/>
        </p:blipFill>
        <p:spPr>
          <a:xfrm>
            <a:off x="10668000" y="3"/>
            <a:ext cx="1274928" cy="984244"/>
          </a:xfrm>
          <a:prstGeom prst="rect">
            <a:avLst/>
          </a:prstGeom>
          <a:noFill/>
          <a:ln>
            <a:noFill/>
          </a:ln>
        </p:spPr>
      </p:pic>
      <p:sp>
        <p:nvSpPr>
          <p:cNvPr id="11" name="Google Shape;11;p3"/>
          <p:cNvSpPr txBox="1"/>
          <p:nvPr>
            <p:ph type="title"/>
          </p:nvPr>
        </p:nvSpPr>
        <p:spPr>
          <a:xfrm>
            <a:off x="501400" y="643909"/>
            <a:ext cx="11175900" cy="660300"/>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rgbClr val="9B1D23"/>
              </a:buClr>
              <a:buSzPts val="4267"/>
              <a:buFont typeface="Arial Black"/>
              <a:buNone/>
              <a:defRPr b="1" i="0" sz="4267" u="none" cap="none" strike="noStrike">
                <a:solidFill>
                  <a:srgbClr val="9B1D23"/>
                </a:solidFill>
                <a:latin typeface="Arial Black"/>
                <a:ea typeface="Arial Black"/>
                <a:cs typeface="Arial Black"/>
                <a:sym typeface="Arial Black"/>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 name="Google Shape;12;p3"/>
          <p:cNvSpPr txBox="1"/>
          <p:nvPr>
            <p:ph idx="1" type="body"/>
          </p:nvPr>
        </p:nvSpPr>
        <p:spPr>
          <a:xfrm>
            <a:off x="501400" y="1605475"/>
            <a:ext cx="11175900" cy="4389000"/>
          </a:xfrm>
          <a:prstGeom prst="rect">
            <a:avLst/>
          </a:prstGeom>
          <a:noFill/>
          <a:ln>
            <a:noFill/>
          </a:ln>
        </p:spPr>
        <p:txBody>
          <a:bodyPr anchorCtr="0" anchor="t" bIns="45700" lIns="91425" spcFirstLastPara="1" rIns="91425" wrap="square" tIns="45700">
            <a:normAutofit/>
          </a:bodyPr>
          <a:lstStyle>
            <a:lvl1pPr indent="-391160" lvl="0" marL="457200" marR="0" rtl="0" algn="l">
              <a:lnSpc>
                <a:spcPct val="90000"/>
              </a:lnSpc>
              <a:spcBef>
                <a:spcPts val="1333"/>
              </a:spcBef>
              <a:spcAft>
                <a:spcPts val="0"/>
              </a:spcAft>
              <a:buClr>
                <a:schemeClr val="dk1"/>
              </a:buClr>
              <a:buSzPts val="2560"/>
              <a:buFont typeface="Arial"/>
              <a:buChar char="•"/>
              <a:defRPr b="0" i="0" sz="3200" u="none" cap="none" strike="noStrike">
                <a:solidFill>
                  <a:schemeClr val="dk1"/>
                </a:solidFill>
                <a:latin typeface="Calibri"/>
                <a:ea typeface="Calibri"/>
                <a:cs typeface="Calibri"/>
                <a:sym typeface="Calibri"/>
              </a:defRPr>
            </a:lvl1pPr>
            <a:lvl2pPr indent="-364108" lvl="1" marL="914400" marR="0" rtl="0" algn="l">
              <a:lnSpc>
                <a:spcPct val="90000"/>
              </a:lnSpc>
              <a:spcBef>
                <a:spcPts val="667"/>
              </a:spcBef>
              <a:spcAft>
                <a:spcPts val="0"/>
              </a:spcAft>
              <a:buClr>
                <a:schemeClr val="dk1"/>
              </a:buClr>
              <a:buSzPts val="2134"/>
              <a:buFont typeface="Arial"/>
              <a:buChar char="•"/>
              <a:defRPr b="0" i="0" sz="2667" u="none" cap="none" strike="noStrike">
                <a:solidFill>
                  <a:schemeClr val="dk1"/>
                </a:solidFill>
                <a:latin typeface="Calibri"/>
                <a:ea typeface="Calibri"/>
                <a:cs typeface="Calibri"/>
                <a:sym typeface="Calibri"/>
              </a:defRPr>
            </a:lvl2pPr>
            <a:lvl3pPr indent="-350519" lvl="2" marL="1371600" marR="0" rtl="0" algn="l">
              <a:lnSpc>
                <a:spcPct val="90000"/>
              </a:lnSpc>
              <a:spcBef>
                <a:spcPts val="667"/>
              </a:spcBef>
              <a:spcAft>
                <a:spcPts val="0"/>
              </a:spcAft>
              <a:buClr>
                <a:schemeClr val="dk1"/>
              </a:buClr>
              <a:buSzPts val="1920"/>
              <a:buFont typeface="Arial"/>
              <a:buChar char="•"/>
              <a:defRPr b="0" i="0" sz="2400" u="none" cap="none" strike="noStrike">
                <a:solidFill>
                  <a:schemeClr val="dk1"/>
                </a:solidFill>
                <a:latin typeface="Calibri"/>
                <a:ea typeface="Calibri"/>
                <a:cs typeface="Calibri"/>
                <a:sym typeface="Calibri"/>
              </a:defRPr>
            </a:lvl3pPr>
            <a:lvl4pPr indent="-336931" lvl="3" marL="1828800" marR="0" rtl="0" algn="l">
              <a:lnSpc>
                <a:spcPct val="90000"/>
              </a:lnSpc>
              <a:spcBef>
                <a:spcPts val="667"/>
              </a:spcBef>
              <a:spcAft>
                <a:spcPts val="0"/>
              </a:spcAft>
              <a:buClr>
                <a:schemeClr val="dk1"/>
              </a:buClr>
              <a:buSzPts val="1706"/>
              <a:buFont typeface="Arial"/>
              <a:buChar char="•"/>
              <a:defRPr b="0" i="0" sz="2133" u="none" cap="none" strike="noStrike">
                <a:solidFill>
                  <a:schemeClr val="dk1"/>
                </a:solidFill>
                <a:latin typeface="Calibri"/>
                <a:ea typeface="Calibri"/>
                <a:cs typeface="Calibri"/>
                <a:sym typeface="Calibri"/>
              </a:defRPr>
            </a:lvl4pPr>
            <a:lvl5pPr indent="-336931" lvl="4" marL="2286000" marR="0" rtl="0" algn="l">
              <a:lnSpc>
                <a:spcPct val="90000"/>
              </a:lnSpc>
              <a:spcBef>
                <a:spcPts val="667"/>
              </a:spcBef>
              <a:spcAft>
                <a:spcPts val="0"/>
              </a:spcAft>
              <a:buClr>
                <a:schemeClr val="dk1"/>
              </a:buClr>
              <a:buSzPts val="1706"/>
              <a:buFont typeface="Arial"/>
              <a:buChar char="•"/>
              <a:defRPr b="0" i="0" sz="2133" u="none" cap="none" strike="noStrike">
                <a:solidFill>
                  <a:schemeClr val="dk1"/>
                </a:solidFill>
                <a:latin typeface="Calibri"/>
                <a:ea typeface="Calibri"/>
                <a:cs typeface="Calibri"/>
                <a:sym typeface="Calibri"/>
              </a:defRPr>
            </a:lvl5pPr>
            <a:lvl6pPr indent="-381000" lvl="5" marL="2743200" marR="0" rtl="0" algn="l">
              <a:lnSpc>
                <a:spcPct val="90000"/>
              </a:lnSpc>
              <a:spcBef>
                <a:spcPts val="667"/>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6pPr>
            <a:lvl7pPr indent="-381000" lvl="6" marL="3200400" marR="0" rtl="0" algn="l">
              <a:lnSpc>
                <a:spcPct val="90000"/>
              </a:lnSpc>
              <a:spcBef>
                <a:spcPts val="667"/>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7pPr>
            <a:lvl8pPr indent="-381000" lvl="7" marL="3657600" marR="0" rtl="0" algn="l">
              <a:lnSpc>
                <a:spcPct val="90000"/>
              </a:lnSpc>
              <a:spcBef>
                <a:spcPts val="667"/>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8pPr>
            <a:lvl9pPr indent="-381000" lvl="8" marL="4114800" marR="0" rtl="0" algn="l">
              <a:lnSpc>
                <a:spcPct val="90000"/>
              </a:lnSpc>
              <a:spcBef>
                <a:spcPts val="667"/>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9pPr>
          </a:lstStyle>
          <a:p/>
        </p:txBody>
      </p:sp>
      <p:sp>
        <p:nvSpPr>
          <p:cNvPr id="13" name="Google Shape;13;p3"/>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1pPr>
            <a:lvl2pPr indent="0" lvl="1" marL="0" marR="0" rtl="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2pPr>
            <a:lvl3pPr indent="0" lvl="2" marL="0" marR="0" rtl="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3pPr>
            <a:lvl4pPr indent="0" lvl="3" marL="0" marR="0" rtl="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4pPr>
            <a:lvl5pPr indent="0" lvl="4" marL="0" marR="0" rtl="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5pPr>
            <a:lvl6pPr indent="0" lvl="5" marL="0" marR="0" rtl="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6pPr>
            <a:lvl7pPr indent="0" lvl="6" marL="0" marR="0" rtl="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7pPr>
            <a:lvl8pPr indent="0" lvl="7" marL="0" marR="0" rtl="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8pPr>
            <a:lvl9pPr indent="0" lvl="8" marL="0" marR="0" rtl="0" algn="ctr">
              <a:lnSpc>
                <a:spcPct val="100000"/>
              </a:lnSpc>
              <a:spcBef>
                <a:spcPts val="0"/>
              </a:spcBef>
              <a:spcAft>
                <a:spcPts val="0"/>
              </a:spcAft>
              <a:buClr>
                <a:srgbClr val="000000"/>
              </a:buClr>
              <a:buSzPts val="1600"/>
              <a:buFont typeface="Arial"/>
              <a:buNone/>
              <a:defRPr b="0" i="0" sz="1600" u="none" cap="none" strike="noStrike">
                <a:solidFill>
                  <a:srgbClr val="888888"/>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
        <p:nvSpPr>
          <p:cNvPr id="14" name="Google Shape;14;p3"/>
          <p:cNvSpPr txBox="1"/>
          <p:nvPr/>
        </p:nvSpPr>
        <p:spPr>
          <a:xfrm>
            <a:off x="5174913" y="6591263"/>
            <a:ext cx="7032900" cy="266700"/>
          </a:xfrm>
          <a:prstGeom prst="rect">
            <a:avLst/>
          </a:prstGeom>
          <a:noFill/>
          <a:ln>
            <a:noFill/>
          </a:ln>
        </p:spPr>
        <p:txBody>
          <a:bodyPr anchorCtr="0" anchor="t" bIns="60950" lIns="121900" spcFirstLastPara="1" rIns="121900" wrap="square" tIns="60950">
            <a:spAutoFit/>
          </a:bodyPr>
          <a:lstStyle/>
          <a:p>
            <a:pPr indent="0" lvl="0" marL="0" marR="0" rtl="0" algn="r">
              <a:lnSpc>
                <a:spcPct val="100000"/>
              </a:lnSpc>
              <a:spcBef>
                <a:spcPts val="0"/>
              </a:spcBef>
              <a:spcAft>
                <a:spcPts val="0"/>
              </a:spcAft>
              <a:buClr>
                <a:srgbClr val="000000"/>
              </a:buClr>
              <a:buSzPts val="933"/>
              <a:buFont typeface="Arial"/>
              <a:buNone/>
            </a:pPr>
            <a:r>
              <a:rPr b="1" i="0" lang="en-US" sz="933" u="none" cap="none" strike="noStrike">
                <a:solidFill>
                  <a:srgbClr val="9B1D23"/>
                </a:solidFill>
                <a:latin typeface="Arial"/>
                <a:ea typeface="Arial"/>
                <a:cs typeface="Arial"/>
                <a:sym typeface="Arial"/>
              </a:rPr>
              <a:t>THIS DOCUMENT IS THE PROPERTY OF BANK OF THE PHILIPPINE ISLANDS.  STRICTLY CONFIDENTIAL.</a:t>
            </a:r>
            <a:endParaRPr b="0" i="0" sz="1400" u="none" cap="none" strike="noStrike">
              <a:solidFill>
                <a:srgbClr val="000000"/>
              </a:solidFill>
              <a:latin typeface="Arial"/>
              <a:ea typeface="Arial"/>
              <a:cs typeface="Arial"/>
              <a:sym typeface="Arial"/>
            </a:endParaRPr>
          </a:p>
        </p:txBody>
      </p:sp>
      <p:sp>
        <p:nvSpPr>
          <p:cNvPr id="15" name="Google Shape;15;p3"/>
          <p:cNvSpPr txBox="1"/>
          <p:nvPr/>
        </p:nvSpPr>
        <p:spPr>
          <a:xfrm>
            <a:off x="5757863" y="63500"/>
            <a:ext cx="701700" cy="15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FF0000"/>
                </a:solidFill>
                <a:latin typeface="Arial"/>
                <a:ea typeface="Arial"/>
                <a:cs typeface="Arial"/>
                <a:sym typeface="Arial"/>
              </a:rPr>
              <a:t>Confidential</a:t>
            </a:r>
            <a:endParaRPr b="0" i="0" sz="1400" u="none" cap="none" strike="noStrike">
              <a:solidFill>
                <a:srgbClr val="000000"/>
              </a:solidFill>
              <a:latin typeface="Arial"/>
              <a:ea typeface="Arial"/>
              <a:cs typeface="Arial"/>
              <a:sym typeface="Arial"/>
            </a:endParaRPr>
          </a:p>
        </p:txBody>
      </p:sp>
      <p:sp>
        <p:nvSpPr>
          <p:cNvPr id="16" name="Google Shape;16;p3"/>
          <p:cNvSpPr txBox="1"/>
          <p:nvPr/>
        </p:nvSpPr>
        <p:spPr>
          <a:xfrm>
            <a:off x="1515237" y="6642100"/>
            <a:ext cx="9186900" cy="15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This document contains confidential data. It is intended solely for  the use of authorized recipient(s). Unauthorized use, disclosure, or reproduction  is strictly prohibited.</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8" name="Shape 88"/>
        <p:cNvGrpSpPr/>
        <p:nvPr/>
      </p:nvGrpSpPr>
      <p:grpSpPr>
        <a:xfrm>
          <a:off x="0" y="0"/>
          <a:ext cx="0" cy="0"/>
          <a:chOff x="0" y="0"/>
          <a:chExt cx="0" cy="0"/>
        </a:xfrm>
      </p:grpSpPr>
      <p:sp>
        <p:nvSpPr>
          <p:cNvPr id="89" name="Google Shape;89;p1"/>
          <p:cNvSpPr txBox="1"/>
          <p:nvPr>
            <p:ph type="ctrTitle"/>
          </p:nvPr>
        </p:nvSpPr>
        <p:spPr>
          <a:xfrm>
            <a:off x="3848103" y="983674"/>
            <a:ext cx="6819900" cy="2817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9B1D23"/>
              </a:buClr>
              <a:buSzPts val="5300"/>
              <a:buFont typeface="Arial Black"/>
              <a:buNone/>
            </a:pPr>
            <a:r>
              <a:rPr lang="en-US"/>
              <a:t>Advanced Java</a:t>
            </a:r>
            <a:endParaRPr/>
          </a:p>
        </p:txBody>
      </p:sp>
      <p:sp>
        <p:nvSpPr>
          <p:cNvPr id="90" name="Google Shape;90;p1"/>
          <p:cNvSpPr txBox="1"/>
          <p:nvPr>
            <p:ph idx="1" type="subTitle"/>
          </p:nvPr>
        </p:nvSpPr>
        <p:spPr>
          <a:xfrm>
            <a:off x="3848103" y="3892984"/>
            <a:ext cx="6819900" cy="165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440"/>
              <a:buNone/>
            </a:pPr>
            <a:r>
              <a:rPr i="1" lang="en-US" sz="1800"/>
              <a:t>by BPI</a:t>
            </a:r>
            <a:endParaRPr/>
          </a:p>
        </p:txBody>
      </p:sp>
      <p:sp>
        <p:nvSpPr>
          <p:cNvPr id="91" name="Google Shape;91;p1"/>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600"/>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g39a1362b7ee_0_87"/>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Advanced</a:t>
            </a:r>
            <a:endParaRPr sz="1200">
              <a:latin typeface="IBM Plex Sans"/>
              <a:ea typeface="IBM Plex Sans"/>
              <a:cs typeface="IBM Plex Sans"/>
              <a:sym typeface="IBM Plex Sans"/>
            </a:endParaRPr>
          </a:p>
        </p:txBody>
      </p:sp>
      <p:cxnSp>
        <p:nvCxnSpPr>
          <p:cNvPr id="98" name="Google Shape;98;g39a1362b7ee_0_87"/>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99" name="Google Shape;99;g39a1362b7ee_0_87"/>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0"/>
              </a:spcBef>
              <a:spcAft>
                <a:spcPts val="0"/>
              </a:spcAft>
              <a:buClr>
                <a:srgbClr val="9B1D23"/>
              </a:buClr>
              <a:buSzPct val="124209"/>
              <a:buFont typeface="Arial Black"/>
              <a:buNone/>
            </a:pPr>
            <a:r>
              <a:rPr lang="en-US"/>
              <a:t>What we’ll cover</a:t>
            </a:r>
            <a:endParaRPr b="1" i="0" sz="4267" u="none" cap="none" strike="noStrike">
              <a:solidFill>
                <a:srgbClr val="9B1D23"/>
              </a:solidFill>
              <a:latin typeface="Arial Black"/>
              <a:ea typeface="Arial Black"/>
              <a:cs typeface="Arial Black"/>
              <a:sym typeface="Arial Black"/>
            </a:endParaRPr>
          </a:p>
        </p:txBody>
      </p:sp>
      <p:sp>
        <p:nvSpPr>
          <p:cNvPr id="100" name="Google Shape;100;g39a1362b7ee_0_87"/>
          <p:cNvSpPr txBox="1"/>
          <p:nvPr/>
        </p:nvSpPr>
        <p:spPr>
          <a:xfrm>
            <a:off x="595975" y="1764525"/>
            <a:ext cx="10150500" cy="2724300"/>
          </a:xfrm>
          <a:prstGeom prst="rect">
            <a:avLst/>
          </a:prstGeom>
          <a:noFill/>
          <a:ln>
            <a:noFill/>
          </a:ln>
        </p:spPr>
        <p:txBody>
          <a:bodyPr anchorCtr="0" anchor="t" bIns="91425" lIns="91425" spcFirstLastPara="1" rIns="91425" wrap="square" tIns="91425">
            <a:spAutoFit/>
          </a:bodyPr>
          <a:lstStyle/>
          <a:p>
            <a:pPr indent="-419100" lvl="0" marL="457200" marR="0" rtl="0" algn="l">
              <a:lnSpc>
                <a:spcPct val="150000"/>
              </a:lnSpc>
              <a:spcBef>
                <a:spcPts val="0"/>
              </a:spcBef>
              <a:spcAft>
                <a:spcPts val="0"/>
              </a:spcAft>
              <a:buClr>
                <a:schemeClr val="dk1"/>
              </a:buClr>
              <a:buSzPts val="3000"/>
              <a:buFont typeface="Lexend"/>
              <a:buAutoNum type="arabicPeriod"/>
            </a:pPr>
            <a:r>
              <a:rPr b="1" lang="en-US" sz="3000">
                <a:solidFill>
                  <a:schemeClr val="dk1"/>
                </a:solidFill>
                <a:latin typeface="Lexend"/>
                <a:ea typeface="Lexend"/>
                <a:cs typeface="Lexend"/>
                <a:sym typeface="Lexend"/>
              </a:rPr>
              <a:t>Packages</a:t>
            </a:r>
            <a:endParaRPr b="1" sz="3000">
              <a:solidFill>
                <a:schemeClr val="dk1"/>
              </a:solidFill>
              <a:latin typeface="Lexend"/>
              <a:ea typeface="Lexend"/>
              <a:cs typeface="Lexend"/>
              <a:sym typeface="Lexend"/>
            </a:endParaRPr>
          </a:p>
          <a:p>
            <a:pPr indent="-419100" lvl="0" marL="457200" marR="0" rtl="0" algn="l">
              <a:lnSpc>
                <a:spcPct val="150000"/>
              </a:lnSpc>
              <a:spcBef>
                <a:spcPts val="0"/>
              </a:spcBef>
              <a:spcAft>
                <a:spcPts val="0"/>
              </a:spcAft>
              <a:buClr>
                <a:schemeClr val="dk1"/>
              </a:buClr>
              <a:buSzPts val="3000"/>
              <a:buFont typeface="Lexend"/>
              <a:buAutoNum type="arabicPeriod"/>
            </a:pPr>
            <a:r>
              <a:rPr b="1" lang="en-US" sz="3000">
                <a:solidFill>
                  <a:schemeClr val="dk1"/>
                </a:solidFill>
                <a:latin typeface="Lexend"/>
                <a:ea typeface="Lexend"/>
                <a:cs typeface="Lexend"/>
                <a:sym typeface="Lexend"/>
              </a:rPr>
              <a:t>Access Modifiers</a:t>
            </a:r>
            <a:endParaRPr b="1" sz="3000">
              <a:solidFill>
                <a:schemeClr val="dk1"/>
              </a:solidFill>
              <a:latin typeface="Lexend"/>
              <a:ea typeface="Lexend"/>
              <a:cs typeface="Lexend"/>
              <a:sym typeface="Lexend"/>
            </a:endParaRPr>
          </a:p>
          <a:p>
            <a:pPr indent="-419100" lvl="0" marL="457200" marR="0" rtl="0" algn="l">
              <a:lnSpc>
                <a:spcPct val="150000"/>
              </a:lnSpc>
              <a:spcBef>
                <a:spcPts val="0"/>
              </a:spcBef>
              <a:spcAft>
                <a:spcPts val="0"/>
              </a:spcAft>
              <a:buClr>
                <a:schemeClr val="dk1"/>
              </a:buClr>
              <a:buSzPts val="3000"/>
              <a:buFont typeface="Lexend"/>
              <a:buAutoNum type="arabicPeriod"/>
            </a:pPr>
            <a:r>
              <a:rPr b="1" lang="en-US" sz="3000">
                <a:solidFill>
                  <a:schemeClr val="dk1"/>
                </a:solidFill>
                <a:latin typeface="Lexend"/>
                <a:ea typeface="Lexend"/>
                <a:cs typeface="Lexend"/>
                <a:sym typeface="Lexend"/>
              </a:rPr>
              <a:t>Non-Access Modifiers</a:t>
            </a:r>
            <a:endParaRPr b="1" sz="3000">
              <a:solidFill>
                <a:schemeClr val="dk1"/>
              </a:solidFill>
              <a:latin typeface="Lexend"/>
              <a:ea typeface="Lexend"/>
              <a:cs typeface="Lexend"/>
              <a:sym typeface="Lexend"/>
            </a:endParaRPr>
          </a:p>
          <a:p>
            <a:pPr indent="-419100" lvl="0" marL="457200" marR="0" rtl="0" algn="l">
              <a:lnSpc>
                <a:spcPct val="150000"/>
              </a:lnSpc>
              <a:spcBef>
                <a:spcPts val="0"/>
              </a:spcBef>
              <a:spcAft>
                <a:spcPts val="0"/>
              </a:spcAft>
              <a:buClr>
                <a:schemeClr val="dk1"/>
              </a:buClr>
              <a:buSzPts val="3000"/>
              <a:buFont typeface="Lexend"/>
              <a:buAutoNum type="arabicPeriod"/>
            </a:pPr>
            <a:r>
              <a:rPr b="1" lang="en-US" sz="3000">
                <a:solidFill>
                  <a:schemeClr val="dk1"/>
                </a:solidFill>
                <a:latin typeface="Lexend"/>
                <a:ea typeface="Lexend"/>
                <a:cs typeface="Lexend"/>
                <a:sym typeface="Lexend"/>
              </a:rPr>
              <a:t>Data Types</a:t>
            </a:r>
            <a:endParaRPr b="1" sz="3000">
              <a:solidFill>
                <a:schemeClr val="dk1"/>
              </a:solidFill>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g39a1362b7ee_0_20"/>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Advanced</a:t>
            </a:r>
            <a:endParaRPr sz="1200">
              <a:latin typeface="IBM Plex Sans"/>
              <a:ea typeface="IBM Plex Sans"/>
              <a:cs typeface="IBM Plex Sans"/>
              <a:sym typeface="IBM Plex Sans"/>
            </a:endParaRPr>
          </a:p>
        </p:txBody>
      </p:sp>
      <p:cxnSp>
        <p:nvCxnSpPr>
          <p:cNvPr id="107" name="Google Shape;107;g39a1362b7ee_0_20"/>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108" name="Google Shape;108;g39a1362b7ee_0_20"/>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0"/>
              </a:spcBef>
              <a:spcAft>
                <a:spcPts val="0"/>
              </a:spcAft>
              <a:buClr>
                <a:srgbClr val="9B1D23"/>
              </a:buClr>
              <a:buSzPct val="124209"/>
              <a:buFont typeface="Arial Black"/>
              <a:buNone/>
            </a:pPr>
            <a:r>
              <a:rPr lang="en-US"/>
              <a:t>Packages</a:t>
            </a:r>
            <a:endParaRPr/>
          </a:p>
          <a:p>
            <a:pPr indent="0" lvl="0" marL="0" marR="0" rtl="0" algn="l">
              <a:lnSpc>
                <a:spcPct val="90000"/>
              </a:lnSpc>
              <a:spcBef>
                <a:spcPts val="0"/>
              </a:spcBef>
              <a:spcAft>
                <a:spcPts val="0"/>
              </a:spcAft>
              <a:buClr>
                <a:srgbClr val="9B1D23"/>
              </a:buClr>
              <a:buSzPct val="124209"/>
              <a:buFont typeface="Arial Black"/>
              <a:buNone/>
            </a:pPr>
            <a:r>
              <a:t/>
            </a:r>
            <a:endParaRPr/>
          </a:p>
        </p:txBody>
      </p:sp>
      <p:sp>
        <p:nvSpPr>
          <p:cNvPr id="109" name="Google Shape;109;g39a1362b7ee_0_20"/>
          <p:cNvSpPr txBox="1"/>
          <p:nvPr/>
        </p:nvSpPr>
        <p:spPr>
          <a:xfrm>
            <a:off x="517400" y="1764525"/>
            <a:ext cx="10150500" cy="3589500"/>
          </a:xfrm>
          <a:prstGeom prst="rect">
            <a:avLst/>
          </a:prstGeom>
          <a:noFill/>
          <a:ln>
            <a:noFill/>
          </a:ln>
        </p:spPr>
        <p:txBody>
          <a:bodyPr anchorCtr="0" anchor="t" bIns="91425" lIns="91425" spcFirstLastPara="1" rIns="91425" wrap="square" tIns="91425">
            <a:spAutoFit/>
          </a:bodyPr>
          <a:lstStyle/>
          <a:p>
            <a:pPr indent="-406400" lvl="0" marL="457200" marR="0" rtl="0" algn="l">
              <a:lnSpc>
                <a:spcPct val="115000"/>
              </a:lnSpc>
              <a:spcBef>
                <a:spcPts val="0"/>
              </a:spcBef>
              <a:spcAft>
                <a:spcPts val="0"/>
              </a:spcAft>
              <a:buClr>
                <a:schemeClr val="dk1"/>
              </a:buClr>
              <a:buSzPts val="2800"/>
              <a:buFont typeface="Lexend"/>
              <a:buChar char="●"/>
            </a:pPr>
            <a:r>
              <a:rPr lang="en-US" sz="2800">
                <a:solidFill>
                  <a:schemeClr val="dk1"/>
                </a:solidFill>
                <a:latin typeface="Lexend"/>
                <a:ea typeface="Lexend"/>
                <a:cs typeface="Lexend"/>
                <a:sym typeface="Lexend"/>
              </a:rPr>
              <a:t>“A package is a namespace for organizing classes and interfaces in a logical manner”</a:t>
            </a:r>
            <a:endParaRPr sz="2800">
              <a:solidFill>
                <a:schemeClr val="dk1"/>
              </a:solidFill>
              <a:latin typeface="Lexend"/>
              <a:ea typeface="Lexend"/>
              <a:cs typeface="Lexend"/>
              <a:sym typeface="Lexend"/>
            </a:endParaRPr>
          </a:p>
          <a:p>
            <a:pPr indent="-406400" lvl="0" marL="457200" marR="0" rtl="0" algn="l">
              <a:lnSpc>
                <a:spcPct val="115000"/>
              </a:lnSpc>
              <a:spcBef>
                <a:spcPts val="0"/>
              </a:spcBef>
              <a:spcAft>
                <a:spcPts val="0"/>
              </a:spcAft>
              <a:buClr>
                <a:schemeClr val="dk1"/>
              </a:buClr>
              <a:buSzPts val="2800"/>
              <a:buFont typeface="Lexend"/>
              <a:buChar char="●"/>
            </a:pPr>
            <a:r>
              <a:rPr lang="en-US" sz="2800">
                <a:solidFill>
                  <a:schemeClr val="dk1"/>
                </a:solidFill>
                <a:latin typeface="Lexend"/>
                <a:ea typeface="Lexend"/>
                <a:cs typeface="Lexend"/>
                <a:sym typeface="Lexend"/>
              </a:rPr>
              <a:t>Similar to file directories or folders</a:t>
            </a:r>
            <a:endParaRPr sz="2800">
              <a:solidFill>
                <a:schemeClr val="dk1"/>
              </a:solidFill>
              <a:latin typeface="Lexend"/>
              <a:ea typeface="Lexend"/>
              <a:cs typeface="Lexend"/>
              <a:sym typeface="Lexend"/>
            </a:endParaRPr>
          </a:p>
          <a:p>
            <a:pPr indent="-406400" lvl="0" marL="457200" marR="0" rtl="0" algn="l">
              <a:lnSpc>
                <a:spcPct val="115000"/>
              </a:lnSpc>
              <a:spcBef>
                <a:spcPts val="0"/>
              </a:spcBef>
              <a:spcAft>
                <a:spcPts val="0"/>
              </a:spcAft>
              <a:buClr>
                <a:schemeClr val="dk1"/>
              </a:buClr>
              <a:buSzPts val="2800"/>
              <a:buFont typeface="Lexend"/>
              <a:buChar char="●"/>
            </a:pPr>
            <a:r>
              <a:rPr lang="en-US" sz="2800">
                <a:solidFill>
                  <a:schemeClr val="dk1"/>
                </a:solidFill>
                <a:latin typeface="Lexend"/>
                <a:ea typeface="Lexend"/>
                <a:cs typeface="Lexend"/>
                <a:sym typeface="Lexend"/>
              </a:rPr>
              <a:t>A way to manage code that are similar</a:t>
            </a:r>
            <a:endParaRPr sz="2800">
              <a:solidFill>
                <a:schemeClr val="dk1"/>
              </a:solidFill>
              <a:latin typeface="Lexend"/>
              <a:ea typeface="Lexend"/>
              <a:cs typeface="Lexend"/>
              <a:sym typeface="Lexend"/>
            </a:endParaRPr>
          </a:p>
          <a:p>
            <a:pPr indent="-406400" lvl="0" marL="457200" marR="0" rtl="0" algn="l">
              <a:lnSpc>
                <a:spcPct val="115000"/>
              </a:lnSpc>
              <a:spcBef>
                <a:spcPts val="0"/>
              </a:spcBef>
              <a:spcAft>
                <a:spcPts val="0"/>
              </a:spcAft>
              <a:buClr>
                <a:schemeClr val="dk1"/>
              </a:buClr>
              <a:buSzPts val="2800"/>
              <a:buFont typeface="Lexend"/>
              <a:buChar char="●"/>
            </a:pPr>
            <a:r>
              <a:rPr lang="en-US" sz="2800">
                <a:solidFill>
                  <a:schemeClr val="dk1"/>
                </a:solidFill>
                <a:latin typeface="Lexend"/>
                <a:ea typeface="Lexend"/>
                <a:cs typeface="Lexend"/>
                <a:sym typeface="Lexend"/>
              </a:rPr>
              <a:t>Especially useful in large libraries where codes need to be organized and should be located in intuitive package names</a:t>
            </a:r>
            <a:endParaRPr sz="2800">
              <a:solidFill>
                <a:schemeClr val="dk1"/>
              </a:solidFill>
              <a:latin typeface="Lexend"/>
              <a:ea typeface="Lexend"/>
              <a:cs typeface="Lexend"/>
              <a:sym typeface="Lexen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g39a15f9354c_0_0"/>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Advanced</a:t>
            </a:r>
            <a:endParaRPr sz="1200">
              <a:latin typeface="IBM Plex Sans"/>
              <a:ea typeface="IBM Plex Sans"/>
              <a:cs typeface="IBM Plex Sans"/>
              <a:sym typeface="IBM Plex Sans"/>
            </a:endParaRPr>
          </a:p>
        </p:txBody>
      </p:sp>
      <p:cxnSp>
        <p:nvCxnSpPr>
          <p:cNvPr id="116" name="Google Shape;116;g39a15f9354c_0_0"/>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117" name="Google Shape;117;g39a15f9354c_0_0"/>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0"/>
              </a:spcBef>
              <a:spcAft>
                <a:spcPts val="0"/>
              </a:spcAft>
              <a:buClr>
                <a:srgbClr val="9B1D23"/>
              </a:buClr>
              <a:buSzPct val="124209"/>
              <a:buFont typeface="Arial Black"/>
              <a:buNone/>
            </a:pPr>
            <a:r>
              <a:rPr lang="en-US"/>
              <a:t>Access Modifiers</a:t>
            </a:r>
            <a:endParaRPr b="1" i="0" sz="4267" u="none" cap="none" strike="noStrike">
              <a:solidFill>
                <a:srgbClr val="9B1D23"/>
              </a:solidFill>
              <a:latin typeface="Arial Black"/>
              <a:ea typeface="Arial Black"/>
              <a:cs typeface="Arial Black"/>
              <a:sym typeface="Arial Black"/>
            </a:endParaRPr>
          </a:p>
        </p:txBody>
      </p:sp>
      <p:sp>
        <p:nvSpPr>
          <p:cNvPr id="118" name="Google Shape;118;g39a15f9354c_0_0"/>
          <p:cNvSpPr txBox="1"/>
          <p:nvPr/>
        </p:nvSpPr>
        <p:spPr>
          <a:xfrm>
            <a:off x="517400" y="1764525"/>
            <a:ext cx="10150500" cy="2102700"/>
          </a:xfrm>
          <a:prstGeom prst="rect">
            <a:avLst/>
          </a:prstGeom>
          <a:noFill/>
          <a:ln>
            <a:noFill/>
          </a:ln>
        </p:spPr>
        <p:txBody>
          <a:bodyPr anchorCtr="0" anchor="t" bIns="91425" lIns="91425" spcFirstLastPara="1" rIns="91425" wrap="square" tIns="91425">
            <a:spAutoFit/>
          </a:bodyPr>
          <a:lstStyle/>
          <a:p>
            <a:pPr indent="-406400" lvl="0" marL="457200" marR="0" rtl="0" algn="l">
              <a:lnSpc>
                <a:spcPct val="115000"/>
              </a:lnSpc>
              <a:spcBef>
                <a:spcPts val="0"/>
              </a:spcBef>
              <a:spcAft>
                <a:spcPts val="0"/>
              </a:spcAft>
              <a:buClr>
                <a:schemeClr val="dk1"/>
              </a:buClr>
              <a:buSzPts val="2800"/>
              <a:buFont typeface="Lexend"/>
              <a:buChar char="●"/>
            </a:pPr>
            <a:r>
              <a:rPr lang="en-US" sz="2800">
                <a:solidFill>
                  <a:schemeClr val="dk1"/>
                </a:solidFill>
                <a:latin typeface="Lexend"/>
                <a:ea typeface="Lexend"/>
                <a:cs typeface="Lexend"/>
                <a:sym typeface="Lexend"/>
              </a:rPr>
              <a:t>Keywords that control the visibility and accessibility of classes, methods, and fields</a:t>
            </a:r>
            <a:endParaRPr sz="2800">
              <a:solidFill>
                <a:schemeClr val="dk1"/>
              </a:solidFill>
              <a:latin typeface="Lexend"/>
              <a:ea typeface="Lexend"/>
              <a:cs typeface="Lexend"/>
              <a:sym typeface="Lexend"/>
            </a:endParaRPr>
          </a:p>
          <a:p>
            <a:pPr indent="-406400" lvl="0" marL="457200" marR="0" rtl="0" algn="l">
              <a:lnSpc>
                <a:spcPct val="115000"/>
              </a:lnSpc>
              <a:spcBef>
                <a:spcPts val="0"/>
              </a:spcBef>
              <a:spcAft>
                <a:spcPts val="0"/>
              </a:spcAft>
              <a:buClr>
                <a:schemeClr val="dk1"/>
              </a:buClr>
              <a:buSzPts val="2800"/>
              <a:buFont typeface="Lexend"/>
              <a:buChar char="●"/>
            </a:pPr>
            <a:r>
              <a:rPr lang="en-US" sz="2800">
                <a:solidFill>
                  <a:schemeClr val="dk1"/>
                </a:solidFill>
                <a:latin typeface="Lexend"/>
                <a:ea typeface="Lexend"/>
                <a:cs typeface="Lexend"/>
                <a:sym typeface="Lexend"/>
              </a:rPr>
              <a:t>**Show example of keywords used with classes, methods, fields</a:t>
            </a:r>
            <a:endParaRPr sz="2800">
              <a:solidFill>
                <a:schemeClr val="dk1"/>
              </a:solidFill>
              <a:latin typeface="Lexend"/>
              <a:ea typeface="Lexend"/>
              <a:cs typeface="Lexend"/>
              <a:sym typeface="Lexen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g39a15f9354c_0_8"/>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Advanced</a:t>
            </a:r>
            <a:endParaRPr sz="1200">
              <a:latin typeface="IBM Plex Sans"/>
              <a:ea typeface="IBM Plex Sans"/>
              <a:cs typeface="IBM Plex Sans"/>
              <a:sym typeface="IBM Plex Sans"/>
            </a:endParaRPr>
          </a:p>
        </p:txBody>
      </p:sp>
      <p:cxnSp>
        <p:nvCxnSpPr>
          <p:cNvPr id="125" name="Google Shape;125;g39a15f9354c_0_8"/>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126" name="Google Shape;126;g39a15f9354c_0_8"/>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0"/>
              </a:spcBef>
              <a:spcAft>
                <a:spcPts val="0"/>
              </a:spcAft>
              <a:buClr>
                <a:srgbClr val="9B1D23"/>
              </a:buClr>
              <a:buSzPct val="124209"/>
              <a:buFont typeface="Arial Black"/>
              <a:buNone/>
            </a:pPr>
            <a:r>
              <a:rPr lang="en-US"/>
              <a:t>Four Access Modifiers</a:t>
            </a:r>
            <a:endParaRPr b="1" i="0" sz="4267" u="none" cap="none" strike="noStrike">
              <a:solidFill>
                <a:srgbClr val="9B1D23"/>
              </a:solidFill>
              <a:latin typeface="Arial Black"/>
              <a:ea typeface="Arial Black"/>
              <a:cs typeface="Arial Black"/>
              <a:sym typeface="Arial Black"/>
            </a:endParaRPr>
          </a:p>
        </p:txBody>
      </p:sp>
      <p:sp>
        <p:nvSpPr>
          <p:cNvPr id="127" name="Google Shape;127;g39a15f9354c_0_8"/>
          <p:cNvSpPr txBox="1"/>
          <p:nvPr/>
        </p:nvSpPr>
        <p:spPr>
          <a:xfrm>
            <a:off x="517400" y="1764525"/>
            <a:ext cx="10150500" cy="2102700"/>
          </a:xfrm>
          <a:prstGeom prst="rect">
            <a:avLst/>
          </a:prstGeom>
          <a:noFill/>
          <a:ln>
            <a:noFill/>
          </a:ln>
        </p:spPr>
        <p:txBody>
          <a:bodyPr anchorCtr="0" anchor="t" bIns="91425" lIns="91425" spcFirstLastPara="1" rIns="91425" wrap="square" tIns="91425">
            <a:spAutoFit/>
          </a:bodyPr>
          <a:lstStyle/>
          <a:p>
            <a:pPr indent="-406400" lvl="0" marL="457200" marR="0" rtl="0" algn="l">
              <a:lnSpc>
                <a:spcPct val="115000"/>
              </a:lnSpc>
              <a:spcBef>
                <a:spcPts val="0"/>
              </a:spcBef>
              <a:spcAft>
                <a:spcPts val="0"/>
              </a:spcAft>
              <a:buClr>
                <a:schemeClr val="dk1"/>
              </a:buClr>
              <a:buSzPts val="2800"/>
              <a:buFont typeface="Lexend"/>
              <a:buAutoNum type="arabicPeriod"/>
            </a:pPr>
            <a:r>
              <a:rPr lang="en-US" sz="2800">
                <a:solidFill>
                  <a:schemeClr val="dk1"/>
                </a:solidFill>
                <a:latin typeface="Lexend"/>
                <a:ea typeface="Lexend"/>
                <a:cs typeface="Lexend"/>
                <a:sym typeface="Lexend"/>
              </a:rPr>
              <a:t>Public</a:t>
            </a:r>
            <a:endParaRPr sz="2800">
              <a:solidFill>
                <a:schemeClr val="dk1"/>
              </a:solidFill>
              <a:latin typeface="Lexend"/>
              <a:ea typeface="Lexend"/>
              <a:cs typeface="Lexend"/>
              <a:sym typeface="Lexend"/>
            </a:endParaRPr>
          </a:p>
          <a:p>
            <a:pPr indent="-406400" lvl="0" marL="457200" marR="0" rtl="0" algn="l">
              <a:lnSpc>
                <a:spcPct val="115000"/>
              </a:lnSpc>
              <a:spcBef>
                <a:spcPts val="0"/>
              </a:spcBef>
              <a:spcAft>
                <a:spcPts val="0"/>
              </a:spcAft>
              <a:buClr>
                <a:schemeClr val="dk1"/>
              </a:buClr>
              <a:buSzPts val="2800"/>
              <a:buFont typeface="Lexend"/>
              <a:buAutoNum type="arabicPeriod"/>
            </a:pPr>
            <a:r>
              <a:rPr lang="en-US" sz="2800">
                <a:solidFill>
                  <a:schemeClr val="dk1"/>
                </a:solidFill>
                <a:latin typeface="Lexend"/>
                <a:ea typeface="Lexend"/>
                <a:cs typeface="Lexend"/>
                <a:sym typeface="Lexend"/>
              </a:rPr>
              <a:t>Private</a:t>
            </a:r>
            <a:endParaRPr sz="2800">
              <a:solidFill>
                <a:schemeClr val="dk1"/>
              </a:solidFill>
              <a:latin typeface="Lexend"/>
              <a:ea typeface="Lexend"/>
              <a:cs typeface="Lexend"/>
              <a:sym typeface="Lexend"/>
            </a:endParaRPr>
          </a:p>
          <a:p>
            <a:pPr indent="-406400" lvl="0" marL="457200" marR="0" rtl="0" algn="l">
              <a:lnSpc>
                <a:spcPct val="115000"/>
              </a:lnSpc>
              <a:spcBef>
                <a:spcPts val="0"/>
              </a:spcBef>
              <a:spcAft>
                <a:spcPts val="0"/>
              </a:spcAft>
              <a:buClr>
                <a:schemeClr val="dk1"/>
              </a:buClr>
              <a:buSzPts val="2800"/>
              <a:buFont typeface="Lexend"/>
              <a:buAutoNum type="arabicPeriod"/>
            </a:pPr>
            <a:r>
              <a:rPr lang="en-US" sz="2800">
                <a:solidFill>
                  <a:schemeClr val="dk1"/>
                </a:solidFill>
                <a:latin typeface="Lexend"/>
                <a:ea typeface="Lexend"/>
                <a:cs typeface="Lexend"/>
                <a:sym typeface="Lexend"/>
              </a:rPr>
              <a:t>Protected</a:t>
            </a:r>
            <a:endParaRPr sz="2800">
              <a:solidFill>
                <a:schemeClr val="dk1"/>
              </a:solidFill>
              <a:latin typeface="Lexend"/>
              <a:ea typeface="Lexend"/>
              <a:cs typeface="Lexend"/>
              <a:sym typeface="Lexend"/>
            </a:endParaRPr>
          </a:p>
          <a:p>
            <a:pPr indent="-406400" lvl="0" marL="457200" marR="0" rtl="0" algn="l">
              <a:lnSpc>
                <a:spcPct val="115000"/>
              </a:lnSpc>
              <a:spcBef>
                <a:spcPts val="0"/>
              </a:spcBef>
              <a:spcAft>
                <a:spcPts val="0"/>
              </a:spcAft>
              <a:buClr>
                <a:schemeClr val="dk1"/>
              </a:buClr>
              <a:buSzPts val="2800"/>
              <a:buFont typeface="Lexend"/>
              <a:buAutoNum type="arabicPeriod"/>
            </a:pPr>
            <a:r>
              <a:rPr lang="en-US" sz="2800">
                <a:solidFill>
                  <a:schemeClr val="dk1"/>
                </a:solidFill>
                <a:latin typeface="Lexend"/>
                <a:ea typeface="Lexend"/>
                <a:cs typeface="Lexend"/>
                <a:sym typeface="Lexend"/>
              </a:rPr>
              <a:t>Default</a:t>
            </a:r>
            <a:endParaRPr sz="2800">
              <a:solidFill>
                <a:schemeClr val="dk1"/>
              </a:solidFill>
              <a:latin typeface="Lexend"/>
              <a:ea typeface="Lexend"/>
              <a:cs typeface="Lexend"/>
              <a:sym typeface="Lexen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g39a15f9354c_0_16"/>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Advanced</a:t>
            </a:r>
            <a:endParaRPr sz="1200">
              <a:latin typeface="IBM Plex Sans"/>
              <a:ea typeface="IBM Plex Sans"/>
              <a:cs typeface="IBM Plex Sans"/>
              <a:sym typeface="IBM Plex Sans"/>
            </a:endParaRPr>
          </a:p>
        </p:txBody>
      </p:sp>
      <p:cxnSp>
        <p:nvCxnSpPr>
          <p:cNvPr id="134" name="Google Shape;134;g39a15f9354c_0_16"/>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135" name="Google Shape;135;g39a15f9354c_0_16"/>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0"/>
              </a:spcBef>
              <a:spcAft>
                <a:spcPts val="0"/>
              </a:spcAft>
              <a:buClr>
                <a:srgbClr val="9B1D23"/>
              </a:buClr>
              <a:buSzPct val="124209"/>
              <a:buFont typeface="Arial Black"/>
              <a:buNone/>
            </a:pPr>
            <a:r>
              <a:rPr lang="en-US"/>
              <a:t>Public</a:t>
            </a:r>
            <a:endParaRPr b="1" i="0" sz="4267" u="none" cap="none" strike="noStrike">
              <a:solidFill>
                <a:srgbClr val="9B1D23"/>
              </a:solidFill>
              <a:latin typeface="Arial Black"/>
              <a:ea typeface="Arial Black"/>
              <a:cs typeface="Arial Black"/>
              <a:sym typeface="Arial Black"/>
            </a:endParaRPr>
          </a:p>
        </p:txBody>
      </p:sp>
      <p:sp>
        <p:nvSpPr>
          <p:cNvPr id="136" name="Google Shape;136;g39a15f9354c_0_16"/>
          <p:cNvSpPr txBox="1"/>
          <p:nvPr/>
        </p:nvSpPr>
        <p:spPr>
          <a:xfrm>
            <a:off x="517400" y="1764525"/>
            <a:ext cx="10150500" cy="2598300"/>
          </a:xfrm>
          <a:prstGeom prst="rect">
            <a:avLst/>
          </a:prstGeom>
          <a:noFill/>
          <a:ln>
            <a:noFill/>
          </a:ln>
        </p:spPr>
        <p:txBody>
          <a:bodyPr anchorCtr="0" anchor="t" bIns="91425" lIns="91425" spcFirstLastPara="1" rIns="91425" wrap="square" tIns="91425">
            <a:spAutoFit/>
          </a:bodyPr>
          <a:lstStyle/>
          <a:p>
            <a:pPr indent="-406400" lvl="0" marL="457200" marR="0" rtl="0" algn="l">
              <a:lnSpc>
                <a:spcPct val="115000"/>
              </a:lnSpc>
              <a:spcBef>
                <a:spcPts val="0"/>
              </a:spcBef>
              <a:spcAft>
                <a:spcPts val="0"/>
              </a:spcAft>
              <a:buClr>
                <a:schemeClr val="dk1"/>
              </a:buClr>
              <a:buSzPts val="2800"/>
              <a:buFont typeface="Lexend"/>
              <a:buChar char="●"/>
            </a:pPr>
            <a:r>
              <a:rPr lang="en-US" sz="2800">
                <a:solidFill>
                  <a:schemeClr val="dk1"/>
                </a:solidFill>
                <a:latin typeface="Lexend"/>
                <a:ea typeface="Lexend"/>
                <a:cs typeface="Lexend"/>
                <a:sym typeface="Lexend"/>
              </a:rPr>
              <a:t>Accessible from any class or package</a:t>
            </a:r>
            <a:endParaRPr sz="2800">
              <a:solidFill>
                <a:schemeClr val="dk1"/>
              </a:solidFill>
              <a:latin typeface="Lexend"/>
              <a:ea typeface="Lexend"/>
              <a:cs typeface="Lexend"/>
              <a:sym typeface="Lexend"/>
            </a:endParaRPr>
          </a:p>
          <a:p>
            <a:pPr indent="-406400" lvl="0" marL="457200" marR="0" rtl="0" algn="l">
              <a:lnSpc>
                <a:spcPct val="115000"/>
              </a:lnSpc>
              <a:spcBef>
                <a:spcPts val="0"/>
              </a:spcBef>
              <a:spcAft>
                <a:spcPts val="0"/>
              </a:spcAft>
              <a:buClr>
                <a:schemeClr val="dk1"/>
              </a:buClr>
              <a:buSzPts val="2800"/>
              <a:buFont typeface="Lexend"/>
              <a:buChar char="●"/>
            </a:pPr>
            <a:r>
              <a:rPr lang="en-US" sz="2800">
                <a:solidFill>
                  <a:schemeClr val="dk1"/>
                </a:solidFill>
                <a:latin typeface="Lexend"/>
                <a:ea typeface="Lexend"/>
                <a:cs typeface="Lexend"/>
                <a:sym typeface="Lexend"/>
              </a:rPr>
              <a:t>Widest visibility</a:t>
            </a:r>
            <a:endParaRPr sz="2800">
              <a:solidFill>
                <a:schemeClr val="dk1"/>
              </a:solidFill>
              <a:latin typeface="Lexend"/>
              <a:ea typeface="Lexend"/>
              <a:cs typeface="Lexend"/>
              <a:sym typeface="Lexend"/>
            </a:endParaRPr>
          </a:p>
          <a:p>
            <a:pPr indent="-406400" lvl="0" marL="457200" marR="0" rtl="0" algn="l">
              <a:lnSpc>
                <a:spcPct val="115000"/>
              </a:lnSpc>
              <a:spcBef>
                <a:spcPts val="0"/>
              </a:spcBef>
              <a:spcAft>
                <a:spcPts val="0"/>
              </a:spcAft>
              <a:buClr>
                <a:schemeClr val="dk1"/>
              </a:buClr>
              <a:buSzPts val="2800"/>
              <a:buFont typeface="Lexend"/>
              <a:buChar char="●"/>
            </a:pPr>
            <a:r>
              <a:rPr lang="en-US" sz="2800">
                <a:solidFill>
                  <a:schemeClr val="dk1"/>
                </a:solidFill>
                <a:latin typeface="Lexend"/>
                <a:ea typeface="Lexend"/>
                <a:cs typeface="Lexend"/>
                <a:sym typeface="Lexend"/>
              </a:rPr>
              <a:t>Used for classes, methods, or variables that are meant to be accessed publicly (with respect to the pillars of OOP)</a:t>
            </a:r>
            <a:endParaRPr sz="2800">
              <a:solidFill>
                <a:schemeClr val="dk1"/>
              </a:solidFill>
              <a:latin typeface="Lexend"/>
              <a:ea typeface="Lexend"/>
              <a:cs typeface="Lexend"/>
              <a:sym typeface="Lexen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g39a15f9354c_0_24"/>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Advanced</a:t>
            </a:r>
            <a:endParaRPr sz="1200">
              <a:latin typeface="IBM Plex Sans"/>
              <a:ea typeface="IBM Plex Sans"/>
              <a:cs typeface="IBM Plex Sans"/>
              <a:sym typeface="IBM Plex Sans"/>
            </a:endParaRPr>
          </a:p>
        </p:txBody>
      </p:sp>
      <p:cxnSp>
        <p:nvCxnSpPr>
          <p:cNvPr id="143" name="Google Shape;143;g39a15f9354c_0_24"/>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144" name="Google Shape;144;g39a15f9354c_0_24"/>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0"/>
              </a:spcBef>
              <a:spcAft>
                <a:spcPts val="0"/>
              </a:spcAft>
              <a:buClr>
                <a:srgbClr val="9B1D23"/>
              </a:buClr>
              <a:buSzPct val="124209"/>
              <a:buFont typeface="Arial Black"/>
              <a:buNone/>
            </a:pPr>
            <a:r>
              <a:rPr lang="en-US"/>
              <a:t>Private</a:t>
            </a:r>
            <a:endParaRPr b="1" i="0" sz="4267" u="none" cap="none" strike="noStrike">
              <a:solidFill>
                <a:srgbClr val="9B1D23"/>
              </a:solidFill>
              <a:latin typeface="Arial Black"/>
              <a:ea typeface="Arial Black"/>
              <a:cs typeface="Arial Black"/>
              <a:sym typeface="Arial Black"/>
            </a:endParaRPr>
          </a:p>
        </p:txBody>
      </p:sp>
      <p:sp>
        <p:nvSpPr>
          <p:cNvPr id="145" name="Google Shape;145;g39a15f9354c_0_24"/>
          <p:cNvSpPr txBox="1"/>
          <p:nvPr/>
        </p:nvSpPr>
        <p:spPr>
          <a:xfrm>
            <a:off x="517400" y="1764525"/>
            <a:ext cx="10150500" cy="1606800"/>
          </a:xfrm>
          <a:prstGeom prst="rect">
            <a:avLst/>
          </a:prstGeom>
          <a:noFill/>
          <a:ln>
            <a:noFill/>
          </a:ln>
        </p:spPr>
        <p:txBody>
          <a:bodyPr anchorCtr="0" anchor="t" bIns="91425" lIns="91425" spcFirstLastPara="1" rIns="91425" wrap="square" tIns="91425">
            <a:spAutoFit/>
          </a:bodyPr>
          <a:lstStyle/>
          <a:p>
            <a:pPr indent="-406400" lvl="0" marL="457200" marR="0" rtl="0" algn="l">
              <a:lnSpc>
                <a:spcPct val="115000"/>
              </a:lnSpc>
              <a:spcBef>
                <a:spcPts val="0"/>
              </a:spcBef>
              <a:spcAft>
                <a:spcPts val="0"/>
              </a:spcAft>
              <a:buClr>
                <a:schemeClr val="dk1"/>
              </a:buClr>
              <a:buSzPts val="2800"/>
              <a:buFont typeface="Lexend"/>
              <a:buChar char="●"/>
            </a:pPr>
            <a:r>
              <a:rPr lang="en-US" sz="2800">
                <a:solidFill>
                  <a:schemeClr val="dk1"/>
                </a:solidFill>
                <a:latin typeface="Lexend"/>
                <a:ea typeface="Lexend"/>
                <a:cs typeface="Lexend"/>
                <a:sym typeface="Lexend"/>
              </a:rPr>
              <a:t>Accessible only within the class</a:t>
            </a:r>
            <a:endParaRPr sz="2800">
              <a:solidFill>
                <a:schemeClr val="dk1"/>
              </a:solidFill>
              <a:latin typeface="Lexend"/>
              <a:ea typeface="Lexend"/>
              <a:cs typeface="Lexend"/>
              <a:sym typeface="Lexend"/>
            </a:endParaRPr>
          </a:p>
          <a:p>
            <a:pPr indent="-406400" lvl="0" marL="457200" marR="0" rtl="0" algn="l">
              <a:lnSpc>
                <a:spcPct val="115000"/>
              </a:lnSpc>
              <a:spcBef>
                <a:spcPts val="0"/>
              </a:spcBef>
              <a:spcAft>
                <a:spcPts val="0"/>
              </a:spcAft>
              <a:buClr>
                <a:schemeClr val="dk1"/>
              </a:buClr>
              <a:buSzPts val="2800"/>
              <a:buFont typeface="Lexend"/>
              <a:buChar char="●"/>
            </a:pPr>
            <a:r>
              <a:rPr lang="en-US" sz="2800">
                <a:solidFill>
                  <a:schemeClr val="dk1"/>
                </a:solidFill>
                <a:latin typeface="Lexend"/>
                <a:ea typeface="Lexend"/>
                <a:cs typeface="Lexend"/>
                <a:sym typeface="Lexend"/>
              </a:rPr>
              <a:t>Hide data that is not meant to be publicly accessible</a:t>
            </a:r>
            <a:endParaRPr sz="2800">
              <a:solidFill>
                <a:schemeClr val="dk1"/>
              </a:solidFill>
              <a:latin typeface="Lexend"/>
              <a:ea typeface="Lexend"/>
              <a:cs typeface="Lexend"/>
              <a:sym typeface="Lexend"/>
            </a:endParaRPr>
          </a:p>
          <a:p>
            <a:pPr indent="-406400" lvl="0" marL="457200" marR="0" rtl="0" algn="l">
              <a:lnSpc>
                <a:spcPct val="115000"/>
              </a:lnSpc>
              <a:spcBef>
                <a:spcPts val="0"/>
              </a:spcBef>
              <a:spcAft>
                <a:spcPts val="0"/>
              </a:spcAft>
              <a:buClr>
                <a:schemeClr val="dk1"/>
              </a:buClr>
              <a:buSzPts val="2800"/>
              <a:buFont typeface="Lexend"/>
              <a:buChar char="●"/>
            </a:pPr>
            <a:r>
              <a:rPr lang="en-US" sz="2800">
                <a:solidFill>
                  <a:schemeClr val="dk1"/>
                </a:solidFill>
                <a:latin typeface="Lexend"/>
                <a:ea typeface="Lexend"/>
                <a:cs typeface="Lexend"/>
                <a:sym typeface="Lexend"/>
              </a:rPr>
              <a:t>Or hide methods that contain internal logic</a:t>
            </a:r>
            <a:endParaRPr sz="2800">
              <a:solidFill>
                <a:schemeClr val="dk1"/>
              </a:solidFill>
              <a:latin typeface="Lexend"/>
              <a:ea typeface="Lexend"/>
              <a:cs typeface="Lexend"/>
              <a:sym typeface="Lexen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g39a15f9354c_0_32"/>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Advanced</a:t>
            </a:r>
            <a:endParaRPr sz="1200">
              <a:latin typeface="IBM Plex Sans"/>
              <a:ea typeface="IBM Plex Sans"/>
              <a:cs typeface="IBM Plex Sans"/>
              <a:sym typeface="IBM Plex Sans"/>
            </a:endParaRPr>
          </a:p>
        </p:txBody>
      </p:sp>
      <p:cxnSp>
        <p:nvCxnSpPr>
          <p:cNvPr id="152" name="Google Shape;152;g39a15f9354c_0_32"/>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153" name="Google Shape;153;g39a15f9354c_0_32"/>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0"/>
              </a:spcBef>
              <a:spcAft>
                <a:spcPts val="0"/>
              </a:spcAft>
              <a:buClr>
                <a:srgbClr val="9B1D23"/>
              </a:buClr>
              <a:buSzPct val="124209"/>
              <a:buFont typeface="Arial Black"/>
              <a:buNone/>
            </a:pPr>
            <a:r>
              <a:rPr lang="en-US"/>
              <a:t>Protected</a:t>
            </a:r>
            <a:endParaRPr b="1" i="0" sz="4267" u="none" cap="none" strike="noStrike">
              <a:solidFill>
                <a:srgbClr val="9B1D23"/>
              </a:solidFill>
              <a:latin typeface="Arial Black"/>
              <a:ea typeface="Arial Black"/>
              <a:cs typeface="Arial Black"/>
              <a:sym typeface="Arial Black"/>
            </a:endParaRPr>
          </a:p>
        </p:txBody>
      </p:sp>
      <p:sp>
        <p:nvSpPr>
          <p:cNvPr id="154" name="Google Shape;154;g39a15f9354c_0_32"/>
          <p:cNvSpPr txBox="1"/>
          <p:nvPr/>
        </p:nvSpPr>
        <p:spPr>
          <a:xfrm>
            <a:off x="517400" y="1764525"/>
            <a:ext cx="10150500" cy="2598300"/>
          </a:xfrm>
          <a:prstGeom prst="rect">
            <a:avLst/>
          </a:prstGeom>
          <a:noFill/>
          <a:ln>
            <a:noFill/>
          </a:ln>
        </p:spPr>
        <p:txBody>
          <a:bodyPr anchorCtr="0" anchor="t" bIns="91425" lIns="91425" spcFirstLastPara="1" rIns="91425" wrap="square" tIns="91425">
            <a:spAutoFit/>
          </a:bodyPr>
          <a:lstStyle/>
          <a:p>
            <a:pPr indent="-406400" lvl="0" marL="457200" marR="0" rtl="0" algn="l">
              <a:lnSpc>
                <a:spcPct val="115000"/>
              </a:lnSpc>
              <a:spcBef>
                <a:spcPts val="0"/>
              </a:spcBef>
              <a:spcAft>
                <a:spcPts val="0"/>
              </a:spcAft>
              <a:buClr>
                <a:schemeClr val="dk1"/>
              </a:buClr>
              <a:buSzPts val="2800"/>
              <a:buFont typeface="Lexend"/>
              <a:buChar char="●"/>
            </a:pPr>
            <a:r>
              <a:rPr lang="en-US" sz="2800">
                <a:solidFill>
                  <a:schemeClr val="dk1"/>
                </a:solidFill>
                <a:latin typeface="Lexend"/>
                <a:ea typeface="Lexend"/>
                <a:cs typeface="Lexend"/>
                <a:sym typeface="Lexend"/>
              </a:rPr>
              <a:t>Accessible within the subclass and classes within the same package.</a:t>
            </a:r>
            <a:endParaRPr sz="2800">
              <a:solidFill>
                <a:schemeClr val="dk1"/>
              </a:solidFill>
              <a:latin typeface="Lexend"/>
              <a:ea typeface="Lexend"/>
              <a:cs typeface="Lexend"/>
              <a:sym typeface="Lexend"/>
            </a:endParaRPr>
          </a:p>
          <a:p>
            <a:pPr indent="-406400" lvl="0" marL="457200" marR="0" rtl="0" algn="l">
              <a:lnSpc>
                <a:spcPct val="115000"/>
              </a:lnSpc>
              <a:spcBef>
                <a:spcPts val="0"/>
              </a:spcBef>
              <a:spcAft>
                <a:spcPts val="0"/>
              </a:spcAft>
              <a:buClr>
                <a:schemeClr val="dk1"/>
              </a:buClr>
              <a:buSzPts val="2800"/>
              <a:buFont typeface="Lexend"/>
              <a:buChar char="●"/>
            </a:pPr>
            <a:r>
              <a:rPr lang="en-US" sz="2800">
                <a:solidFill>
                  <a:schemeClr val="dk1"/>
                </a:solidFill>
                <a:latin typeface="Lexend"/>
                <a:ea typeface="Lexend"/>
                <a:cs typeface="Lexend"/>
                <a:sym typeface="Lexend"/>
              </a:rPr>
              <a:t>Used to provide limited visibility for subclasses </a:t>
            </a:r>
            <a:endParaRPr sz="2800">
              <a:solidFill>
                <a:schemeClr val="dk1"/>
              </a:solidFill>
              <a:latin typeface="Lexend"/>
              <a:ea typeface="Lexend"/>
              <a:cs typeface="Lexend"/>
              <a:sym typeface="Lexend"/>
            </a:endParaRPr>
          </a:p>
          <a:p>
            <a:pPr indent="-406400" lvl="0" marL="457200" marR="0" rtl="0" algn="l">
              <a:lnSpc>
                <a:spcPct val="115000"/>
              </a:lnSpc>
              <a:spcBef>
                <a:spcPts val="0"/>
              </a:spcBef>
              <a:spcAft>
                <a:spcPts val="0"/>
              </a:spcAft>
              <a:buClr>
                <a:schemeClr val="dk1"/>
              </a:buClr>
              <a:buSzPts val="2800"/>
              <a:buFont typeface="Lexend"/>
              <a:buChar char="●"/>
            </a:pPr>
            <a:r>
              <a:rPr lang="en-US" sz="2800">
                <a:solidFill>
                  <a:schemeClr val="dk1"/>
                </a:solidFill>
                <a:latin typeface="Lexend"/>
                <a:ea typeface="Lexend"/>
                <a:cs typeface="Lexend"/>
                <a:sym typeface="Lexend"/>
              </a:rPr>
              <a:t>More appropriate for inheritance as it allows subclasses to inherit the fields.</a:t>
            </a:r>
            <a:endParaRPr sz="2800">
              <a:solidFill>
                <a:schemeClr val="dk1"/>
              </a:solidFill>
              <a:latin typeface="Lexend"/>
              <a:ea typeface="Lexend"/>
              <a:cs typeface="Lexend"/>
              <a:sym typeface="Lexen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g39a15f9354c_0_40"/>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Advanced</a:t>
            </a:r>
            <a:endParaRPr sz="1200">
              <a:latin typeface="IBM Plex Sans"/>
              <a:ea typeface="IBM Plex Sans"/>
              <a:cs typeface="IBM Plex Sans"/>
              <a:sym typeface="IBM Plex Sans"/>
            </a:endParaRPr>
          </a:p>
        </p:txBody>
      </p:sp>
      <p:cxnSp>
        <p:nvCxnSpPr>
          <p:cNvPr id="161" name="Google Shape;161;g39a15f9354c_0_40"/>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162" name="Google Shape;162;g39a15f9354c_0_40"/>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0"/>
              </a:spcBef>
              <a:spcAft>
                <a:spcPts val="0"/>
              </a:spcAft>
              <a:buClr>
                <a:srgbClr val="9B1D23"/>
              </a:buClr>
              <a:buSzPct val="124209"/>
              <a:buFont typeface="Arial Black"/>
              <a:buNone/>
            </a:pPr>
            <a:r>
              <a:rPr lang="en-US"/>
              <a:t>Default</a:t>
            </a:r>
            <a:endParaRPr/>
          </a:p>
        </p:txBody>
      </p:sp>
      <p:sp>
        <p:nvSpPr>
          <p:cNvPr id="163" name="Google Shape;163;g39a15f9354c_0_40"/>
          <p:cNvSpPr txBox="1"/>
          <p:nvPr/>
        </p:nvSpPr>
        <p:spPr>
          <a:xfrm>
            <a:off x="517400" y="1764525"/>
            <a:ext cx="10150500" cy="1111200"/>
          </a:xfrm>
          <a:prstGeom prst="rect">
            <a:avLst/>
          </a:prstGeom>
          <a:noFill/>
          <a:ln>
            <a:noFill/>
          </a:ln>
        </p:spPr>
        <p:txBody>
          <a:bodyPr anchorCtr="0" anchor="t" bIns="91425" lIns="91425" spcFirstLastPara="1" rIns="91425" wrap="square" tIns="91425">
            <a:spAutoFit/>
          </a:bodyPr>
          <a:lstStyle/>
          <a:p>
            <a:pPr indent="-406400" lvl="0" marL="457200" marR="0" rtl="0" algn="l">
              <a:lnSpc>
                <a:spcPct val="115000"/>
              </a:lnSpc>
              <a:spcBef>
                <a:spcPts val="0"/>
              </a:spcBef>
              <a:spcAft>
                <a:spcPts val="0"/>
              </a:spcAft>
              <a:buClr>
                <a:schemeClr val="dk1"/>
              </a:buClr>
              <a:buSzPts val="2800"/>
              <a:buFont typeface="Lexend"/>
              <a:buChar char="●"/>
            </a:pPr>
            <a:r>
              <a:rPr lang="en-US" sz="2800">
                <a:solidFill>
                  <a:schemeClr val="dk1"/>
                </a:solidFill>
                <a:latin typeface="Lexend"/>
                <a:ea typeface="Lexend"/>
                <a:cs typeface="Lexend"/>
                <a:sym typeface="Lexend"/>
              </a:rPr>
              <a:t>If no keyword is provided, it will implicitly use ‘default’. Accessible by classes within the same package</a:t>
            </a:r>
            <a:endParaRPr b="0" i="0" sz="2800" u="none" cap="none" strike="noStrike">
              <a:solidFill>
                <a:schemeClr val="dk1"/>
              </a:solidFill>
              <a:latin typeface="Lexend"/>
              <a:ea typeface="Lexend"/>
              <a:cs typeface="Lexend"/>
              <a:sym typeface="Lexen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g39a15f9354c_0_64"/>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Advanced</a:t>
            </a:r>
            <a:endParaRPr sz="1200">
              <a:latin typeface="IBM Plex Sans"/>
              <a:ea typeface="IBM Plex Sans"/>
              <a:cs typeface="IBM Plex Sans"/>
              <a:sym typeface="IBM Plex Sans"/>
            </a:endParaRPr>
          </a:p>
        </p:txBody>
      </p:sp>
      <p:cxnSp>
        <p:nvCxnSpPr>
          <p:cNvPr id="170" name="Google Shape;170;g39a15f9354c_0_64"/>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171" name="Google Shape;171;g39a15f9354c_0_64"/>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0"/>
              </a:spcBef>
              <a:spcAft>
                <a:spcPts val="0"/>
              </a:spcAft>
              <a:buClr>
                <a:srgbClr val="9B1D23"/>
              </a:buClr>
              <a:buSzPct val="124209"/>
              <a:buFont typeface="Arial Black"/>
              <a:buNone/>
            </a:pPr>
            <a:r>
              <a:rPr lang="en-US"/>
              <a:t>Non-Access Modifiers</a:t>
            </a:r>
            <a:endParaRPr b="1" i="0" sz="4267" u="none" cap="none" strike="noStrike">
              <a:solidFill>
                <a:srgbClr val="9B1D23"/>
              </a:solidFill>
              <a:latin typeface="Arial Black"/>
              <a:ea typeface="Arial Black"/>
              <a:cs typeface="Arial Black"/>
              <a:sym typeface="Arial Black"/>
            </a:endParaRPr>
          </a:p>
        </p:txBody>
      </p:sp>
      <p:sp>
        <p:nvSpPr>
          <p:cNvPr id="172" name="Google Shape;172;g39a15f9354c_0_64"/>
          <p:cNvSpPr txBox="1"/>
          <p:nvPr/>
        </p:nvSpPr>
        <p:spPr>
          <a:xfrm>
            <a:off x="517400" y="1764525"/>
            <a:ext cx="10150500" cy="1111200"/>
          </a:xfrm>
          <a:prstGeom prst="rect">
            <a:avLst/>
          </a:prstGeom>
          <a:noFill/>
          <a:ln>
            <a:noFill/>
          </a:ln>
        </p:spPr>
        <p:txBody>
          <a:bodyPr anchorCtr="0" anchor="t" bIns="91425" lIns="91425" spcFirstLastPara="1" rIns="91425" wrap="square" tIns="91425">
            <a:spAutoFit/>
          </a:bodyPr>
          <a:lstStyle/>
          <a:p>
            <a:pPr indent="-406400" lvl="0" marL="457200" marR="0" rtl="0" algn="l">
              <a:lnSpc>
                <a:spcPct val="115000"/>
              </a:lnSpc>
              <a:spcBef>
                <a:spcPts val="0"/>
              </a:spcBef>
              <a:spcAft>
                <a:spcPts val="0"/>
              </a:spcAft>
              <a:buClr>
                <a:schemeClr val="dk1"/>
              </a:buClr>
              <a:buSzPts val="2800"/>
              <a:buFont typeface="Lexend"/>
              <a:buChar char="●"/>
            </a:pPr>
            <a:r>
              <a:rPr lang="en-US" sz="2800">
                <a:solidFill>
                  <a:schemeClr val="dk1"/>
                </a:solidFill>
                <a:latin typeface="Lexend"/>
                <a:ea typeface="Lexend"/>
                <a:cs typeface="Lexend"/>
                <a:sym typeface="Lexend"/>
              </a:rPr>
              <a:t>keywords that </a:t>
            </a:r>
            <a:r>
              <a:rPr lang="en-US" sz="2800">
                <a:solidFill>
                  <a:schemeClr val="dk1"/>
                </a:solidFill>
                <a:latin typeface="Lexend"/>
                <a:ea typeface="Lexend"/>
                <a:cs typeface="Lexend"/>
                <a:sym typeface="Lexend"/>
              </a:rPr>
              <a:t>provide a characteristic to a class, attribute or method</a:t>
            </a:r>
            <a:endParaRPr b="0" i="0" sz="2800" u="none" cap="none" strike="noStrike">
              <a:solidFill>
                <a:schemeClr val="dk1"/>
              </a:solidFill>
              <a:latin typeface="Lexend"/>
              <a:ea typeface="Lexend"/>
              <a:cs typeface="Lexend"/>
              <a:sym typeface="Lexen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39a15f9354c_0_48"/>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Advanced</a:t>
            </a:r>
            <a:endParaRPr sz="1200">
              <a:latin typeface="IBM Plex Sans"/>
              <a:ea typeface="IBM Plex Sans"/>
              <a:cs typeface="IBM Plex Sans"/>
              <a:sym typeface="IBM Plex Sans"/>
            </a:endParaRPr>
          </a:p>
        </p:txBody>
      </p:sp>
      <p:cxnSp>
        <p:nvCxnSpPr>
          <p:cNvPr id="179" name="Google Shape;179;g39a15f9354c_0_48"/>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180" name="Google Shape;180;g39a15f9354c_0_48"/>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0"/>
              </a:spcBef>
              <a:spcAft>
                <a:spcPts val="0"/>
              </a:spcAft>
              <a:buClr>
                <a:srgbClr val="9B1D23"/>
              </a:buClr>
              <a:buSzPct val="124209"/>
              <a:buFont typeface="Arial Black"/>
              <a:buNone/>
            </a:pPr>
            <a:r>
              <a:rPr lang="en-US"/>
              <a:t>Non-Access Modifiers</a:t>
            </a:r>
            <a:endParaRPr b="1" i="0" sz="4267" u="none" cap="none" strike="noStrike">
              <a:solidFill>
                <a:srgbClr val="9B1D23"/>
              </a:solidFill>
              <a:latin typeface="Arial Black"/>
              <a:ea typeface="Arial Black"/>
              <a:cs typeface="Arial Black"/>
              <a:sym typeface="Arial Black"/>
            </a:endParaRPr>
          </a:p>
        </p:txBody>
      </p:sp>
      <p:sp>
        <p:nvSpPr>
          <p:cNvPr id="181" name="Google Shape;181;g39a15f9354c_0_48"/>
          <p:cNvSpPr txBox="1"/>
          <p:nvPr/>
        </p:nvSpPr>
        <p:spPr>
          <a:xfrm>
            <a:off x="517400" y="1764525"/>
            <a:ext cx="10150500" cy="2598300"/>
          </a:xfrm>
          <a:prstGeom prst="rect">
            <a:avLst/>
          </a:prstGeom>
          <a:noFill/>
          <a:ln>
            <a:noFill/>
          </a:ln>
        </p:spPr>
        <p:txBody>
          <a:bodyPr anchorCtr="0" anchor="t" bIns="91425" lIns="91425" spcFirstLastPara="1" rIns="91425" wrap="square" tIns="91425">
            <a:spAutoFit/>
          </a:bodyPr>
          <a:lstStyle/>
          <a:p>
            <a:pPr indent="-406400" lvl="0" marL="457200" marR="0" rtl="0" algn="l">
              <a:lnSpc>
                <a:spcPct val="115000"/>
              </a:lnSpc>
              <a:spcBef>
                <a:spcPts val="0"/>
              </a:spcBef>
              <a:spcAft>
                <a:spcPts val="0"/>
              </a:spcAft>
              <a:buClr>
                <a:schemeClr val="dk1"/>
              </a:buClr>
              <a:buSzPts val="2800"/>
              <a:buFont typeface="Lexend"/>
              <a:buAutoNum type="arabicPeriod"/>
            </a:pPr>
            <a:r>
              <a:rPr lang="en-US" sz="2800">
                <a:solidFill>
                  <a:schemeClr val="dk1"/>
                </a:solidFill>
                <a:latin typeface="Lexend"/>
                <a:ea typeface="Lexend"/>
                <a:cs typeface="Lexend"/>
                <a:sym typeface="Lexend"/>
              </a:rPr>
              <a:t>static</a:t>
            </a:r>
            <a:endParaRPr sz="2800">
              <a:solidFill>
                <a:schemeClr val="dk1"/>
              </a:solidFill>
              <a:latin typeface="Lexend"/>
              <a:ea typeface="Lexend"/>
              <a:cs typeface="Lexend"/>
              <a:sym typeface="Lexend"/>
            </a:endParaRPr>
          </a:p>
          <a:p>
            <a:pPr indent="-406400" lvl="0" marL="457200" marR="0" rtl="0" algn="l">
              <a:lnSpc>
                <a:spcPct val="115000"/>
              </a:lnSpc>
              <a:spcBef>
                <a:spcPts val="0"/>
              </a:spcBef>
              <a:spcAft>
                <a:spcPts val="0"/>
              </a:spcAft>
              <a:buClr>
                <a:schemeClr val="dk1"/>
              </a:buClr>
              <a:buSzPts val="2800"/>
              <a:buFont typeface="Lexend"/>
              <a:buAutoNum type="arabicPeriod"/>
            </a:pPr>
            <a:r>
              <a:rPr lang="en-US" sz="2800">
                <a:solidFill>
                  <a:schemeClr val="dk1"/>
                </a:solidFill>
                <a:latin typeface="Lexend"/>
                <a:ea typeface="Lexend"/>
                <a:cs typeface="Lexend"/>
                <a:sym typeface="Lexend"/>
              </a:rPr>
              <a:t>final</a:t>
            </a:r>
            <a:endParaRPr sz="2800">
              <a:solidFill>
                <a:schemeClr val="dk1"/>
              </a:solidFill>
              <a:latin typeface="Lexend"/>
              <a:ea typeface="Lexend"/>
              <a:cs typeface="Lexend"/>
              <a:sym typeface="Lexend"/>
            </a:endParaRPr>
          </a:p>
          <a:p>
            <a:pPr indent="-406400" lvl="0" marL="457200" marR="0" rtl="0" algn="l">
              <a:lnSpc>
                <a:spcPct val="115000"/>
              </a:lnSpc>
              <a:spcBef>
                <a:spcPts val="0"/>
              </a:spcBef>
              <a:spcAft>
                <a:spcPts val="0"/>
              </a:spcAft>
              <a:buClr>
                <a:schemeClr val="dk1"/>
              </a:buClr>
              <a:buSzPts val="2800"/>
              <a:buFont typeface="Lexend"/>
              <a:buAutoNum type="arabicPeriod"/>
            </a:pPr>
            <a:r>
              <a:rPr lang="en-US" sz="2800">
                <a:solidFill>
                  <a:schemeClr val="dk1"/>
                </a:solidFill>
                <a:latin typeface="Lexend"/>
                <a:ea typeface="Lexend"/>
                <a:cs typeface="Lexend"/>
                <a:sym typeface="Lexend"/>
              </a:rPr>
              <a:t>abstract</a:t>
            </a:r>
            <a:endParaRPr sz="2800">
              <a:solidFill>
                <a:schemeClr val="dk1"/>
              </a:solidFill>
              <a:latin typeface="Lexend"/>
              <a:ea typeface="Lexend"/>
              <a:cs typeface="Lexend"/>
              <a:sym typeface="Lexend"/>
            </a:endParaRPr>
          </a:p>
          <a:p>
            <a:pPr indent="-406400" lvl="0" marL="457200" marR="0" rtl="0" algn="l">
              <a:lnSpc>
                <a:spcPct val="115000"/>
              </a:lnSpc>
              <a:spcBef>
                <a:spcPts val="0"/>
              </a:spcBef>
              <a:spcAft>
                <a:spcPts val="0"/>
              </a:spcAft>
              <a:buClr>
                <a:schemeClr val="dk1"/>
              </a:buClr>
              <a:buSzPts val="2800"/>
              <a:buFont typeface="Lexend"/>
              <a:buAutoNum type="arabicPeriod"/>
            </a:pPr>
            <a:r>
              <a:rPr lang="en-US" sz="2800">
                <a:solidFill>
                  <a:schemeClr val="dk1"/>
                </a:solidFill>
                <a:latin typeface="Lexend"/>
                <a:ea typeface="Lexend"/>
                <a:cs typeface="Lexend"/>
                <a:sym typeface="Lexend"/>
              </a:rPr>
              <a:t>synchronized</a:t>
            </a:r>
            <a:endParaRPr sz="2800">
              <a:solidFill>
                <a:schemeClr val="dk1"/>
              </a:solidFill>
              <a:latin typeface="Lexend"/>
              <a:ea typeface="Lexend"/>
              <a:cs typeface="Lexend"/>
              <a:sym typeface="Lexend"/>
            </a:endParaRPr>
          </a:p>
          <a:p>
            <a:pPr indent="-406400" lvl="0" marL="457200" marR="0" rtl="0" algn="l">
              <a:lnSpc>
                <a:spcPct val="115000"/>
              </a:lnSpc>
              <a:spcBef>
                <a:spcPts val="0"/>
              </a:spcBef>
              <a:spcAft>
                <a:spcPts val="0"/>
              </a:spcAft>
              <a:buClr>
                <a:schemeClr val="dk1"/>
              </a:buClr>
              <a:buSzPts val="2800"/>
              <a:buFont typeface="Lexend"/>
              <a:buAutoNum type="arabicPeriod"/>
            </a:pPr>
            <a:r>
              <a:rPr lang="en-US" sz="2800">
                <a:solidFill>
                  <a:schemeClr val="dk1"/>
                </a:solidFill>
                <a:latin typeface="Lexend"/>
                <a:ea typeface="Lexend"/>
                <a:cs typeface="Lexend"/>
                <a:sym typeface="Lexend"/>
              </a:rPr>
              <a:t>volatile</a:t>
            </a:r>
            <a:endParaRPr sz="2800">
              <a:solidFill>
                <a:schemeClr val="dk1"/>
              </a:solidFill>
              <a:latin typeface="Lexend"/>
              <a:ea typeface="Lexend"/>
              <a:cs typeface="Lexend"/>
              <a:sym typeface="Lexen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g39a15f9354c_0_72"/>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Advanced</a:t>
            </a:r>
            <a:endParaRPr sz="1200">
              <a:latin typeface="IBM Plex Sans"/>
              <a:ea typeface="IBM Plex Sans"/>
              <a:cs typeface="IBM Plex Sans"/>
              <a:sym typeface="IBM Plex Sans"/>
            </a:endParaRPr>
          </a:p>
        </p:txBody>
      </p:sp>
      <p:cxnSp>
        <p:nvCxnSpPr>
          <p:cNvPr id="188" name="Google Shape;188;g39a15f9354c_0_72"/>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189" name="Google Shape;189;g39a15f9354c_0_72"/>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0"/>
              </a:spcBef>
              <a:spcAft>
                <a:spcPts val="0"/>
              </a:spcAft>
              <a:buClr>
                <a:srgbClr val="9B1D23"/>
              </a:buClr>
              <a:buSzPct val="124209"/>
              <a:buFont typeface="Arial Black"/>
              <a:buNone/>
            </a:pPr>
            <a:r>
              <a:rPr lang="en-US"/>
              <a:t>Non-Access Modifiers</a:t>
            </a:r>
            <a:endParaRPr b="1" i="0" sz="4267" u="none" cap="none" strike="noStrike">
              <a:solidFill>
                <a:srgbClr val="9B1D23"/>
              </a:solidFill>
              <a:latin typeface="Arial Black"/>
              <a:ea typeface="Arial Black"/>
              <a:cs typeface="Arial Black"/>
              <a:sym typeface="Arial Black"/>
            </a:endParaRPr>
          </a:p>
        </p:txBody>
      </p:sp>
      <p:sp>
        <p:nvSpPr>
          <p:cNvPr id="190" name="Google Shape;190;g39a15f9354c_0_72"/>
          <p:cNvSpPr txBox="1"/>
          <p:nvPr/>
        </p:nvSpPr>
        <p:spPr>
          <a:xfrm>
            <a:off x="517400" y="1764525"/>
            <a:ext cx="10150500" cy="1111200"/>
          </a:xfrm>
          <a:prstGeom prst="rect">
            <a:avLst/>
          </a:prstGeom>
          <a:noFill/>
          <a:ln>
            <a:noFill/>
          </a:ln>
        </p:spPr>
        <p:txBody>
          <a:bodyPr anchorCtr="0" anchor="t" bIns="91425" lIns="91425" spcFirstLastPara="1" rIns="91425" wrap="square" tIns="91425">
            <a:spAutoFit/>
          </a:bodyPr>
          <a:lstStyle/>
          <a:p>
            <a:pPr indent="-406400" lvl="0" marL="457200" marR="0" rtl="0" algn="l">
              <a:lnSpc>
                <a:spcPct val="115000"/>
              </a:lnSpc>
              <a:spcBef>
                <a:spcPts val="0"/>
              </a:spcBef>
              <a:spcAft>
                <a:spcPts val="0"/>
              </a:spcAft>
              <a:buClr>
                <a:schemeClr val="dk1"/>
              </a:buClr>
              <a:buSzPts val="2800"/>
              <a:buFont typeface="Lexend"/>
              <a:buAutoNum type="arabicPeriod"/>
            </a:pPr>
            <a:r>
              <a:rPr lang="en-US" sz="2800">
                <a:solidFill>
                  <a:schemeClr val="dk1"/>
                </a:solidFill>
                <a:latin typeface="Lexend"/>
                <a:ea typeface="Lexend"/>
                <a:cs typeface="Lexend"/>
                <a:sym typeface="Lexend"/>
              </a:rPr>
              <a:t>//</a:t>
            </a:r>
            <a:endParaRPr sz="2800">
              <a:solidFill>
                <a:schemeClr val="dk1"/>
              </a:solidFill>
              <a:latin typeface="Lexend"/>
              <a:ea typeface="Lexend"/>
              <a:cs typeface="Lexend"/>
              <a:sym typeface="Lexend"/>
            </a:endParaRPr>
          </a:p>
          <a:p>
            <a:pPr indent="-406400" lvl="0" marL="457200" marR="0" rtl="0" algn="l">
              <a:lnSpc>
                <a:spcPct val="115000"/>
              </a:lnSpc>
              <a:spcBef>
                <a:spcPts val="0"/>
              </a:spcBef>
              <a:spcAft>
                <a:spcPts val="0"/>
              </a:spcAft>
              <a:buClr>
                <a:schemeClr val="dk1"/>
              </a:buClr>
              <a:buSzPts val="2800"/>
              <a:buFont typeface="Lexend"/>
              <a:buAutoNum type="arabicPeriod"/>
            </a:pPr>
            <a:r>
              <a:t/>
            </a:r>
            <a:endParaRPr sz="2800">
              <a:solidFill>
                <a:schemeClr val="dk1"/>
              </a:solidFill>
              <a:latin typeface="Lexend"/>
              <a:ea typeface="Lexend"/>
              <a:cs typeface="Lexend"/>
              <a:sym typeface="Lexen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g39a15f9354c_0_56"/>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Advanced</a:t>
            </a:r>
            <a:endParaRPr sz="1200">
              <a:latin typeface="IBM Plex Sans"/>
              <a:ea typeface="IBM Plex Sans"/>
              <a:cs typeface="IBM Plex Sans"/>
              <a:sym typeface="IBM Plex Sans"/>
            </a:endParaRPr>
          </a:p>
        </p:txBody>
      </p:sp>
      <p:cxnSp>
        <p:nvCxnSpPr>
          <p:cNvPr id="197" name="Google Shape;197;g39a15f9354c_0_56"/>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198" name="Google Shape;198;g39a15f9354c_0_56"/>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0"/>
              </a:spcBef>
              <a:spcAft>
                <a:spcPts val="0"/>
              </a:spcAft>
              <a:buClr>
                <a:srgbClr val="9B1D23"/>
              </a:buClr>
              <a:buSzPct val="124209"/>
              <a:buFont typeface="Arial Black"/>
              <a:buNone/>
            </a:pPr>
            <a:r>
              <a:rPr lang="en-US"/>
              <a:t>Primitive Data Types</a:t>
            </a:r>
            <a:endParaRPr b="1" i="0" sz="4267" u="none" cap="none" strike="noStrike">
              <a:solidFill>
                <a:srgbClr val="9B1D23"/>
              </a:solidFill>
              <a:latin typeface="Arial Black"/>
              <a:ea typeface="Arial Black"/>
              <a:cs typeface="Arial Black"/>
              <a:sym typeface="Arial Black"/>
            </a:endParaRPr>
          </a:p>
        </p:txBody>
      </p:sp>
      <p:sp>
        <p:nvSpPr>
          <p:cNvPr id="199" name="Google Shape;199;g39a15f9354c_0_56"/>
          <p:cNvSpPr txBox="1"/>
          <p:nvPr/>
        </p:nvSpPr>
        <p:spPr>
          <a:xfrm>
            <a:off x="517400" y="1764525"/>
            <a:ext cx="10150500" cy="2598300"/>
          </a:xfrm>
          <a:prstGeom prst="rect">
            <a:avLst/>
          </a:prstGeom>
          <a:noFill/>
          <a:ln>
            <a:noFill/>
          </a:ln>
        </p:spPr>
        <p:txBody>
          <a:bodyPr anchorCtr="0" anchor="t" bIns="91425" lIns="91425" spcFirstLastPara="1" rIns="91425" wrap="square" tIns="91425">
            <a:spAutoFit/>
          </a:bodyPr>
          <a:lstStyle/>
          <a:p>
            <a:pPr indent="-406400" lvl="0" marL="457200" marR="0" rtl="0" algn="l">
              <a:lnSpc>
                <a:spcPct val="115000"/>
              </a:lnSpc>
              <a:spcBef>
                <a:spcPts val="0"/>
              </a:spcBef>
              <a:spcAft>
                <a:spcPts val="0"/>
              </a:spcAft>
              <a:buClr>
                <a:schemeClr val="dk1"/>
              </a:buClr>
              <a:buSzPts val="2800"/>
              <a:buFont typeface="Lexend"/>
              <a:buChar char="●"/>
            </a:pPr>
            <a:r>
              <a:rPr lang="en-US" sz="2800">
                <a:solidFill>
                  <a:schemeClr val="dk1"/>
                </a:solidFill>
                <a:latin typeface="Lexend"/>
                <a:ea typeface="Lexend"/>
                <a:cs typeface="Lexend"/>
                <a:sym typeface="Lexend"/>
              </a:rPr>
              <a:t>Data type that is part of the programming language</a:t>
            </a:r>
            <a:endParaRPr sz="2800">
              <a:solidFill>
                <a:schemeClr val="dk1"/>
              </a:solidFill>
              <a:latin typeface="Lexend"/>
              <a:ea typeface="Lexend"/>
              <a:cs typeface="Lexend"/>
              <a:sym typeface="Lexend"/>
            </a:endParaRPr>
          </a:p>
          <a:p>
            <a:pPr indent="-406400" lvl="0" marL="457200" marR="0" rtl="0" algn="l">
              <a:lnSpc>
                <a:spcPct val="115000"/>
              </a:lnSpc>
              <a:spcBef>
                <a:spcPts val="0"/>
              </a:spcBef>
              <a:spcAft>
                <a:spcPts val="0"/>
              </a:spcAft>
              <a:buClr>
                <a:schemeClr val="dk1"/>
              </a:buClr>
              <a:buSzPts val="2800"/>
              <a:buFont typeface="Lexend"/>
              <a:buChar char="●"/>
            </a:pPr>
            <a:r>
              <a:rPr lang="en-US" sz="2800">
                <a:solidFill>
                  <a:schemeClr val="dk1"/>
                </a:solidFill>
                <a:latin typeface="Lexend"/>
                <a:ea typeface="Lexend"/>
                <a:cs typeface="Lexend"/>
                <a:sym typeface="Lexend"/>
              </a:rPr>
              <a:t>Dictates what kind of value is stored within the variable</a:t>
            </a:r>
            <a:endParaRPr sz="2800">
              <a:solidFill>
                <a:schemeClr val="dk1"/>
              </a:solidFill>
              <a:latin typeface="Lexend"/>
              <a:ea typeface="Lexend"/>
              <a:cs typeface="Lexend"/>
              <a:sym typeface="Lexend"/>
            </a:endParaRPr>
          </a:p>
          <a:p>
            <a:pPr indent="-406400" lvl="0" marL="457200" marR="0" rtl="0" algn="l">
              <a:lnSpc>
                <a:spcPct val="115000"/>
              </a:lnSpc>
              <a:spcBef>
                <a:spcPts val="0"/>
              </a:spcBef>
              <a:spcAft>
                <a:spcPts val="0"/>
              </a:spcAft>
              <a:buClr>
                <a:schemeClr val="dk1"/>
              </a:buClr>
              <a:buSzPts val="2800"/>
              <a:buFont typeface="Lexend"/>
              <a:buChar char="●"/>
            </a:pPr>
            <a:r>
              <a:rPr lang="en-US" sz="2800">
                <a:solidFill>
                  <a:schemeClr val="dk1"/>
                </a:solidFill>
                <a:latin typeface="Lexend"/>
                <a:ea typeface="Lexend"/>
                <a:cs typeface="Lexend"/>
                <a:sym typeface="Lexend"/>
              </a:rPr>
              <a:t>Stores the data itself</a:t>
            </a:r>
            <a:endParaRPr sz="2800">
              <a:solidFill>
                <a:schemeClr val="dk1"/>
              </a:solidFill>
              <a:latin typeface="Lexend"/>
              <a:ea typeface="Lexend"/>
              <a:cs typeface="Lexend"/>
              <a:sym typeface="Lexend"/>
            </a:endParaRPr>
          </a:p>
          <a:p>
            <a:pPr indent="-406400" lvl="0" marL="457200" marR="0" rtl="0" algn="l">
              <a:lnSpc>
                <a:spcPct val="115000"/>
              </a:lnSpc>
              <a:spcBef>
                <a:spcPts val="0"/>
              </a:spcBef>
              <a:spcAft>
                <a:spcPts val="0"/>
              </a:spcAft>
              <a:buClr>
                <a:schemeClr val="dk1"/>
              </a:buClr>
              <a:buSzPts val="2800"/>
              <a:buFont typeface="Lexend"/>
              <a:buChar char="●"/>
            </a:pPr>
            <a:r>
              <a:rPr lang="en-US" sz="2800">
                <a:solidFill>
                  <a:schemeClr val="dk1"/>
                </a:solidFill>
                <a:latin typeface="Lexend"/>
                <a:ea typeface="Lexend"/>
                <a:cs typeface="Lexend"/>
                <a:sym typeface="Lexend"/>
              </a:rPr>
              <a:t>Default value of 0 (depending on the data type)</a:t>
            </a:r>
            <a:endParaRPr sz="2800">
              <a:solidFill>
                <a:schemeClr val="dk1"/>
              </a:solidFill>
              <a:latin typeface="Lexend"/>
              <a:ea typeface="Lexend"/>
              <a:cs typeface="Lexend"/>
              <a:sym typeface="Lexen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g39a15f9354c_0_80"/>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Advanced</a:t>
            </a:r>
            <a:endParaRPr sz="1200">
              <a:latin typeface="IBM Plex Sans"/>
              <a:ea typeface="IBM Plex Sans"/>
              <a:cs typeface="IBM Plex Sans"/>
              <a:sym typeface="IBM Plex Sans"/>
            </a:endParaRPr>
          </a:p>
        </p:txBody>
      </p:sp>
      <p:cxnSp>
        <p:nvCxnSpPr>
          <p:cNvPr id="206" name="Google Shape;206;g39a15f9354c_0_80"/>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207" name="Google Shape;207;g39a15f9354c_0_80"/>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0"/>
              </a:spcBef>
              <a:spcAft>
                <a:spcPts val="0"/>
              </a:spcAft>
              <a:buClr>
                <a:srgbClr val="9B1D23"/>
              </a:buClr>
              <a:buSzPct val="124209"/>
              <a:buFont typeface="Arial Black"/>
              <a:buNone/>
            </a:pPr>
            <a:r>
              <a:rPr lang="en-US"/>
              <a:t>Primitive Data Types</a:t>
            </a:r>
            <a:endParaRPr b="1" i="0" sz="4267" u="none" cap="none" strike="noStrike">
              <a:solidFill>
                <a:srgbClr val="9B1D23"/>
              </a:solidFill>
              <a:latin typeface="Arial Black"/>
              <a:ea typeface="Arial Black"/>
              <a:cs typeface="Arial Black"/>
              <a:sym typeface="Arial Black"/>
            </a:endParaRPr>
          </a:p>
        </p:txBody>
      </p:sp>
      <p:sp>
        <p:nvSpPr>
          <p:cNvPr id="208" name="Google Shape;208;g39a15f9354c_0_80"/>
          <p:cNvSpPr txBox="1"/>
          <p:nvPr/>
        </p:nvSpPr>
        <p:spPr>
          <a:xfrm>
            <a:off x="517400" y="1764525"/>
            <a:ext cx="10150500" cy="4085100"/>
          </a:xfrm>
          <a:prstGeom prst="rect">
            <a:avLst/>
          </a:prstGeom>
          <a:noFill/>
          <a:ln>
            <a:noFill/>
          </a:ln>
        </p:spPr>
        <p:txBody>
          <a:bodyPr anchorCtr="0" anchor="t" bIns="91425" lIns="91425" spcFirstLastPara="1" rIns="91425" wrap="square" tIns="91425">
            <a:spAutoFit/>
          </a:bodyPr>
          <a:lstStyle/>
          <a:p>
            <a:pPr indent="-406400" lvl="0" marL="457200" marR="0" rtl="0" algn="l">
              <a:lnSpc>
                <a:spcPct val="115000"/>
              </a:lnSpc>
              <a:spcBef>
                <a:spcPts val="0"/>
              </a:spcBef>
              <a:spcAft>
                <a:spcPts val="0"/>
              </a:spcAft>
              <a:buClr>
                <a:schemeClr val="dk1"/>
              </a:buClr>
              <a:buSzPts val="2800"/>
              <a:buFont typeface="Lexend"/>
              <a:buAutoNum type="arabicPeriod"/>
            </a:pPr>
            <a:r>
              <a:rPr lang="en-US" sz="2800">
                <a:solidFill>
                  <a:schemeClr val="dk1"/>
                </a:solidFill>
                <a:latin typeface="Lexend"/>
                <a:ea typeface="Lexend"/>
                <a:cs typeface="Lexend"/>
                <a:sym typeface="Lexend"/>
              </a:rPr>
              <a:t>byte 			    </a:t>
            </a:r>
            <a:endParaRPr sz="2800">
              <a:solidFill>
                <a:schemeClr val="dk1"/>
              </a:solidFill>
              <a:latin typeface="Lexend"/>
              <a:ea typeface="Lexend"/>
              <a:cs typeface="Lexend"/>
              <a:sym typeface="Lexend"/>
            </a:endParaRPr>
          </a:p>
          <a:p>
            <a:pPr indent="-406400" lvl="0" marL="457200" marR="0" rtl="0" algn="l">
              <a:lnSpc>
                <a:spcPct val="115000"/>
              </a:lnSpc>
              <a:spcBef>
                <a:spcPts val="0"/>
              </a:spcBef>
              <a:spcAft>
                <a:spcPts val="0"/>
              </a:spcAft>
              <a:buClr>
                <a:schemeClr val="dk1"/>
              </a:buClr>
              <a:buSzPts val="2800"/>
              <a:buFont typeface="Lexend"/>
              <a:buAutoNum type="arabicPeriod"/>
            </a:pPr>
            <a:r>
              <a:rPr lang="en-US" sz="2800">
                <a:solidFill>
                  <a:schemeClr val="dk1"/>
                </a:solidFill>
                <a:latin typeface="Lexend"/>
                <a:ea typeface="Lexend"/>
                <a:cs typeface="Lexend"/>
                <a:sym typeface="Lexend"/>
              </a:rPr>
              <a:t>short			   </a:t>
            </a:r>
            <a:endParaRPr sz="2800">
              <a:solidFill>
                <a:schemeClr val="dk1"/>
              </a:solidFill>
              <a:latin typeface="Lexend"/>
              <a:ea typeface="Lexend"/>
              <a:cs typeface="Lexend"/>
              <a:sym typeface="Lexend"/>
            </a:endParaRPr>
          </a:p>
          <a:p>
            <a:pPr indent="-406400" lvl="0" marL="457200" marR="0" rtl="0" algn="l">
              <a:lnSpc>
                <a:spcPct val="115000"/>
              </a:lnSpc>
              <a:spcBef>
                <a:spcPts val="0"/>
              </a:spcBef>
              <a:spcAft>
                <a:spcPts val="0"/>
              </a:spcAft>
              <a:buClr>
                <a:schemeClr val="dk1"/>
              </a:buClr>
              <a:buSzPts val="2800"/>
              <a:buFont typeface="Lexend"/>
              <a:buAutoNum type="arabicPeriod"/>
            </a:pPr>
            <a:r>
              <a:rPr lang="en-US" sz="2800">
                <a:solidFill>
                  <a:schemeClr val="dk1"/>
                </a:solidFill>
                <a:latin typeface="Lexend"/>
                <a:ea typeface="Lexend"/>
                <a:cs typeface="Lexend"/>
                <a:sym typeface="Lexend"/>
              </a:rPr>
              <a:t>int			    </a:t>
            </a:r>
            <a:endParaRPr sz="2800">
              <a:solidFill>
                <a:schemeClr val="dk1"/>
              </a:solidFill>
              <a:latin typeface="Lexend"/>
              <a:ea typeface="Lexend"/>
              <a:cs typeface="Lexend"/>
              <a:sym typeface="Lexend"/>
            </a:endParaRPr>
          </a:p>
          <a:p>
            <a:pPr indent="-406400" lvl="0" marL="457200" marR="0" rtl="0" algn="l">
              <a:lnSpc>
                <a:spcPct val="115000"/>
              </a:lnSpc>
              <a:spcBef>
                <a:spcPts val="0"/>
              </a:spcBef>
              <a:spcAft>
                <a:spcPts val="0"/>
              </a:spcAft>
              <a:buClr>
                <a:schemeClr val="dk1"/>
              </a:buClr>
              <a:buSzPts val="2800"/>
              <a:buFont typeface="Lexend"/>
              <a:buAutoNum type="arabicPeriod"/>
            </a:pPr>
            <a:r>
              <a:rPr lang="en-US" sz="2800">
                <a:solidFill>
                  <a:schemeClr val="dk1"/>
                </a:solidFill>
                <a:latin typeface="Lexend"/>
                <a:ea typeface="Lexend"/>
                <a:cs typeface="Lexend"/>
                <a:sym typeface="Lexend"/>
              </a:rPr>
              <a:t>long		 	   </a:t>
            </a:r>
            <a:endParaRPr sz="2800">
              <a:solidFill>
                <a:schemeClr val="dk1"/>
              </a:solidFill>
              <a:latin typeface="Lexend"/>
              <a:ea typeface="Lexend"/>
              <a:cs typeface="Lexend"/>
              <a:sym typeface="Lexend"/>
            </a:endParaRPr>
          </a:p>
          <a:p>
            <a:pPr indent="-406400" lvl="0" marL="457200" marR="0" rtl="0" algn="l">
              <a:lnSpc>
                <a:spcPct val="115000"/>
              </a:lnSpc>
              <a:spcBef>
                <a:spcPts val="0"/>
              </a:spcBef>
              <a:spcAft>
                <a:spcPts val="0"/>
              </a:spcAft>
              <a:buClr>
                <a:schemeClr val="dk1"/>
              </a:buClr>
              <a:buSzPts val="2800"/>
              <a:buFont typeface="Lexend"/>
              <a:buAutoNum type="arabicPeriod"/>
            </a:pPr>
            <a:r>
              <a:rPr lang="en-US" sz="2800">
                <a:solidFill>
                  <a:schemeClr val="dk1"/>
                </a:solidFill>
                <a:latin typeface="Lexend"/>
                <a:ea typeface="Lexend"/>
                <a:cs typeface="Lexend"/>
                <a:sym typeface="Lexend"/>
              </a:rPr>
              <a:t>float			   </a:t>
            </a:r>
            <a:endParaRPr sz="2800">
              <a:solidFill>
                <a:schemeClr val="dk1"/>
              </a:solidFill>
              <a:latin typeface="Lexend"/>
              <a:ea typeface="Lexend"/>
              <a:cs typeface="Lexend"/>
              <a:sym typeface="Lexend"/>
            </a:endParaRPr>
          </a:p>
          <a:p>
            <a:pPr indent="-406400" lvl="0" marL="457200" marR="0" rtl="0" algn="l">
              <a:lnSpc>
                <a:spcPct val="115000"/>
              </a:lnSpc>
              <a:spcBef>
                <a:spcPts val="0"/>
              </a:spcBef>
              <a:spcAft>
                <a:spcPts val="0"/>
              </a:spcAft>
              <a:buClr>
                <a:schemeClr val="dk1"/>
              </a:buClr>
              <a:buSzPts val="2800"/>
              <a:buFont typeface="Lexend"/>
              <a:buAutoNum type="arabicPeriod"/>
            </a:pPr>
            <a:r>
              <a:rPr lang="en-US" sz="2800">
                <a:solidFill>
                  <a:schemeClr val="dk1"/>
                </a:solidFill>
                <a:latin typeface="Lexend"/>
                <a:ea typeface="Lexend"/>
                <a:cs typeface="Lexend"/>
                <a:sym typeface="Lexend"/>
              </a:rPr>
              <a:t>double			    </a:t>
            </a:r>
            <a:endParaRPr sz="2800">
              <a:solidFill>
                <a:schemeClr val="dk1"/>
              </a:solidFill>
              <a:latin typeface="Lexend"/>
              <a:ea typeface="Lexend"/>
              <a:cs typeface="Lexend"/>
              <a:sym typeface="Lexend"/>
            </a:endParaRPr>
          </a:p>
          <a:p>
            <a:pPr indent="-406400" lvl="0" marL="457200" marR="0" rtl="0" algn="l">
              <a:lnSpc>
                <a:spcPct val="115000"/>
              </a:lnSpc>
              <a:spcBef>
                <a:spcPts val="0"/>
              </a:spcBef>
              <a:spcAft>
                <a:spcPts val="0"/>
              </a:spcAft>
              <a:buClr>
                <a:schemeClr val="dk1"/>
              </a:buClr>
              <a:buSzPts val="2800"/>
              <a:buFont typeface="Lexend"/>
              <a:buAutoNum type="arabicPeriod"/>
            </a:pPr>
            <a:r>
              <a:rPr lang="en-US" sz="2800">
                <a:solidFill>
                  <a:schemeClr val="dk1"/>
                </a:solidFill>
                <a:latin typeface="Lexend"/>
                <a:ea typeface="Lexend"/>
                <a:cs typeface="Lexend"/>
                <a:sym typeface="Lexend"/>
              </a:rPr>
              <a:t>char 			</a:t>
            </a:r>
            <a:endParaRPr sz="2800">
              <a:solidFill>
                <a:schemeClr val="dk1"/>
              </a:solidFill>
              <a:latin typeface="Lexend"/>
              <a:ea typeface="Lexend"/>
              <a:cs typeface="Lexend"/>
              <a:sym typeface="Lexend"/>
            </a:endParaRPr>
          </a:p>
          <a:p>
            <a:pPr indent="-406400" lvl="0" marL="457200" marR="0" rtl="0" algn="l">
              <a:lnSpc>
                <a:spcPct val="115000"/>
              </a:lnSpc>
              <a:spcBef>
                <a:spcPts val="0"/>
              </a:spcBef>
              <a:spcAft>
                <a:spcPts val="0"/>
              </a:spcAft>
              <a:buClr>
                <a:schemeClr val="dk1"/>
              </a:buClr>
              <a:buSzPts val="2800"/>
              <a:buFont typeface="Lexend"/>
              <a:buAutoNum type="arabicPeriod"/>
            </a:pPr>
            <a:r>
              <a:rPr lang="en-US" sz="2800">
                <a:solidFill>
                  <a:schemeClr val="dk1"/>
                </a:solidFill>
                <a:latin typeface="Lexend"/>
                <a:ea typeface="Lexend"/>
                <a:cs typeface="Lexend"/>
                <a:sym typeface="Lexend"/>
              </a:rPr>
              <a:t>boolean		   </a:t>
            </a:r>
            <a:endParaRPr sz="2800">
              <a:solidFill>
                <a:schemeClr val="dk1"/>
              </a:solidFill>
              <a:latin typeface="Lexend"/>
              <a:ea typeface="Lexend"/>
              <a:cs typeface="Lexend"/>
              <a:sym typeface="Lexen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g39a15f9354c_0_88"/>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Advanced</a:t>
            </a:r>
            <a:endParaRPr sz="1200">
              <a:latin typeface="IBM Plex Sans"/>
              <a:ea typeface="IBM Plex Sans"/>
              <a:cs typeface="IBM Plex Sans"/>
              <a:sym typeface="IBM Plex Sans"/>
            </a:endParaRPr>
          </a:p>
        </p:txBody>
      </p:sp>
      <p:cxnSp>
        <p:nvCxnSpPr>
          <p:cNvPr id="215" name="Google Shape;215;g39a15f9354c_0_88"/>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216" name="Google Shape;216;g39a15f9354c_0_88"/>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0"/>
              </a:spcBef>
              <a:spcAft>
                <a:spcPts val="0"/>
              </a:spcAft>
              <a:buClr>
                <a:srgbClr val="9B1D23"/>
              </a:buClr>
              <a:buSzPct val="124209"/>
              <a:buFont typeface="Arial Black"/>
              <a:buNone/>
            </a:pPr>
            <a:r>
              <a:rPr lang="en-US"/>
              <a:t>Non-Primitive Data Types</a:t>
            </a:r>
            <a:endParaRPr/>
          </a:p>
          <a:p>
            <a:pPr indent="0" lvl="0" marL="0" marR="0" rtl="0" algn="l">
              <a:lnSpc>
                <a:spcPct val="90000"/>
              </a:lnSpc>
              <a:spcBef>
                <a:spcPts val="0"/>
              </a:spcBef>
              <a:spcAft>
                <a:spcPts val="0"/>
              </a:spcAft>
              <a:buClr>
                <a:srgbClr val="9B1D23"/>
              </a:buClr>
              <a:buSzPct val="124209"/>
              <a:buFont typeface="Arial Black"/>
              <a:buNone/>
            </a:pPr>
            <a:r>
              <a:t/>
            </a:r>
            <a:endParaRPr/>
          </a:p>
        </p:txBody>
      </p:sp>
      <p:sp>
        <p:nvSpPr>
          <p:cNvPr id="217" name="Google Shape;217;g39a15f9354c_0_88"/>
          <p:cNvSpPr txBox="1"/>
          <p:nvPr/>
        </p:nvSpPr>
        <p:spPr>
          <a:xfrm>
            <a:off x="517400" y="1764525"/>
            <a:ext cx="10150500" cy="1606800"/>
          </a:xfrm>
          <a:prstGeom prst="rect">
            <a:avLst/>
          </a:prstGeom>
          <a:noFill/>
          <a:ln>
            <a:noFill/>
          </a:ln>
        </p:spPr>
        <p:txBody>
          <a:bodyPr anchorCtr="0" anchor="t" bIns="91425" lIns="91425" spcFirstLastPara="1" rIns="91425" wrap="square" tIns="91425">
            <a:spAutoFit/>
          </a:bodyPr>
          <a:lstStyle/>
          <a:p>
            <a:pPr indent="-406400" lvl="0" marL="457200" marR="0" rtl="0" algn="l">
              <a:lnSpc>
                <a:spcPct val="115000"/>
              </a:lnSpc>
              <a:spcBef>
                <a:spcPts val="0"/>
              </a:spcBef>
              <a:spcAft>
                <a:spcPts val="0"/>
              </a:spcAft>
              <a:buClr>
                <a:schemeClr val="dk1"/>
              </a:buClr>
              <a:buSzPts val="2800"/>
              <a:buFont typeface="Lexend"/>
              <a:buChar char="●"/>
            </a:pPr>
            <a:r>
              <a:rPr lang="en-US" sz="2800">
                <a:solidFill>
                  <a:schemeClr val="dk1"/>
                </a:solidFill>
                <a:latin typeface="Lexend"/>
                <a:ea typeface="Lexend"/>
                <a:cs typeface="Lexend"/>
                <a:sym typeface="Lexend"/>
              </a:rPr>
              <a:t>Stores references to the object, not the actual data.</a:t>
            </a:r>
            <a:endParaRPr sz="2800">
              <a:solidFill>
                <a:schemeClr val="dk1"/>
              </a:solidFill>
              <a:latin typeface="Lexend"/>
              <a:ea typeface="Lexend"/>
              <a:cs typeface="Lexend"/>
              <a:sym typeface="Lexend"/>
            </a:endParaRPr>
          </a:p>
          <a:p>
            <a:pPr indent="-406400" lvl="0" marL="457200" marR="0" rtl="0" algn="l">
              <a:lnSpc>
                <a:spcPct val="115000"/>
              </a:lnSpc>
              <a:spcBef>
                <a:spcPts val="0"/>
              </a:spcBef>
              <a:spcAft>
                <a:spcPts val="0"/>
              </a:spcAft>
              <a:buClr>
                <a:schemeClr val="dk1"/>
              </a:buClr>
              <a:buSzPts val="2800"/>
              <a:buFont typeface="Lexend"/>
              <a:buChar char="●"/>
            </a:pPr>
            <a:r>
              <a:rPr lang="en-US" sz="2800">
                <a:solidFill>
                  <a:schemeClr val="dk1"/>
                </a:solidFill>
                <a:latin typeface="Lexend"/>
                <a:ea typeface="Lexend"/>
                <a:cs typeface="Lexend"/>
                <a:sym typeface="Lexend"/>
              </a:rPr>
              <a:t>Examples are classes, interfaces, arrays</a:t>
            </a:r>
            <a:endParaRPr sz="2800">
              <a:solidFill>
                <a:schemeClr val="dk1"/>
              </a:solidFill>
              <a:latin typeface="Lexend"/>
              <a:ea typeface="Lexend"/>
              <a:cs typeface="Lexend"/>
              <a:sym typeface="Lexend"/>
            </a:endParaRPr>
          </a:p>
          <a:p>
            <a:pPr indent="-406400" lvl="0" marL="457200" marR="0" rtl="0" algn="l">
              <a:lnSpc>
                <a:spcPct val="115000"/>
              </a:lnSpc>
              <a:spcBef>
                <a:spcPts val="0"/>
              </a:spcBef>
              <a:spcAft>
                <a:spcPts val="0"/>
              </a:spcAft>
              <a:buClr>
                <a:schemeClr val="dk1"/>
              </a:buClr>
              <a:buSzPts val="2800"/>
              <a:buFont typeface="Lexend"/>
              <a:buChar char="●"/>
            </a:pPr>
            <a:r>
              <a:rPr lang="en-US" sz="2800">
                <a:solidFill>
                  <a:schemeClr val="dk1"/>
                </a:solidFill>
                <a:latin typeface="Lexend"/>
                <a:ea typeface="Lexend"/>
                <a:cs typeface="Lexend"/>
                <a:sym typeface="Lexend"/>
              </a:rPr>
              <a:t>Has default value of null</a:t>
            </a:r>
            <a:endParaRPr sz="2800">
              <a:solidFill>
                <a:schemeClr val="dk1"/>
              </a:solidFill>
              <a:latin typeface="Lexend"/>
              <a:ea typeface="Lexend"/>
              <a:cs typeface="Lexend"/>
              <a:sym typeface="Lexen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g39a15f9354c_0_96"/>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Advanced</a:t>
            </a:r>
            <a:endParaRPr sz="1200">
              <a:latin typeface="IBM Plex Sans"/>
              <a:ea typeface="IBM Plex Sans"/>
              <a:cs typeface="IBM Plex Sans"/>
              <a:sym typeface="IBM Plex Sans"/>
            </a:endParaRPr>
          </a:p>
        </p:txBody>
      </p:sp>
      <p:cxnSp>
        <p:nvCxnSpPr>
          <p:cNvPr id="224" name="Google Shape;224;g39a15f9354c_0_96"/>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225" name="Google Shape;225;g39a15f9354c_0_96"/>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0"/>
              </a:spcBef>
              <a:spcAft>
                <a:spcPts val="0"/>
              </a:spcAft>
              <a:buClr>
                <a:srgbClr val="9B1D23"/>
              </a:buClr>
              <a:buSzPct val="124209"/>
              <a:buFont typeface="Arial Black"/>
              <a:buNone/>
            </a:pPr>
            <a:r>
              <a:rPr lang="en-US"/>
              <a:t>Wrapper Classes</a:t>
            </a:r>
            <a:endParaRPr/>
          </a:p>
        </p:txBody>
      </p:sp>
      <p:sp>
        <p:nvSpPr>
          <p:cNvPr id="226" name="Google Shape;226;g39a15f9354c_0_96"/>
          <p:cNvSpPr txBox="1"/>
          <p:nvPr/>
        </p:nvSpPr>
        <p:spPr>
          <a:xfrm>
            <a:off x="517400" y="1764525"/>
            <a:ext cx="10150500" cy="2598300"/>
          </a:xfrm>
          <a:prstGeom prst="rect">
            <a:avLst/>
          </a:prstGeom>
          <a:noFill/>
          <a:ln>
            <a:noFill/>
          </a:ln>
        </p:spPr>
        <p:txBody>
          <a:bodyPr anchorCtr="0" anchor="t" bIns="91425" lIns="91425" spcFirstLastPara="1" rIns="91425" wrap="square" tIns="91425">
            <a:spAutoFit/>
          </a:bodyPr>
          <a:lstStyle/>
          <a:p>
            <a:pPr indent="-406400" lvl="0" marL="457200" marR="0" rtl="0" algn="l">
              <a:lnSpc>
                <a:spcPct val="115000"/>
              </a:lnSpc>
              <a:spcBef>
                <a:spcPts val="0"/>
              </a:spcBef>
              <a:spcAft>
                <a:spcPts val="0"/>
              </a:spcAft>
              <a:buClr>
                <a:schemeClr val="dk1"/>
              </a:buClr>
              <a:buSzPts val="2800"/>
              <a:buFont typeface="Lexend"/>
              <a:buChar char="●"/>
            </a:pPr>
            <a:r>
              <a:rPr lang="en-US" sz="2800">
                <a:solidFill>
                  <a:schemeClr val="dk1"/>
                </a:solidFill>
                <a:latin typeface="Lexend"/>
                <a:ea typeface="Lexend"/>
                <a:cs typeface="Lexend"/>
                <a:sym typeface="Lexend"/>
              </a:rPr>
              <a:t>Classes that wrap around a primitive data type</a:t>
            </a:r>
            <a:endParaRPr sz="2800">
              <a:solidFill>
                <a:schemeClr val="dk1"/>
              </a:solidFill>
              <a:latin typeface="Lexend"/>
              <a:ea typeface="Lexend"/>
              <a:cs typeface="Lexend"/>
              <a:sym typeface="Lexend"/>
            </a:endParaRPr>
          </a:p>
          <a:p>
            <a:pPr indent="-406400" lvl="0" marL="457200" marR="0" rtl="0" algn="l">
              <a:lnSpc>
                <a:spcPct val="115000"/>
              </a:lnSpc>
              <a:spcBef>
                <a:spcPts val="0"/>
              </a:spcBef>
              <a:spcAft>
                <a:spcPts val="0"/>
              </a:spcAft>
              <a:buClr>
                <a:schemeClr val="dk1"/>
              </a:buClr>
              <a:buSzPts val="2800"/>
              <a:buFont typeface="Lexend"/>
              <a:buChar char="●"/>
            </a:pPr>
            <a:r>
              <a:rPr lang="en-US" sz="2800">
                <a:solidFill>
                  <a:schemeClr val="dk1"/>
                </a:solidFill>
                <a:latin typeface="Lexend"/>
                <a:ea typeface="Lexend"/>
                <a:cs typeface="Lexend"/>
                <a:sym typeface="Lexend"/>
              </a:rPr>
              <a:t>Allows primitive data types to be treated as objects, therefore allowing it to be used with classes that work with objects (collections) or allowing it to have the value of “null”. </a:t>
            </a:r>
            <a:endParaRPr sz="2800">
              <a:solidFill>
                <a:schemeClr val="dk1"/>
              </a:solidFill>
              <a:latin typeface="Lexend"/>
              <a:ea typeface="Lexend"/>
              <a:cs typeface="Lexend"/>
              <a:sym typeface="Lexen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g39a15f9354c_0_104"/>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Advanced</a:t>
            </a:r>
            <a:endParaRPr sz="1200">
              <a:latin typeface="IBM Plex Sans"/>
              <a:ea typeface="IBM Plex Sans"/>
              <a:cs typeface="IBM Plex Sans"/>
              <a:sym typeface="IBM Plex Sans"/>
            </a:endParaRPr>
          </a:p>
        </p:txBody>
      </p:sp>
      <p:cxnSp>
        <p:nvCxnSpPr>
          <p:cNvPr id="233" name="Google Shape;233;g39a15f9354c_0_104"/>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234" name="Google Shape;234;g39a15f9354c_0_104"/>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0"/>
              </a:spcBef>
              <a:spcAft>
                <a:spcPts val="0"/>
              </a:spcAft>
              <a:buClr>
                <a:srgbClr val="9B1D23"/>
              </a:buClr>
              <a:buSzPct val="124209"/>
              <a:buFont typeface="Arial Black"/>
              <a:buNone/>
            </a:pPr>
            <a:r>
              <a:rPr lang="en-US"/>
              <a:t>Converting Data types</a:t>
            </a:r>
            <a:endParaRPr/>
          </a:p>
        </p:txBody>
      </p:sp>
      <p:sp>
        <p:nvSpPr>
          <p:cNvPr id="235" name="Google Shape;235;g39a15f9354c_0_104"/>
          <p:cNvSpPr txBox="1"/>
          <p:nvPr/>
        </p:nvSpPr>
        <p:spPr>
          <a:xfrm>
            <a:off x="517400" y="1764525"/>
            <a:ext cx="10150500" cy="1606800"/>
          </a:xfrm>
          <a:prstGeom prst="rect">
            <a:avLst/>
          </a:prstGeom>
          <a:noFill/>
          <a:ln>
            <a:noFill/>
          </a:ln>
        </p:spPr>
        <p:txBody>
          <a:bodyPr anchorCtr="0" anchor="t" bIns="91425" lIns="91425" spcFirstLastPara="1" rIns="91425" wrap="square" tIns="91425">
            <a:spAutoFit/>
          </a:bodyPr>
          <a:lstStyle/>
          <a:p>
            <a:pPr indent="-406400" lvl="0" marL="457200" marR="0" rtl="0" algn="l">
              <a:lnSpc>
                <a:spcPct val="115000"/>
              </a:lnSpc>
              <a:spcBef>
                <a:spcPts val="0"/>
              </a:spcBef>
              <a:spcAft>
                <a:spcPts val="0"/>
              </a:spcAft>
              <a:buClr>
                <a:schemeClr val="dk1"/>
              </a:buClr>
              <a:buSzPts val="2800"/>
              <a:buFont typeface="Lexend"/>
              <a:buAutoNum type="arabicPeriod"/>
            </a:pPr>
            <a:r>
              <a:rPr lang="en-US" sz="2800">
                <a:solidFill>
                  <a:schemeClr val="dk1"/>
                </a:solidFill>
                <a:latin typeface="Lexend"/>
                <a:ea typeface="Lexend"/>
                <a:cs typeface="Lexend"/>
                <a:sym typeface="Lexend"/>
              </a:rPr>
              <a:t>Implicit Type Conversion (Widening)</a:t>
            </a:r>
            <a:endParaRPr sz="2800">
              <a:solidFill>
                <a:schemeClr val="dk1"/>
              </a:solidFill>
              <a:latin typeface="Lexend"/>
              <a:ea typeface="Lexend"/>
              <a:cs typeface="Lexend"/>
              <a:sym typeface="Lexend"/>
            </a:endParaRPr>
          </a:p>
          <a:p>
            <a:pPr indent="-406400" lvl="0" marL="457200" marR="0" rtl="0" algn="l">
              <a:lnSpc>
                <a:spcPct val="115000"/>
              </a:lnSpc>
              <a:spcBef>
                <a:spcPts val="0"/>
              </a:spcBef>
              <a:spcAft>
                <a:spcPts val="0"/>
              </a:spcAft>
              <a:buClr>
                <a:schemeClr val="dk1"/>
              </a:buClr>
              <a:buSzPts val="2800"/>
              <a:buFont typeface="Lexend"/>
              <a:buAutoNum type="arabicPeriod"/>
            </a:pPr>
            <a:r>
              <a:rPr lang="en-US" sz="2800">
                <a:solidFill>
                  <a:schemeClr val="dk1"/>
                </a:solidFill>
                <a:latin typeface="Lexend"/>
                <a:ea typeface="Lexend"/>
                <a:cs typeface="Lexend"/>
                <a:sym typeface="Lexend"/>
              </a:rPr>
              <a:t>Explicit Type Conversion (Narrowing / Type Casting)</a:t>
            </a:r>
            <a:endParaRPr sz="2800">
              <a:solidFill>
                <a:schemeClr val="dk1"/>
              </a:solidFill>
              <a:latin typeface="Lexend"/>
              <a:ea typeface="Lexend"/>
              <a:cs typeface="Lexend"/>
              <a:sym typeface="Lexend"/>
            </a:endParaRPr>
          </a:p>
          <a:p>
            <a:pPr indent="-406400" lvl="0" marL="457200" marR="0" rtl="0" algn="l">
              <a:lnSpc>
                <a:spcPct val="115000"/>
              </a:lnSpc>
              <a:spcBef>
                <a:spcPts val="0"/>
              </a:spcBef>
              <a:spcAft>
                <a:spcPts val="0"/>
              </a:spcAft>
              <a:buClr>
                <a:schemeClr val="dk1"/>
              </a:buClr>
              <a:buSzPts val="2800"/>
              <a:buFont typeface="Lexend"/>
              <a:buAutoNum type="arabicPeriod"/>
            </a:pPr>
            <a:r>
              <a:rPr lang="en-US" sz="2800">
                <a:solidFill>
                  <a:schemeClr val="dk1"/>
                </a:solidFill>
                <a:latin typeface="Lexend"/>
                <a:ea typeface="Lexend"/>
                <a:cs typeface="Lexend"/>
                <a:sym typeface="Lexend"/>
              </a:rPr>
              <a:t>Using Conversion Methods (Wrapper Classes)</a:t>
            </a:r>
            <a:endParaRPr sz="2800">
              <a:solidFill>
                <a:schemeClr val="dk1"/>
              </a:solidFill>
              <a:latin typeface="Lexend"/>
              <a:ea typeface="Lexend"/>
              <a:cs typeface="Lexend"/>
              <a:sym typeface="Lexen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g39a15f9354c_0_128"/>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Advanced</a:t>
            </a:r>
            <a:endParaRPr sz="1200">
              <a:latin typeface="IBM Plex Sans"/>
              <a:ea typeface="IBM Plex Sans"/>
              <a:cs typeface="IBM Plex Sans"/>
              <a:sym typeface="IBM Plex Sans"/>
            </a:endParaRPr>
          </a:p>
        </p:txBody>
      </p:sp>
      <p:cxnSp>
        <p:nvCxnSpPr>
          <p:cNvPr id="242" name="Google Shape;242;g39a15f9354c_0_128"/>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243" name="Google Shape;243;g39a15f9354c_0_128"/>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0"/>
              </a:spcBef>
              <a:spcAft>
                <a:spcPts val="0"/>
              </a:spcAft>
              <a:buClr>
                <a:srgbClr val="9B1D23"/>
              </a:buClr>
              <a:buSzPct val="124209"/>
              <a:buFont typeface="Arial Black"/>
              <a:buNone/>
            </a:pPr>
            <a:r>
              <a:rPr lang="en-US"/>
              <a:t>Implicit Type Conversion (Widening)</a:t>
            </a:r>
            <a:endParaRPr/>
          </a:p>
          <a:p>
            <a:pPr indent="0" lvl="0" marL="0" marR="0" rtl="0" algn="l">
              <a:lnSpc>
                <a:spcPct val="90000"/>
              </a:lnSpc>
              <a:spcBef>
                <a:spcPts val="0"/>
              </a:spcBef>
              <a:spcAft>
                <a:spcPts val="0"/>
              </a:spcAft>
              <a:buClr>
                <a:srgbClr val="9B1D23"/>
              </a:buClr>
              <a:buSzPct val="124209"/>
              <a:buFont typeface="Arial Black"/>
              <a:buNone/>
            </a:pPr>
            <a:r>
              <a:t/>
            </a:r>
            <a:endParaRPr/>
          </a:p>
        </p:txBody>
      </p:sp>
      <p:sp>
        <p:nvSpPr>
          <p:cNvPr id="244" name="Google Shape;244;g39a15f9354c_0_128"/>
          <p:cNvSpPr txBox="1"/>
          <p:nvPr/>
        </p:nvSpPr>
        <p:spPr>
          <a:xfrm>
            <a:off x="517400" y="1764525"/>
            <a:ext cx="10150500" cy="2598300"/>
          </a:xfrm>
          <a:prstGeom prst="rect">
            <a:avLst/>
          </a:prstGeom>
          <a:noFill/>
          <a:ln>
            <a:noFill/>
          </a:ln>
        </p:spPr>
        <p:txBody>
          <a:bodyPr anchorCtr="0" anchor="t" bIns="91425" lIns="91425" spcFirstLastPara="1" rIns="91425" wrap="square" tIns="91425">
            <a:spAutoFit/>
          </a:bodyPr>
          <a:lstStyle/>
          <a:p>
            <a:pPr indent="-406400" lvl="0" marL="457200" marR="0" rtl="0" algn="l">
              <a:lnSpc>
                <a:spcPct val="115000"/>
              </a:lnSpc>
              <a:spcBef>
                <a:spcPts val="0"/>
              </a:spcBef>
              <a:spcAft>
                <a:spcPts val="0"/>
              </a:spcAft>
              <a:buClr>
                <a:schemeClr val="dk1"/>
              </a:buClr>
              <a:buSzPts val="2800"/>
              <a:buFont typeface="Lexend"/>
              <a:buChar char="●"/>
            </a:pPr>
            <a:r>
              <a:rPr lang="en-US" sz="2800">
                <a:solidFill>
                  <a:schemeClr val="dk1"/>
                </a:solidFill>
                <a:latin typeface="Lexend"/>
                <a:ea typeface="Lexend"/>
                <a:cs typeface="Lexend"/>
                <a:sym typeface="Lexend"/>
              </a:rPr>
              <a:t>Assign a larger (wider) data type to a smaller data type automatically converts it </a:t>
            </a:r>
            <a:endParaRPr sz="2800">
              <a:solidFill>
                <a:schemeClr val="dk1"/>
              </a:solidFill>
              <a:latin typeface="Lexend"/>
              <a:ea typeface="Lexend"/>
              <a:cs typeface="Lexend"/>
              <a:sym typeface="Lexend"/>
            </a:endParaRPr>
          </a:p>
          <a:p>
            <a:pPr indent="-406400" lvl="0" marL="457200" marR="0" rtl="0" algn="l">
              <a:lnSpc>
                <a:spcPct val="115000"/>
              </a:lnSpc>
              <a:spcBef>
                <a:spcPts val="0"/>
              </a:spcBef>
              <a:spcAft>
                <a:spcPts val="0"/>
              </a:spcAft>
              <a:buClr>
                <a:schemeClr val="dk1"/>
              </a:buClr>
              <a:buSzPts val="2800"/>
              <a:buFont typeface="Lexend"/>
              <a:buChar char="●"/>
            </a:pPr>
            <a:r>
              <a:rPr lang="en-US" sz="2800">
                <a:solidFill>
                  <a:schemeClr val="dk1"/>
                </a:solidFill>
                <a:latin typeface="Lexend"/>
                <a:ea typeface="Lexend"/>
                <a:cs typeface="Lexend"/>
                <a:sym typeface="Lexend"/>
              </a:rPr>
              <a:t>Example: </a:t>
            </a:r>
            <a:endParaRPr sz="2800">
              <a:solidFill>
                <a:schemeClr val="dk1"/>
              </a:solidFill>
              <a:latin typeface="Lexend"/>
              <a:ea typeface="Lexend"/>
              <a:cs typeface="Lexend"/>
              <a:sym typeface="Lexend"/>
            </a:endParaRPr>
          </a:p>
          <a:p>
            <a:pPr indent="-406400" lvl="0" marL="457200" marR="0" rtl="0" algn="l">
              <a:lnSpc>
                <a:spcPct val="115000"/>
              </a:lnSpc>
              <a:spcBef>
                <a:spcPts val="0"/>
              </a:spcBef>
              <a:spcAft>
                <a:spcPts val="0"/>
              </a:spcAft>
              <a:buClr>
                <a:schemeClr val="dk1"/>
              </a:buClr>
              <a:buSzPts val="2800"/>
              <a:buFont typeface="Lexend"/>
              <a:buChar char="●"/>
            </a:pPr>
            <a:r>
              <a:rPr lang="en-US" sz="2800">
                <a:solidFill>
                  <a:schemeClr val="dk1"/>
                </a:solidFill>
                <a:latin typeface="Lexend"/>
                <a:ea typeface="Lexend"/>
                <a:cs typeface="Lexend"/>
                <a:sym typeface="Lexend"/>
              </a:rPr>
              <a:t>&gt; int myNumber = 10;</a:t>
            </a:r>
            <a:endParaRPr sz="2800">
              <a:solidFill>
                <a:schemeClr val="dk1"/>
              </a:solidFill>
              <a:latin typeface="Lexend"/>
              <a:ea typeface="Lexend"/>
              <a:cs typeface="Lexend"/>
              <a:sym typeface="Lexend"/>
            </a:endParaRPr>
          </a:p>
          <a:p>
            <a:pPr indent="-406400" lvl="0" marL="457200" marR="0" rtl="0" algn="l">
              <a:lnSpc>
                <a:spcPct val="115000"/>
              </a:lnSpc>
              <a:spcBef>
                <a:spcPts val="0"/>
              </a:spcBef>
              <a:spcAft>
                <a:spcPts val="0"/>
              </a:spcAft>
              <a:buClr>
                <a:schemeClr val="dk1"/>
              </a:buClr>
              <a:buSzPts val="2800"/>
              <a:buFont typeface="Lexend"/>
              <a:buChar char="●"/>
            </a:pPr>
            <a:r>
              <a:rPr lang="en-US" sz="2800">
                <a:solidFill>
                  <a:schemeClr val="dk1"/>
                </a:solidFill>
                <a:latin typeface="Lexend"/>
                <a:ea typeface="Lexend"/>
                <a:cs typeface="Lexend"/>
                <a:sym typeface="Lexend"/>
              </a:rPr>
              <a:t>&gt; long myLongNumber = myNumber; // widened</a:t>
            </a:r>
            <a:endParaRPr sz="2800">
              <a:solidFill>
                <a:schemeClr val="dk1"/>
              </a:solidFill>
              <a:latin typeface="Lexend"/>
              <a:ea typeface="Lexend"/>
              <a:cs typeface="Lexend"/>
              <a:sym typeface="Lexen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g39a15f9354c_0_144"/>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Advanced</a:t>
            </a:r>
            <a:endParaRPr sz="1200">
              <a:latin typeface="IBM Plex Sans"/>
              <a:ea typeface="IBM Plex Sans"/>
              <a:cs typeface="IBM Plex Sans"/>
              <a:sym typeface="IBM Plex Sans"/>
            </a:endParaRPr>
          </a:p>
        </p:txBody>
      </p:sp>
      <p:cxnSp>
        <p:nvCxnSpPr>
          <p:cNvPr id="251" name="Google Shape;251;g39a15f9354c_0_144"/>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252" name="Google Shape;252;g39a15f9354c_0_144"/>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9B1D23"/>
              </a:buClr>
              <a:buSzPts val="4770"/>
              <a:buFont typeface="Arial Black"/>
              <a:buNone/>
            </a:pPr>
            <a:r>
              <a:rPr lang="en-US" sz="2640"/>
              <a:t>Explicit Type Conversion (Narrowing / Type Casting)</a:t>
            </a:r>
            <a:endParaRPr sz="2640"/>
          </a:p>
          <a:p>
            <a:pPr indent="0" lvl="0" marL="0" marR="0" rtl="0" algn="l">
              <a:lnSpc>
                <a:spcPct val="90000"/>
              </a:lnSpc>
              <a:spcBef>
                <a:spcPts val="0"/>
              </a:spcBef>
              <a:spcAft>
                <a:spcPts val="0"/>
              </a:spcAft>
              <a:buClr>
                <a:srgbClr val="9B1D23"/>
              </a:buClr>
              <a:buSzPts val="4770"/>
              <a:buFont typeface="Arial Black"/>
              <a:buNone/>
            </a:pPr>
            <a:r>
              <a:t/>
            </a:r>
            <a:endParaRPr sz="2640"/>
          </a:p>
        </p:txBody>
      </p:sp>
      <p:sp>
        <p:nvSpPr>
          <p:cNvPr id="253" name="Google Shape;253;g39a15f9354c_0_144"/>
          <p:cNvSpPr txBox="1"/>
          <p:nvPr/>
        </p:nvSpPr>
        <p:spPr>
          <a:xfrm>
            <a:off x="517400" y="1764525"/>
            <a:ext cx="10150500" cy="2598300"/>
          </a:xfrm>
          <a:prstGeom prst="rect">
            <a:avLst/>
          </a:prstGeom>
          <a:noFill/>
          <a:ln>
            <a:noFill/>
          </a:ln>
        </p:spPr>
        <p:txBody>
          <a:bodyPr anchorCtr="0" anchor="t" bIns="91425" lIns="91425" spcFirstLastPara="1" rIns="91425" wrap="square" tIns="91425">
            <a:spAutoFit/>
          </a:bodyPr>
          <a:lstStyle/>
          <a:p>
            <a:pPr indent="-406400" lvl="0" marL="457200" marR="0" rtl="0" algn="l">
              <a:lnSpc>
                <a:spcPct val="115000"/>
              </a:lnSpc>
              <a:spcBef>
                <a:spcPts val="0"/>
              </a:spcBef>
              <a:spcAft>
                <a:spcPts val="0"/>
              </a:spcAft>
              <a:buClr>
                <a:schemeClr val="dk1"/>
              </a:buClr>
              <a:buSzPts val="2800"/>
              <a:buFont typeface="Lexend"/>
              <a:buChar char="●"/>
            </a:pPr>
            <a:r>
              <a:rPr lang="en-US" sz="2800">
                <a:solidFill>
                  <a:schemeClr val="dk1"/>
                </a:solidFill>
                <a:latin typeface="Lexend"/>
                <a:ea typeface="Lexend"/>
                <a:cs typeface="Lexend"/>
                <a:sym typeface="Lexend"/>
              </a:rPr>
              <a:t>From a larger data type to a smaller data type</a:t>
            </a:r>
            <a:endParaRPr sz="2800">
              <a:solidFill>
                <a:schemeClr val="dk1"/>
              </a:solidFill>
              <a:latin typeface="Lexend"/>
              <a:ea typeface="Lexend"/>
              <a:cs typeface="Lexend"/>
              <a:sym typeface="Lexend"/>
            </a:endParaRPr>
          </a:p>
          <a:p>
            <a:pPr indent="-406400" lvl="0" marL="457200" marR="0" rtl="0" algn="l">
              <a:lnSpc>
                <a:spcPct val="115000"/>
              </a:lnSpc>
              <a:spcBef>
                <a:spcPts val="0"/>
              </a:spcBef>
              <a:spcAft>
                <a:spcPts val="0"/>
              </a:spcAft>
              <a:buClr>
                <a:schemeClr val="dk1"/>
              </a:buClr>
              <a:buSzPts val="2800"/>
              <a:buFont typeface="Lexend"/>
              <a:buChar char="●"/>
            </a:pPr>
            <a:r>
              <a:rPr lang="en-US" sz="2800">
                <a:solidFill>
                  <a:schemeClr val="dk1"/>
                </a:solidFill>
                <a:latin typeface="Lexend"/>
                <a:ea typeface="Lexend"/>
                <a:cs typeface="Lexend"/>
                <a:sym typeface="Lexend"/>
              </a:rPr>
              <a:t>Can result in data loss</a:t>
            </a:r>
            <a:endParaRPr sz="2800">
              <a:solidFill>
                <a:schemeClr val="dk1"/>
              </a:solidFill>
              <a:latin typeface="Lexend"/>
              <a:ea typeface="Lexend"/>
              <a:cs typeface="Lexend"/>
              <a:sym typeface="Lexend"/>
            </a:endParaRPr>
          </a:p>
          <a:p>
            <a:pPr indent="-406400" lvl="0" marL="457200" marR="0" rtl="0" algn="l">
              <a:lnSpc>
                <a:spcPct val="115000"/>
              </a:lnSpc>
              <a:spcBef>
                <a:spcPts val="0"/>
              </a:spcBef>
              <a:spcAft>
                <a:spcPts val="0"/>
              </a:spcAft>
              <a:buClr>
                <a:schemeClr val="dk1"/>
              </a:buClr>
              <a:buSzPts val="2800"/>
              <a:buFont typeface="Lexend"/>
              <a:buChar char="●"/>
            </a:pPr>
            <a:r>
              <a:rPr lang="en-US" sz="2800">
                <a:solidFill>
                  <a:schemeClr val="dk1"/>
                </a:solidFill>
                <a:latin typeface="Lexend"/>
                <a:ea typeface="Lexend"/>
                <a:cs typeface="Lexend"/>
                <a:sym typeface="Lexend"/>
              </a:rPr>
              <a:t>Example:</a:t>
            </a:r>
            <a:endParaRPr sz="2800">
              <a:solidFill>
                <a:schemeClr val="dk1"/>
              </a:solidFill>
              <a:latin typeface="Lexend"/>
              <a:ea typeface="Lexend"/>
              <a:cs typeface="Lexend"/>
              <a:sym typeface="Lexend"/>
            </a:endParaRPr>
          </a:p>
          <a:p>
            <a:pPr indent="-406400" lvl="0" marL="457200" marR="0" rtl="0" algn="l">
              <a:lnSpc>
                <a:spcPct val="115000"/>
              </a:lnSpc>
              <a:spcBef>
                <a:spcPts val="0"/>
              </a:spcBef>
              <a:spcAft>
                <a:spcPts val="0"/>
              </a:spcAft>
              <a:buClr>
                <a:schemeClr val="dk1"/>
              </a:buClr>
              <a:buSzPts val="2800"/>
              <a:buFont typeface="Lexend"/>
              <a:buChar char="●"/>
            </a:pPr>
            <a:r>
              <a:rPr lang="en-US" sz="2800">
                <a:solidFill>
                  <a:schemeClr val="dk1"/>
                </a:solidFill>
                <a:latin typeface="Lexend"/>
                <a:ea typeface="Lexend"/>
                <a:cs typeface="Lexend"/>
                <a:sym typeface="Lexend"/>
              </a:rPr>
              <a:t>&gt; double myDecimal = 1.25</a:t>
            </a:r>
            <a:endParaRPr sz="2800">
              <a:solidFill>
                <a:schemeClr val="dk1"/>
              </a:solidFill>
              <a:latin typeface="Lexend"/>
              <a:ea typeface="Lexend"/>
              <a:cs typeface="Lexend"/>
              <a:sym typeface="Lexend"/>
            </a:endParaRPr>
          </a:p>
          <a:p>
            <a:pPr indent="-406400" lvl="0" marL="457200" marR="0" rtl="0" algn="l">
              <a:lnSpc>
                <a:spcPct val="115000"/>
              </a:lnSpc>
              <a:spcBef>
                <a:spcPts val="0"/>
              </a:spcBef>
              <a:spcAft>
                <a:spcPts val="0"/>
              </a:spcAft>
              <a:buClr>
                <a:schemeClr val="dk1"/>
              </a:buClr>
              <a:buSzPts val="2800"/>
              <a:buFont typeface="Lexend"/>
              <a:buChar char="●"/>
            </a:pPr>
            <a:r>
              <a:rPr lang="en-US" sz="2800">
                <a:solidFill>
                  <a:schemeClr val="dk1"/>
                </a:solidFill>
                <a:latin typeface="Lexend"/>
                <a:ea typeface="Lexend"/>
                <a:cs typeface="Lexend"/>
                <a:sym typeface="Lexend"/>
              </a:rPr>
              <a:t>&gt; int myNumber = (int) myDecimal // value is now </a:t>
            </a:r>
            <a:endParaRPr sz="2800">
              <a:solidFill>
                <a:schemeClr val="dk1"/>
              </a:solidFill>
              <a:latin typeface="Lexend"/>
              <a:ea typeface="Lexend"/>
              <a:cs typeface="Lexend"/>
              <a:sym typeface="Lexen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g39a15f9354c_0_136"/>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Advanced</a:t>
            </a:r>
            <a:endParaRPr sz="1200">
              <a:latin typeface="IBM Plex Sans"/>
              <a:ea typeface="IBM Plex Sans"/>
              <a:cs typeface="IBM Plex Sans"/>
              <a:sym typeface="IBM Plex Sans"/>
            </a:endParaRPr>
          </a:p>
        </p:txBody>
      </p:sp>
      <p:cxnSp>
        <p:nvCxnSpPr>
          <p:cNvPr id="260" name="Google Shape;260;g39a15f9354c_0_136"/>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261" name="Google Shape;261;g39a15f9354c_0_136"/>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9B1D23"/>
              </a:buClr>
              <a:buSzPts val="4770"/>
              <a:buFont typeface="Arial Black"/>
              <a:buNone/>
            </a:pPr>
            <a:r>
              <a:rPr lang="en-US" sz="3140"/>
              <a:t>Using Conversion Methods (Wrapper Classes)</a:t>
            </a:r>
            <a:endParaRPr sz="3140"/>
          </a:p>
          <a:p>
            <a:pPr indent="0" lvl="0" marL="0" marR="0" rtl="0" algn="l">
              <a:lnSpc>
                <a:spcPct val="90000"/>
              </a:lnSpc>
              <a:spcBef>
                <a:spcPts val="0"/>
              </a:spcBef>
              <a:spcAft>
                <a:spcPts val="0"/>
              </a:spcAft>
              <a:buClr>
                <a:srgbClr val="9B1D23"/>
              </a:buClr>
              <a:buSzPts val="4770"/>
              <a:buFont typeface="Arial Black"/>
              <a:buNone/>
            </a:pPr>
            <a:r>
              <a:t/>
            </a:r>
            <a:endParaRPr sz="3140"/>
          </a:p>
        </p:txBody>
      </p:sp>
      <p:sp>
        <p:nvSpPr>
          <p:cNvPr id="262" name="Google Shape;262;g39a15f9354c_0_136"/>
          <p:cNvSpPr txBox="1"/>
          <p:nvPr/>
        </p:nvSpPr>
        <p:spPr>
          <a:xfrm>
            <a:off x="517400" y="1764525"/>
            <a:ext cx="10150500" cy="3093900"/>
          </a:xfrm>
          <a:prstGeom prst="rect">
            <a:avLst/>
          </a:prstGeom>
          <a:noFill/>
          <a:ln>
            <a:noFill/>
          </a:ln>
        </p:spPr>
        <p:txBody>
          <a:bodyPr anchorCtr="0" anchor="t" bIns="91425" lIns="91425" spcFirstLastPara="1" rIns="91425" wrap="square" tIns="91425">
            <a:spAutoFit/>
          </a:bodyPr>
          <a:lstStyle/>
          <a:p>
            <a:pPr indent="-406400" lvl="0" marL="457200" marR="0" rtl="0" algn="l">
              <a:lnSpc>
                <a:spcPct val="115000"/>
              </a:lnSpc>
              <a:spcBef>
                <a:spcPts val="0"/>
              </a:spcBef>
              <a:spcAft>
                <a:spcPts val="0"/>
              </a:spcAft>
              <a:buClr>
                <a:schemeClr val="dk1"/>
              </a:buClr>
              <a:buSzPts val="2800"/>
              <a:buFont typeface="Lexend"/>
              <a:buChar char="●"/>
            </a:pPr>
            <a:r>
              <a:rPr lang="en-US" sz="2800">
                <a:solidFill>
                  <a:schemeClr val="dk1"/>
                </a:solidFill>
                <a:latin typeface="Lexend"/>
                <a:ea typeface="Lexend"/>
                <a:cs typeface="Lexend"/>
                <a:sym typeface="Lexend"/>
              </a:rPr>
              <a:t>Use the methods provided by wrapper classes to convert data type</a:t>
            </a:r>
            <a:endParaRPr sz="2800">
              <a:solidFill>
                <a:schemeClr val="dk1"/>
              </a:solidFill>
              <a:latin typeface="Lexend"/>
              <a:ea typeface="Lexend"/>
              <a:cs typeface="Lexend"/>
              <a:sym typeface="Lexend"/>
            </a:endParaRPr>
          </a:p>
          <a:p>
            <a:pPr indent="-406400" lvl="0" marL="457200" marR="0" rtl="0" algn="l">
              <a:lnSpc>
                <a:spcPct val="115000"/>
              </a:lnSpc>
              <a:spcBef>
                <a:spcPts val="0"/>
              </a:spcBef>
              <a:spcAft>
                <a:spcPts val="0"/>
              </a:spcAft>
              <a:buClr>
                <a:schemeClr val="dk1"/>
              </a:buClr>
              <a:buSzPts val="2800"/>
              <a:buFont typeface="Lexend"/>
              <a:buChar char="●"/>
            </a:pPr>
            <a:r>
              <a:rPr lang="en-US" sz="2800">
                <a:solidFill>
                  <a:schemeClr val="dk1"/>
                </a:solidFill>
                <a:latin typeface="Lexend"/>
                <a:ea typeface="Lexend"/>
                <a:cs typeface="Lexend"/>
                <a:sym typeface="Lexend"/>
              </a:rPr>
              <a:t>Example:</a:t>
            </a:r>
            <a:endParaRPr sz="2800">
              <a:solidFill>
                <a:schemeClr val="dk1"/>
              </a:solidFill>
              <a:latin typeface="Lexend"/>
              <a:ea typeface="Lexend"/>
              <a:cs typeface="Lexend"/>
              <a:sym typeface="Lexend"/>
            </a:endParaRPr>
          </a:p>
          <a:p>
            <a:pPr indent="-406400" lvl="0" marL="457200" marR="0" rtl="0" algn="l">
              <a:lnSpc>
                <a:spcPct val="115000"/>
              </a:lnSpc>
              <a:spcBef>
                <a:spcPts val="0"/>
              </a:spcBef>
              <a:spcAft>
                <a:spcPts val="0"/>
              </a:spcAft>
              <a:buClr>
                <a:schemeClr val="dk1"/>
              </a:buClr>
              <a:buSzPts val="2800"/>
              <a:buFont typeface="Lexend"/>
              <a:buChar char="●"/>
            </a:pPr>
            <a:r>
              <a:rPr lang="en-US" sz="2800">
                <a:solidFill>
                  <a:schemeClr val="dk1"/>
                </a:solidFill>
                <a:latin typeface="Lexend"/>
                <a:ea typeface="Lexend"/>
                <a:cs typeface="Lexend"/>
                <a:sym typeface="Lexend"/>
              </a:rPr>
              <a:t>&gt; String numberStr = "42";</a:t>
            </a:r>
            <a:endParaRPr sz="2800">
              <a:solidFill>
                <a:schemeClr val="dk1"/>
              </a:solidFill>
              <a:latin typeface="Lexend"/>
              <a:ea typeface="Lexend"/>
              <a:cs typeface="Lexend"/>
              <a:sym typeface="Lexend"/>
            </a:endParaRPr>
          </a:p>
          <a:p>
            <a:pPr indent="-406400" lvl="0" marL="457200" marR="0" rtl="0" algn="l">
              <a:lnSpc>
                <a:spcPct val="115000"/>
              </a:lnSpc>
              <a:spcBef>
                <a:spcPts val="0"/>
              </a:spcBef>
              <a:spcAft>
                <a:spcPts val="0"/>
              </a:spcAft>
              <a:buClr>
                <a:schemeClr val="dk1"/>
              </a:buClr>
              <a:buSzPts val="2800"/>
              <a:buFont typeface="Lexend"/>
              <a:buChar char="●"/>
            </a:pPr>
            <a:r>
              <a:rPr lang="en-US" sz="2800">
                <a:solidFill>
                  <a:schemeClr val="dk1"/>
                </a:solidFill>
                <a:latin typeface="Lexend"/>
                <a:ea typeface="Lexend"/>
                <a:cs typeface="Lexend"/>
                <a:sym typeface="Lexend"/>
              </a:rPr>
              <a:t>&gt; int intValue = Integer.parseInt(numberStr); // Using Integer.parseInt to convert a String to int</a:t>
            </a:r>
            <a:endParaRPr sz="2800">
              <a:solidFill>
                <a:schemeClr val="dk1"/>
              </a:solidFill>
              <a:latin typeface="Lexend"/>
              <a:ea typeface="Lexend"/>
              <a:cs typeface="Lexend"/>
              <a:sym typeface="Lexen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5_BPI2019">
  <a:themeElements>
    <a:clrScheme name="BPI Color Palette - Monitoring Competition">
      <a:dk1>
        <a:srgbClr val="000000"/>
      </a:dk1>
      <a:lt1>
        <a:srgbClr val="FFFFFF"/>
      </a:lt1>
      <a:dk2>
        <a:srgbClr val="84191D"/>
      </a:dk2>
      <a:lt2>
        <a:srgbClr val="F3E8EB"/>
      </a:lt2>
      <a:accent1>
        <a:srgbClr val="AF222B"/>
      </a:accent1>
      <a:accent2>
        <a:srgbClr val="DAA22B"/>
      </a:accent2>
      <a:accent3>
        <a:srgbClr val="1C43C9"/>
      </a:accent3>
      <a:accent4>
        <a:srgbClr val="1C9A0E"/>
      </a:accent4>
      <a:accent5>
        <a:srgbClr val="28B0F5"/>
      </a:accent5>
      <a:accent6>
        <a:srgbClr val="8A15FF"/>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2020-03-05T06:49:37Z</dcterms:created>
  <dc:creator>CHEESAMAE B. MANEJA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d6ac669-a8bf-47f5-a0d2-faaa744f7ecd_Enabled">
    <vt:lpwstr>true</vt:lpwstr>
  </property>
  <property fmtid="{D5CDD505-2E9C-101B-9397-08002B2CF9AE}" pid="3" name="MSIP_Label_4d6ac669-a8bf-47f5-a0d2-faaa744f7ecd_SetDate">
    <vt:lpwstr>2025-10-07T04:38:31Z</vt:lpwstr>
  </property>
  <property fmtid="{D5CDD505-2E9C-101B-9397-08002B2CF9AE}" pid="4" name="MSIP_Label_4d6ac669-a8bf-47f5-a0d2-faaa744f7ecd_Method">
    <vt:lpwstr>Standard</vt:lpwstr>
  </property>
  <property fmtid="{D5CDD505-2E9C-101B-9397-08002B2CF9AE}" pid="5" name="MSIP_Label_4d6ac669-a8bf-47f5-a0d2-faaa744f7ecd_Name">
    <vt:lpwstr>Confidential</vt:lpwstr>
  </property>
  <property fmtid="{D5CDD505-2E9C-101B-9397-08002B2CF9AE}" pid="6" name="MSIP_Label_4d6ac669-a8bf-47f5-a0d2-faaa744f7ecd_SiteId">
    <vt:lpwstr>24cf8460-6751-428a-ab19-a8eb04dfe447</vt:lpwstr>
  </property>
  <property fmtid="{D5CDD505-2E9C-101B-9397-08002B2CF9AE}" pid="7" name="MSIP_Label_4d6ac669-a8bf-47f5-a0d2-faaa744f7ecd_ActionId">
    <vt:lpwstr>469dbbbe-193a-48e7-a21a-e50eaa0fc1cb</vt:lpwstr>
  </property>
  <property fmtid="{D5CDD505-2E9C-101B-9397-08002B2CF9AE}" pid="8" name="MSIP_Label_4d6ac669-a8bf-47f5-a0d2-faaa744f7ecd_ContentBits">
    <vt:lpwstr>3</vt:lpwstr>
  </property>
  <property fmtid="{D5CDD505-2E9C-101B-9397-08002B2CF9AE}" pid="9" name="MSIP_Label_4d6ac669-a8bf-47f5-a0d2-faaa744f7ecd_Tag">
    <vt:lpwstr>50, 3, 0, 1</vt:lpwstr>
  </property>
  <property fmtid="{D5CDD505-2E9C-101B-9397-08002B2CF9AE}" pid="10" name="ClassificationContentMarkingFooterLocations">
    <vt:lpwstr>BPI2019:10\1_BPI Powerpoint Template 2019 - Internal Use:10\152_BPI2019:10\146_BPI2019:10\BPI PPT Theme:10\2_BPI2019:10\5_BPI2019:10\BPI Powerpoint Template 2019 - Internal Use:5</vt:lpwstr>
  </property>
  <property fmtid="{D5CDD505-2E9C-101B-9397-08002B2CF9AE}" pid="11" name="ClassificationContentMarkingFooterText">
    <vt:lpwstr>This document contains confidential data. It is intended solely for  the use of authorized recipient(s). Unauthorized use, disclosure, or reproduction  is strictly prohibited.</vt:lpwstr>
  </property>
  <property fmtid="{D5CDD505-2E9C-101B-9397-08002B2CF9AE}" pid="12" name="ClassificationContentMarkingHeaderLocations">
    <vt:lpwstr>BPI2019:9\1_BPI Powerpoint Template 2019 - Internal Use:9\152_BPI2019:9\146_BPI2019:9\BPI PPT Theme:9\2_BPI2019:9\5_BPI2019:9\BPI Powerpoint Template 2019 - Internal Use:4</vt:lpwstr>
  </property>
  <property fmtid="{D5CDD505-2E9C-101B-9397-08002B2CF9AE}" pid="13" name="ClassificationContentMarkingHeaderText">
    <vt:lpwstr>Confidential</vt:lpwstr>
  </property>
  <property fmtid="{D5CDD505-2E9C-101B-9397-08002B2CF9AE}" pid="14" name="ContentTypeId">
    <vt:lpwstr>0x010100C45ABA40644FCC4CAE4C6F68CADFC236</vt:lpwstr>
  </property>
</Properties>
</file>