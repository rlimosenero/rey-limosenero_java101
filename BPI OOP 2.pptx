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Lst>
  <p:sldSz cy="6858000" cx="12192000"/>
  <p:notesSz cx="7010400" cy="9296400"/>
  <p:embeddedFontLst>
    <p:embeddedFont>
      <p:font typeface="IBM Plex Sans"/>
      <p:regular r:id="rId43"/>
      <p:bold r:id="rId44"/>
      <p:italic r:id="rId45"/>
      <p:boldItalic r:id="rId46"/>
    </p:embeddedFont>
    <p:embeddedFont>
      <p:font typeface="Arial Black"/>
      <p:regular r:id="rId47"/>
    </p:embeddedFont>
    <p:embeddedFont>
      <p:font typeface="Lexend"/>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ilQ1YZ2vvBJiQ/qPU3o0CrbeFB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font" Target="fonts/IBMPlexSans-bold.fntdata"/><Relationship Id="rId43" Type="http://schemas.openxmlformats.org/officeDocument/2006/relationships/font" Target="fonts/IBMPlexSans-regular.fntdata"/><Relationship Id="rId46" Type="http://schemas.openxmlformats.org/officeDocument/2006/relationships/font" Target="fonts/IBMPlexSans-boldItalic.fntdata"/><Relationship Id="rId45" Type="http://schemas.openxmlformats.org/officeDocument/2006/relationships/font" Target="fonts/IBMPlex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Lexend-regular.fntdata"/><Relationship Id="rId47" Type="http://schemas.openxmlformats.org/officeDocument/2006/relationships/font" Target="fonts/ArialBlack-regular.fntdata"/><Relationship Id="rId49" Type="http://schemas.openxmlformats.org/officeDocument/2006/relationships/font" Target="fonts/Lexend-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840" cy="466434"/>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0"/>
            <a:ext cx="3037840" cy="466434"/>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73892"/>
            <a:ext cx="5608320" cy="3660458"/>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967"/>
            <a:ext cx="3037840" cy="466433"/>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829967"/>
            <a:ext cx="3037840" cy="466433"/>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701040" y="4473892"/>
            <a:ext cx="5608320" cy="3660458"/>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a1362b7ee_0_8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9a1362b7ee_0_8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5" name="Google Shape;95;g39a1362b7ee_0_8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a1362b7ee_0_2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9a1362b7ee_0_2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04" name="Google Shape;104;g39a1362b7ee_0_2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a1362b7ee_0_9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9a1362b7ee_0_9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13" name="Google Shape;113;g39a1362b7ee_0_9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a1362b7ee_0_10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9a1362b7ee_0_10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22" name="Google Shape;122;g39a1362b7ee_0_10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9549bcef1_0_5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a9549bcef1_0_5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31" name="Google Shape;131;g3a9549bcef1_0_5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bb711dbb7_0_9: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abb711dbb7_0_9: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0" name="Google Shape;140;g3abb711dbb7_0_9: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a1362b7ee_9_4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9a1362b7ee_9_4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9" name="Google Shape;149;g39a1362b7ee_9_4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9549bcef1_0_4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a9549bcef1_0_4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58" name="Google Shape;158;g3a9549bcef1_0_4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bb711dbb7_0_1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abb711dbb7_0_1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67" name="Google Shape;167;g3abb711dbb7_0_1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9549bcef1_0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3a9549bcef1_0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8" name="Google Shape;178;g3a9549bcef1_0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bb711dbb7_1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abb711dbb7_1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87" name="Google Shape;187;g3abb711dbb7_1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9549bcef1_0_4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3a9549bcef1_0_4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96" name="Google Shape;196;g3a9549bcef1_0_4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abb711dbb7_0_3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3abb711dbb7_0_3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05" name="Google Shape;205;g3abb711dbb7_0_3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9549bcef1_0_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a9549bcef1_0_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15" name="Google Shape;215;g3a9549bcef1_0_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9549bcef1_0_1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a9549bcef1_0_1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24" name="Google Shape;224;g3a9549bcef1_0_1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c9920a3ec_0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ac9920a3ec_0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33" name="Google Shape;233;g3ac9920a3ec_0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9549bcef1_0_2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a9549bcef1_0_2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45" name="Google Shape;245;g3a9549bcef1_0_2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a9549bcef1_0_3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g3a9549bcef1_0_3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54" name="Google Shape;254;g3a9549bcef1_0_3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c9920a3ec_0_1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3ac9920a3ec_0_1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63" name="Google Shape;263;g3ac9920a3ec_0_1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c9920a3ec_0_3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ac9920a3ec_0_3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74" name="Google Shape;274;g3ac9920a3ec_0_3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ac9920a3ec_0_7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ac9920a3ec_0_7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83" name="Google Shape;283;g3ac9920a3ec_0_7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a9549bcef1_0_6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a9549bcef1_0_6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94" name="Google Shape;294;g3a9549bcef1_0_6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9549bcef1_0_9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3a9549bcef1_0_9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03" name="Google Shape;303;g3a9549bcef1_0_9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ac9920a3ec_0_4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3ac9920a3ec_0_4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12" name="Google Shape;312;g3ac9920a3ec_0_4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a9549bcef1_0_7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a9549bcef1_0_7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24" name="Google Shape;324;g3a9549bcef1_0_7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9549bcef1_0_8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g3a9549bcef1_0_8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33" name="Google Shape;333;g3a9549bcef1_0_8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9549bcef1_0_10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g3a9549bcef1_0_10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42" name="Google Shape;342;g3a9549bcef1_0_10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ac9920a3ec_0_5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g3ac9920a3ec_0_5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51" name="Google Shape;351;g3ac9920a3ec_0_5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a9549bcef1_0_14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a9549bcef1_0_14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60" name="Google Shape;360;g3a9549bcef1_0_14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ac9920a3ec_0_6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3ac9920a3ec_0_6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69" name="Google Shape;369;g3ac9920a3ec_0_6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a9549bcef1_0_11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g3a9549bcef1_0_11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79" name="Google Shape;379;g3a9549bcef1_0_11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a9549bcef1_0_15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g3a9549bcef1_0_15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88" name="Google Shape;388;g3a9549bcef1_0_15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a9549bcef1_0_17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g3a9549bcef1_0_17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97" name="Google Shape;397;g3a9549bcef1_0_17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a9549bcef1_0_16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g3a9549bcef1_0_16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06" name="Google Shape;406;g3a9549bcef1_0_16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a9549bcef1_0_18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g3a9549bcef1_0_18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15" name="Google Shape;415;g3a9549bcef1_0_18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a9549bcef1_0_16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g3a9549bcef1_0_16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24" name="Google Shape;424;g3a9549bcef1_0_16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a9549bcef1_0_12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g3a9549bcef1_0_12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33" name="Google Shape;433;g3a9549bcef1_0_12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4"/>
          <p:cNvSpPr txBox="1"/>
          <p:nvPr>
            <p:ph type="ctrTitle"/>
          </p:nvPr>
        </p:nvSpPr>
        <p:spPr>
          <a:xfrm>
            <a:off x="3848103" y="983674"/>
            <a:ext cx="6819900" cy="28173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9B1D23"/>
              </a:buClr>
              <a:buSzPts val="5333"/>
              <a:buFont typeface="Arial Black"/>
              <a:buNone/>
              <a:defRPr sz="533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 type="subTitle"/>
          </p:nvPr>
        </p:nvSpPr>
        <p:spPr>
          <a:xfrm>
            <a:off x="3848103" y="3892984"/>
            <a:ext cx="6819900" cy="165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1333"/>
              </a:spcBef>
              <a:spcAft>
                <a:spcPts val="0"/>
              </a:spcAft>
              <a:buClr>
                <a:schemeClr val="dk1"/>
              </a:buClr>
              <a:buSzPts val="2134"/>
              <a:buNone/>
              <a:defRPr sz="2667"/>
            </a:lvl1pPr>
            <a:lvl2pPr lvl="1" algn="ctr">
              <a:lnSpc>
                <a:spcPct val="90000"/>
              </a:lnSpc>
              <a:spcBef>
                <a:spcPts val="667"/>
              </a:spcBef>
              <a:spcAft>
                <a:spcPts val="0"/>
              </a:spcAft>
              <a:buClr>
                <a:schemeClr val="dk1"/>
              </a:buClr>
              <a:buSzPts val="2134"/>
              <a:buNone/>
              <a:defRPr sz="2667"/>
            </a:lvl2pPr>
            <a:lvl3pPr lvl="2" algn="ctr">
              <a:lnSpc>
                <a:spcPct val="90000"/>
              </a:lnSpc>
              <a:spcBef>
                <a:spcPts val="667"/>
              </a:spcBef>
              <a:spcAft>
                <a:spcPts val="0"/>
              </a:spcAft>
              <a:buClr>
                <a:schemeClr val="dk1"/>
              </a:buClr>
              <a:buSzPts val="1920"/>
              <a:buNone/>
              <a:defRPr sz="2400"/>
            </a:lvl3pPr>
            <a:lvl4pPr lvl="3" algn="ctr">
              <a:lnSpc>
                <a:spcPct val="90000"/>
              </a:lnSpc>
              <a:spcBef>
                <a:spcPts val="667"/>
              </a:spcBef>
              <a:spcAft>
                <a:spcPts val="0"/>
              </a:spcAft>
              <a:buClr>
                <a:schemeClr val="dk1"/>
              </a:buClr>
              <a:buSzPts val="1706"/>
              <a:buNone/>
              <a:defRPr sz="2133"/>
            </a:lvl4pPr>
            <a:lvl5pPr lvl="4" algn="ctr">
              <a:lnSpc>
                <a:spcPct val="90000"/>
              </a:lnSpc>
              <a:spcBef>
                <a:spcPts val="667"/>
              </a:spcBef>
              <a:spcAft>
                <a:spcPts val="0"/>
              </a:spcAft>
              <a:buClr>
                <a:schemeClr val="dk1"/>
              </a:buClr>
              <a:buSzPts val="1706"/>
              <a:buNone/>
              <a:defRPr sz="2133"/>
            </a:lvl5pPr>
            <a:lvl6pPr lvl="5" algn="ctr">
              <a:lnSpc>
                <a:spcPct val="90000"/>
              </a:lnSpc>
              <a:spcBef>
                <a:spcPts val="667"/>
              </a:spcBef>
              <a:spcAft>
                <a:spcPts val="0"/>
              </a:spcAft>
              <a:buClr>
                <a:schemeClr val="dk1"/>
              </a:buClr>
              <a:buSzPts val="2133"/>
              <a:buNone/>
              <a:defRPr sz="2133"/>
            </a:lvl6pPr>
            <a:lvl7pPr lvl="6" algn="ctr">
              <a:lnSpc>
                <a:spcPct val="90000"/>
              </a:lnSpc>
              <a:spcBef>
                <a:spcPts val="667"/>
              </a:spcBef>
              <a:spcAft>
                <a:spcPts val="0"/>
              </a:spcAft>
              <a:buClr>
                <a:schemeClr val="dk1"/>
              </a:buClr>
              <a:buSzPts val="2133"/>
              <a:buNone/>
              <a:defRPr sz="2133"/>
            </a:lvl7pPr>
            <a:lvl8pPr lvl="7" algn="ctr">
              <a:lnSpc>
                <a:spcPct val="90000"/>
              </a:lnSpc>
              <a:spcBef>
                <a:spcPts val="667"/>
              </a:spcBef>
              <a:spcAft>
                <a:spcPts val="0"/>
              </a:spcAft>
              <a:buClr>
                <a:schemeClr val="dk1"/>
              </a:buClr>
              <a:buSzPts val="2133"/>
              <a:buNone/>
              <a:defRPr sz="2133"/>
            </a:lvl8pPr>
            <a:lvl9pPr lvl="8" algn="ctr">
              <a:lnSpc>
                <a:spcPct val="90000"/>
              </a:lnSpc>
              <a:spcBef>
                <a:spcPts val="667"/>
              </a:spcBef>
              <a:spcAft>
                <a:spcPts val="0"/>
              </a:spcAft>
              <a:buClr>
                <a:schemeClr val="dk1"/>
              </a:buClr>
              <a:buSzPts val="2133"/>
              <a:buNone/>
              <a:defRPr sz="2133"/>
            </a:lvl9pPr>
          </a:lstStyle>
          <a:p/>
        </p:txBody>
      </p:sp>
      <p:sp>
        <p:nvSpPr>
          <p:cNvPr id="20" name="Google Shape;20;p4"/>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cxnSp>
        <p:nvCxnSpPr>
          <p:cNvPr id="21" name="Google Shape;21;p4"/>
          <p:cNvCxnSpPr/>
          <p:nvPr/>
        </p:nvCxnSpPr>
        <p:spPr>
          <a:xfrm>
            <a:off x="3610897" y="976745"/>
            <a:ext cx="0" cy="4572000"/>
          </a:xfrm>
          <a:prstGeom prst="straightConnector1">
            <a:avLst/>
          </a:prstGeom>
          <a:noFill/>
          <a:ln cap="flat" cmpd="sng" w="28575">
            <a:solidFill>
              <a:srgbClr val="9B1D23"/>
            </a:solidFill>
            <a:prstDash val="solid"/>
            <a:miter lim="800000"/>
            <a:headEnd len="sm" w="sm" type="none"/>
            <a:tailEnd len="sm" w="sm" type="none"/>
          </a:ln>
        </p:spPr>
      </p:cxnSp>
      <p:sp>
        <p:nvSpPr>
          <p:cNvPr id="22" name="Google Shape;22;p4"/>
          <p:cNvSpPr/>
          <p:nvPr/>
        </p:nvSpPr>
        <p:spPr>
          <a:xfrm>
            <a:off x="10668000" y="0"/>
            <a:ext cx="1422300" cy="7875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pic>
        <p:nvPicPr>
          <p:cNvPr id="23" name="Google Shape;23;p4"/>
          <p:cNvPicPr preferRelativeResize="0"/>
          <p:nvPr/>
        </p:nvPicPr>
        <p:blipFill rotWithShape="1">
          <a:blip r:embed="rId2">
            <a:alphaModFix/>
          </a:blip>
          <a:srcRect b="0" l="0" r="0" t="0"/>
          <a:stretch/>
        </p:blipFill>
        <p:spPr>
          <a:xfrm>
            <a:off x="101738" y="2087880"/>
            <a:ext cx="3479663" cy="26822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5"/>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 type="body"/>
          </p:nvPr>
        </p:nvSpPr>
        <p:spPr>
          <a:xfrm>
            <a:off x="505968" y="1600201"/>
            <a:ext cx="11180100" cy="446910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333"/>
              </a:spcBef>
              <a:spcAft>
                <a:spcPts val="0"/>
              </a:spcAft>
              <a:buClr>
                <a:schemeClr val="dk1"/>
              </a:buClr>
              <a:buSzPts val="2560"/>
              <a:buChar char="•"/>
              <a:defRPr>
                <a:latin typeface="Calibri"/>
                <a:ea typeface="Calibri"/>
                <a:cs typeface="Calibri"/>
                <a:sym typeface="Calibri"/>
              </a:defRPr>
            </a:lvl1pPr>
            <a:lvl2pPr indent="-364108" lvl="1" marL="914400" algn="l">
              <a:lnSpc>
                <a:spcPct val="90000"/>
              </a:lnSpc>
              <a:spcBef>
                <a:spcPts val="667"/>
              </a:spcBef>
              <a:spcAft>
                <a:spcPts val="0"/>
              </a:spcAft>
              <a:buClr>
                <a:schemeClr val="dk1"/>
              </a:buClr>
              <a:buSzPts val="2134"/>
              <a:buChar char="•"/>
              <a:defRPr>
                <a:latin typeface="Calibri"/>
                <a:ea typeface="Calibri"/>
                <a:cs typeface="Calibri"/>
                <a:sym typeface="Calibri"/>
              </a:defRPr>
            </a:lvl2pPr>
            <a:lvl3pPr indent="-350519" lvl="2" marL="1371600" algn="l">
              <a:lnSpc>
                <a:spcPct val="90000"/>
              </a:lnSpc>
              <a:spcBef>
                <a:spcPts val="667"/>
              </a:spcBef>
              <a:spcAft>
                <a:spcPts val="0"/>
              </a:spcAft>
              <a:buClr>
                <a:schemeClr val="dk1"/>
              </a:buClr>
              <a:buSzPts val="1920"/>
              <a:buChar char="•"/>
              <a:defRPr>
                <a:latin typeface="Calibri"/>
                <a:ea typeface="Calibri"/>
                <a:cs typeface="Calibri"/>
                <a:sym typeface="Calibri"/>
              </a:defRPr>
            </a:lvl3pPr>
            <a:lvl4pPr indent="-336931" lvl="3" marL="1828800" algn="l">
              <a:lnSpc>
                <a:spcPct val="90000"/>
              </a:lnSpc>
              <a:spcBef>
                <a:spcPts val="667"/>
              </a:spcBef>
              <a:spcAft>
                <a:spcPts val="0"/>
              </a:spcAft>
              <a:buClr>
                <a:schemeClr val="dk1"/>
              </a:buClr>
              <a:buSzPts val="1706"/>
              <a:buChar char="•"/>
              <a:defRPr>
                <a:latin typeface="Calibri"/>
                <a:ea typeface="Calibri"/>
                <a:cs typeface="Calibri"/>
                <a:sym typeface="Calibri"/>
              </a:defRPr>
            </a:lvl4pPr>
            <a:lvl5pPr indent="-336931" lvl="4" marL="2286000" algn="l">
              <a:lnSpc>
                <a:spcPct val="90000"/>
              </a:lnSpc>
              <a:spcBef>
                <a:spcPts val="667"/>
              </a:spcBef>
              <a:spcAft>
                <a:spcPts val="0"/>
              </a:spcAft>
              <a:buClr>
                <a:schemeClr val="dk1"/>
              </a:buClr>
              <a:buSzPts val="1706"/>
              <a:buChar char="•"/>
              <a:defRPr>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27" name="Google Shape;27;p5"/>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28" name="Shape 28"/>
        <p:cNvGrpSpPr/>
        <p:nvPr/>
      </p:nvGrpSpPr>
      <p:grpSpPr>
        <a:xfrm>
          <a:off x="0" y="0"/>
          <a:ext cx="0" cy="0"/>
          <a:chOff x="0" y="0"/>
          <a:chExt cx="0" cy="0"/>
        </a:xfrm>
      </p:grpSpPr>
      <p:sp>
        <p:nvSpPr>
          <p:cNvPr id="29" name="Google Shape;29;p6"/>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
          <p:cNvSpPr txBox="1"/>
          <p:nvPr>
            <p:ph idx="1" type="body"/>
          </p:nvPr>
        </p:nvSpPr>
        <p:spPr>
          <a:xfrm>
            <a:off x="495300" y="1905001"/>
            <a:ext cx="11180100" cy="416430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333"/>
              </a:spcBef>
              <a:spcAft>
                <a:spcPts val="0"/>
              </a:spcAft>
              <a:buClr>
                <a:schemeClr val="dk1"/>
              </a:buClr>
              <a:buSzPts val="2560"/>
              <a:buChar char="•"/>
              <a:defRPr sz="3200">
                <a:latin typeface="Calibri"/>
                <a:ea typeface="Calibri"/>
                <a:cs typeface="Calibri"/>
                <a:sym typeface="Calibri"/>
              </a:defRPr>
            </a:lvl1pPr>
            <a:lvl2pPr indent="-364108" lvl="1" marL="914400" algn="l">
              <a:lnSpc>
                <a:spcPct val="90000"/>
              </a:lnSpc>
              <a:spcBef>
                <a:spcPts val="667"/>
              </a:spcBef>
              <a:spcAft>
                <a:spcPts val="0"/>
              </a:spcAft>
              <a:buClr>
                <a:schemeClr val="dk1"/>
              </a:buClr>
              <a:buSzPts val="2134"/>
              <a:buChar char="•"/>
              <a:defRPr sz="2667">
                <a:latin typeface="Calibri"/>
                <a:ea typeface="Calibri"/>
                <a:cs typeface="Calibri"/>
                <a:sym typeface="Calibri"/>
              </a:defRPr>
            </a:lvl2pPr>
            <a:lvl3pPr indent="-350519" lvl="2" marL="1371600" algn="l">
              <a:lnSpc>
                <a:spcPct val="90000"/>
              </a:lnSpc>
              <a:spcBef>
                <a:spcPts val="667"/>
              </a:spcBef>
              <a:spcAft>
                <a:spcPts val="0"/>
              </a:spcAft>
              <a:buClr>
                <a:schemeClr val="dk1"/>
              </a:buClr>
              <a:buSzPts val="1920"/>
              <a:buChar char="•"/>
              <a:defRPr sz="2400">
                <a:latin typeface="Calibri"/>
                <a:ea typeface="Calibri"/>
                <a:cs typeface="Calibri"/>
                <a:sym typeface="Calibri"/>
              </a:defRPr>
            </a:lvl3pPr>
            <a:lvl4pPr indent="-336931" lvl="3" marL="1828800" algn="l">
              <a:lnSpc>
                <a:spcPct val="90000"/>
              </a:lnSpc>
              <a:spcBef>
                <a:spcPts val="667"/>
              </a:spcBef>
              <a:spcAft>
                <a:spcPts val="0"/>
              </a:spcAft>
              <a:buClr>
                <a:schemeClr val="dk1"/>
              </a:buClr>
              <a:buSzPts val="1706"/>
              <a:buChar char="•"/>
              <a:defRPr sz="2133">
                <a:latin typeface="Calibri"/>
                <a:ea typeface="Calibri"/>
                <a:cs typeface="Calibri"/>
                <a:sym typeface="Calibri"/>
              </a:defRPr>
            </a:lvl4pPr>
            <a:lvl5pPr indent="-336931" lvl="4" marL="2286000" algn="l">
              <a:lnSpc>
                <a:spcPct val="90000"/>
              </a:lnSpc>
              <a:spcBef>
                <a:spcPts val="667"/>
              </a:spcBef>
              <a:spcAft>
                <a:spcPts val="0"/>
              </a:spcAft>
              <a:buClr>
                <a:schemeClr val="dk1"/>
              </a:buClr>
              <a:buSzPts val="1706"/>
              <a:buChar char="•"/>
              <a:defRPr sz="2133">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31" name="Google Shape;31;p6"/>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32" name="Google Shape;32;p6"/>
          <p:cNvSpPr txBox="1"/>
          <p:nvPr>
            <p:ph idx="2" type="body"/>
          </p:nvPr>
        </p:nvSpPr>
        <p:spPr>
          <a:xfrm flipH="1">
            <a:off x="495264" y="1315720"/>
            <a:ext cx="11180100" cy="4878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12800" y="2218267"/>
            <a:ext cx="10515600" cy="10974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9B1D23"/>
              </a:buClr>
              <a:buSzPts val="4800"/>
              <a:buFont typeface="Arial Black"/>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
          <p:cNvSpPr txBox="1"/>
          <p:nvPr>
            <p:ph idx="1" type="body"/>
          </p:nvPr>
        </p:nvSpPr>
        <p:spPr>
          <a:xfrm>
            <a:off x="812800" y="3530600"/>
            <a:ext cx="10515600" cy="975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rgbClr val="888888"/>
              </a:buClr>
              <a:buSzPts val="1920"/>
              <a:buNone/>
              <a:defRPr sz="2400">
                <a:solidFill>
                  <a:srgbClr val="888888"/>
                </a:solidFill>
              </a:defRPr>
            </a:lvl1pPr>
            <a:lvl2pPr indent="-228600" lvl="1" marL="914400" algn="l">
              <a:lnSpc>
                <a:spcPct val="90000"/>
              </a:lnSpc>
              <a:spcBef>
                <a:spcPts val="667"/>
              </a:spcBef>
              <a:spcAft>
                <a:spcPts val="0"/>
              </a:spcAft>
              <a:buClr>
                <a:srgbClr val="888888"/>
              </a:buClr>
              <a:buSzPts val="2134"/>
              <a:buNone/>
              <a:defRPr sz="2667">
                <a:solidFill>
                  <a:srgbClr val="888888"/>
                </a:solidFill>
              </a:defRPr>
            </a:lvl2pPr>
            <a:lvl3pPr indent="-228600" lvl="2" marL="1371600" algn="l">
              <a:lnSpc>
                <a:spcPct val="90000"/>
              </a:lnSpc>
              <a:spcBef>
                <a:spcPts val="667"/>
              </a:spcBef>
              <a:spcAft>
                <a:spcPts val="0"/>
              </a:spcAft>
              <a:buClr>
                <a:srgbClr val="888888"/>
              </a:buClr>
              <a:buSzPts val="1920"/>
              <a:buNone/>
              <a:defRPr sz="2400">
                <a:solidFill>
                  <a:srgbClr val="888888"/>
                </a:solidFill>
              </a:defRPr>
            </a:lvl3pPr>
            <a:lvl4pPr indent="-228600" lvl="3" marL="1828800" algn="l">
              <a:lnSpc>
                <a:spcPct val="90000"/>
              </a:lnSpc>
              <a:spcBef>
                <a:spcPts val="667"/>
              </a:spcBef>
              <a:spcAft>
                <a:spcPts val="0"/>
              </a:spcAft>
              <a:buClr>
                <a:srgbClr val="888888"/>
              </a:buClr>
              <a:buSzPts val="1706"/>
              <a:buNone/>
              <a:defRPr sz="2133">
                <a:solidFill>
                  <a:srgbClr val="888888"/>
                </a:solidFill>
              </a:defRPr>
            </a:lvl4pPr>
            <a:lvl5pPr indent="-228600" lvl="4" marL="2286000" algn="l">
              <a:lnSpc>
                <a:spcPct val="90000"/>
              </a:lnSpc>
              <a:spcBef>
                <a:spcPts val="667"/>
              </a:spcBef>
              <a:spcAft>
                <a:spcPts val="0"/>
              </a:spcAft>
              <a:buClr>
                <a:srgbClr val="888888"/>
              </a:buClr>
              <a:buSzPts val="1706"/>
              <a:buNone/>
              <a:defRPr sz="2133">
                <a:solidFill>
                  <a:srgbClr val="888888"/>
                </a:solidFill>
              </a:defRPr>
            </a:lvl5pPr>
            <a:lvl6pPr indent="-228600" lvl="5" marL="2743200" algn="l">
              <a:lnSpc>
                <a:spcPct val="90000"/>
              </a:lnSpc>
              <a:spcBef>
                <a:spcPts val="667"/>
              </a:spcBef>
              <a:spcAft>
                <a:spcPts val="0"/>
              </a:spcAft>
              <a:buClr>
                <a:srgbClr val="888888"/>
              </a:buClr>
              <a:buSzPts val="2133"/>
              <a:buNone/>
              <a:defRPr sz="2133">
                <a:solidFill>
                  <a:srgbClr val="888888"/>
                </a:solidFill>
              </a:defRPr>
            </a:lvl6pPr>
            <a:lvl7pPr indent="-228600" lvl="6" marL="3200400" algn="l">
              <a:lnSpc>
                <a:spcPct val="90000"/>
              </a:lnSpc>
              <a:spcBef>
                <a:spcPts val="667"/>
              </a:spcBef>
              <a:spcAft>
                <a:spcPts val="0"/>
              </a:spcAft>
              <a:buClr>
                <a:srgbClr val="888888"/>
              </a:buClr>
              <a:buSzPts val="2133"/>
              <a:buNone/>
              <a:defRPr sz="2133">
                <a:solidFill>
                  <a:srgbClr val="888888"/>
                </a:solidFill>
              </a:defRPr>
            </a:lvl7pPr>
            <a:lvl8pPr indent="-228600" lvl="7" marL="3657600" algn="l">
              <a:lnSpc>
                <a:spcPct val="90000"/>
              </a:lnSpc>
              <a:spcBef>
                <a:spcPts val="667"/>
              </a:spcBef>
              <a:spcAft>
                <a:spcPts val="0"/>
              </a:spcAft>
              <a:buClr>
                <a:srgbClr val="888888"/>
              </a:buClr>
              <a:buSzPts val="2133"/>
              <a:buNone/>
              <a:defRPr sz="2133">
                <a:solidFill>
                  <a:srgbClr val="888888"/>
                </a:solidFill>
              </a:defRPr>
            </a:lvl8pPr>
            <a:lvl9pPr indent="-228600" lvl="8" marL="4114800" algn="l">
              <a:lnSpc>
                <a:spcPct val="90000"/>
              </a:lnSpc>
              <a:spcBef>
                <a:spcPts val="667"/>
              </a:spcBef>
              <a:spcAft>
                <a:spcPts val="0"/>
              </a:spcAft>
              <a:buClr>
                <a:srgbClr val="888888"/>
              </a:buClr>
              <a:buSzPts val="2133"/>
              <a:buNone/>
              <a:defRPr sz="2133">
                <a:solidFill>
                  <a:srgbClr val="888888"/>
                </a:solidFill>
              </a:defRPr>
            </a:lvl9pPr>
          </a:lstStyle>
          <a:p/>
        </p:txBody>
      </p:sp>
      <p:sp>
        <p:nvSpPr>
          <p:cNvPr id="36" name="Google Shape;36;p7"/>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8"/>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40" name="Google Shape;40;p8"/>
          <p:cNvSpPr txBox="1"/>
          <p:nvPr>
            <p:ph idx="1" type="body"/>
          </p:nvPr>
        </p:nvSpPr>
        <p:spPr>
          <a:xfrm>
            <a:off x="519273" y="1603104"/>
            <a:ext cx="5486400" cy="45111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1" name="Google Shape;41;p8"/>
          <p:cNvSpPr txBox="1"/>
          <p:nvPr>
            <p:ph idx="2" type="body"/>
          </p:nvPr>
        </p:nvSpPr>
        <p:spPr>
          <a:xfrm>
            <a:off x="6196173" y="1603104"/>
            <a:ext cx="5486400" cy="45111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Two Content">
  <p:cSld name="Subtitle and Two Content">
    <p:spTree>
      <p:nvGrpSpPr>
        <p:cNvPr id="42" name="Shape 42"/>
        <p:cNvGrpSpPr/>
        <p:nvPr/>
      </p:nvGrpSpPr>
      <p:grpSpPr>
        <a:xfrm>
          <a:off x="0" y="0"/>
          <a:ext cx="0" cy="0"/>
          <a:chOff x="0" y="0"/>
          <a:chExt cx="0" cy="0"/>
        </a:xfrm>
      </p:grpSpPr>
      <p:sp>
        <p:nvSpPr>
          <p:cNvPr id="43" name="Google Shape;43;p9"/>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 type="body"/>
          </p:nvPr>
        </p:nvSpPr>
        <p:spPr>
          <a:xfrm>
            <a:off x="508401" y="1916384"/>
            <a:ext cx="5486400" cy="4145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5" name="Google Shape;45;p9"/>
          <p:cNvSpPr txBox="1"/>
          <p:nvPr>
            <p:ph idx="2" type="body"/>
          </p:nvPr>
        </p:nvSpPr>
        <p:spPr>
          <a:xfrm>
            <a:off x="6190365" y="1916384"/>
            <a:ext cx="5486400" cy="4145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6" name="Google Shape;46;p9"/>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47" name="Google Shape;47;p9"/>
          <p:cNvSpPr txBox="1"/>
          <p:nvPr>
            <p:ph idx="3" type="body"/>
          </p:nvPr>
        </p:nvSpPr>
        <p:spPr>
          <a:xfrm flipH="1">
            <a:off x="498731" y="1315720"/>
            <a:ext cx="11180100" cy="487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8" name="Shape 48"/>
        <p:cNvGrpSpPr/>
        <p:nvPr/>
      </p:nvGrpSpPr>
      <p:grpSpPr>
        <a:xfrm>
          <a:off x="0" y="0"/>
          <a:ext cx="0" cy="0"/>
          <a:chOff x="0" y="0"/>
          <a:chExt cx="0" cy="0"/>
        </a:xfrm>
      </p:grpSpPr>
      <p:sp>
        <p:nvSpPr>
          <p:cNvPr id="49" name="Google Shape;49;p10"/>
          <p:cNvSpPr txBox="1"/>
          <p:nvPr>
            <p:ph idx="1" type="body"/>
          </p:nvPr>
        </p:nvSpPr>
        <p:spPr>
          <a:xfrm>
            <a:off x="508000" y="1397000"/>
            <a:ext cx="5486400" cy="609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560"/>
              <a:buNone/>
              <a:defRPr b="1" sz="3200">
                <a:latin typeface="Calibri"/>
                <a:ea typeface="Calibri"/>
                <a:cs typeface="Calibri"/>
                <a:sym typeface="Calibri"/>
              </a:defRPr>
            </a:lvl1pPr>
            <a:lvl2pPr indent="-228600" lvl="1" marL="914400" algn="l">
              <a:lnSpc>
                <a:spcPct val="90000"/>
              </a:lnSpc>
              <a:spcBef>
                <a:spcPts val="667"/>
              </a:spcBef>
              <a:spcAft>
                <a:spcPts val="0"/>
              </a:spcAft>
              <a:buClr>
                <a:schemeClr val="dk1"/>
              </a:buClr>
              <a:buSzPts val="2134"/>
              <a:buNone/>
              <a:defRPr b="1" sz="2667"/>
            </a:lvl2pPr>
            <a:lvl3pPr indent="-228600" lvl="2" marL="1371600" algn="l">
              <a:lnSpc>
                <a:spcPct val="90000"/>
              </a:lnSpc>
              <a:spcBef>
                <a:spcPts val="667"/>
              </a:spcBef>
              <a:spcAft>
                <a:spcPts val="0"/>
              </a:spcAft>
              <a:buClr>
                <a:schemeClr val="dk1"/>
              </a:buClr>
              <a:buSzPts val="1920"/>
              <a:buNone/>
              <a:defRPr b="1" sz="2400"/>
            </a:lvl3pPr>
            <a:lvl4pPr indent="-228600" lvl="3" marL="1828800" algn="l">
              <a:lnSpc>
                <a:spcPct val="90000"/>
              </a:lnSpc>
              <a:spcBef>
                <a:spcPts val="667"/>
              </a:spcBef>
              <a:spcAft>
                <a:spcPts val="0"/>
              </a:spcAft>
              <a:buClr>
                <a:schemeClr val="dk1"/>
              </a:buClr>
              <a:buSzPts val="1706"/>
              <a:buNone/>
              <a:defRPr b="1" sz="2133"/>
            </a:lvl4pPr>
            <a:lvl5pPr indent="-228600" lvl="4" marL="2286000" algn="l">
              <a:lnSpc>
                <a:spcPct val="90000"/>
              </a:lnSpc>
              <a:spcBef>
                <a:spcPts val="667"/>
              </a:spcBef>
              <a:spcAft>
                <a:spcPts val="0"/>
              </a:spcAft>
              <a:buClr>
                <a:schemeClr val="dk1"/>
              </a:buClr>
              <a:buSzPts val="1706"/>
              <a:buNone/>
              <a:defRPr b="1" sz="2133"/>
            </a:lvl5pPr>
            <a:lvl6pPr indent="-228600" lvl="5" marL="2743200" algn="l">
              <a:lnSpc>
                <a:spcPct val="90000"/>
              </a:lnSpc>
              <a:spcBef>
                <a:spcPts val="667"/>
              </a:spcBef>
              <a:spcAft>
                <a:spcPts val="0"/>
              </a:spcAft>
              <a:buClr>
                <a:schemeClr val="dk1"/>
              </a:buClr>
              <a:buSzPts val="2133"/>
              <a:buNone/>
              <a:defRPr b="1" sz="2133"/>
            </a:lvl6pPr>
            <a:lvl7pPr indent="-228600" lvl="6" marL="3200400" algn="l">
              <a:lnSpc>
                <a:spcPct val="90000"/>
              </a:lnSpc>
              <a:spcBef>
                <a:spcPts val="667"/>
              </a:spcBef>
              <a:spcAft>
                <a:spcPts val="0"/>
              </a:spcAft>
              <a:buClr>
                <a:schemeClr val="dk1"/>
              </a:buClr>
              <a:buSzPts val="2133"/>
              <a:buNone/>
              <a:defRPr b="1" sz="2133"/>
            </a:lvl7pPr>
            <a:lvl8pPr indent="-228600" lvl="7" marL="3657600" algn="l">
              <a:lnSpc>
                <a:spcPct val="90000"/>
              </a:lnSpc>
              <a:spcBef>
                <a:spcPts val="667"/>
              </a:spcBef>
              <a:spcAft>
                <a:spcPts val="0"/>
              </a:spcAft>
              <a:buClr>
                <a:schemeClr val="dk1"/>
              </a:buClr>
              <a:buSzPts val="2133"/>
              <a:buNone/>
              <a:defRPr b="1" sz="2133"/>
            </a:lvl8pPr>
            <a:lvl9pPr indent="-228600" lvl="8" marL="4114800" algn="l">
              <a:lnSpc>
                <a:spcPct val="90000"/>
              </a:lnSpc>
              <a:spcBef>
                <a:spcPts val="667"/>
              </a:spcBef>
              <a:spcAft>
                <a:spcPts val="0"/>
              </a:spcAft>
              <a:buClr>
                <a:schemeClr val="dk1"/>
              </a:buClr>
              <a:buSzPts val="2133"/>
              <a:buNone/>
              <a:defRPr b="1" sz="2133"/>
            </a:lvl9pPr>
          </a:lstStyle>
          <a:p/>
        </p:txBody>
      </p:sp>
      <p:sp>
        <p:nvSpPr>
          <p:cNvPr id="50" name="Google Shape;50;p10"/>
          <p:cNvSpPr txBox="1"/>
          <p:nvPr>
            <p:ph idx="2" type="body"/>
          </p:nvPr>
        </p:nvSpPr>
        <p:spPr>
          <a:xfrm>
            <a:off x="515816" y="2216140"/>
            <a:ext cx="5486400" cy="3779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51" name="Google Shape;51;p10"/>
          <p:cNvSpPr txBox="1"/>
          <p:nvPr>
            <p:ph idx="3" type="body"/>
          </p:nvPr>
        </p:nvSpPr>
        <p:spPr>
          <a:xfrm>
            <a:off x="6184924" y="1397000"/>
            <a:ext cx="5486400" cy="609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560"/>
              <a:buNone/>
              <a:defRPr b="1" sz="3200">
                <a:latin typeface="Calibri"/>
                <a:ea typeface="Calibri"/>
                <a:cs typeface="Calibri"/>
                <a:sym typeface="Calibri"/>
              </a:defRPr>
            </a:lvl1pPr>
            <a:lvl2pPr indent="-228600" lvl="1" marL="914400" algn="l">
              <a:lnSpc>
                <a:spcPct val="90000"/>
              </a:lnSpc>
              <a:spcBef>
                <a:spcPts val="667"/>
              </a:spcBef>
              <a:spcAft>
                <a:spcPts val="0"/>
              </a:spcAft>
              <a:buClr>
                <a:schemeClr val="dk1"/>
              </a:buClr>
              <a:buSzPts val="2134"/>
              <a:buNone/>
              <a:defRPr b="1" sz="2667"/>
            </a:lvl2pPr>
            <a:lvl3pPr indent="-228600" lvl="2" marL="1371600" algn="l">
              <a:lnSpc>
                <a:spcPct val="90000"/>
              </a:lnSpc>
              <a:spcBef>
                <a:spcPts val="667"/>
              </a:spcBef>
              <a:spcAft>
                <a:spcPts val="0"/>
              </a:spcAft>
              <a:buClr>
                <a:schemeClr val="dk1"/>
              </a:buClr>
              <a:buSzPts val="1920"/>
              <a:buNone/>
              <a:defRPr b="1" sz="2400"/>
            </a:lvl3pPr>
            <a:lvl4pPr indent="-228600" lvl="3" marL="1828800" algn="l">
              <a:lnSpc>
                <a:spcPct val="90000"/>
              </a:lnSpc>
              <a:spcBef>
                <a:spcPts val="667"/>
              </a:spcBef>
              <a:spcAft>
                <a:spcPts val="0"/>
              </a:spcAft>
              <a:buClr>
                <a:schemeClr val="dk1"/>
              </a:buClr>
              <a:buSzPts val="1706"/>
              <a:buNone/>
              <a:defRPr b="1" sz="2133"/>
            </a:lvl4pPr>
            <a:lvl5pPr indent="-228600" lvl="4" marL="2286000" algn="l">
              <a:lnSpc>
                <a:spcPct val="90000"/>
              </a:lnSpc>
              <a:spcBef>
                <a:spcPts val="667"/>
              </a:spcBef>
              <a:spcAft>
                <a:spcPts val="0"/>
              </a:spcAft>
              <a:buClr>
                <a:schemeClr val="dk1"/>
              </a:buClr>
              <a:buSzPts val="1706"/>
              <a:buNone/>
              <a:defRPr b="1" sz="2133"/>
            </a:lvl5pPr>
            <a:lvl6pPr indent="-228600" lvl="5" marL="2743200" algn="l">
              <a:lnSpc>
                <a:spcPct val="90000"/>
              </a:lnSpc>
              <a:spcBef>
                <a:spcPts val="667"/>
              </a:spcBef>
              <a:spcAft>
                <a:spcPts val="0"/>
              </a:spcAft>
              <a:buClr>
                <a:schemeClr val="dk1"/>
              </a:buClr>
              <a:buSzPts val="2133"/>
              <a:buNone/>
              <a:defRPr b="1" sz="2133"/>
            </a:lvl6pPr>
            <a:lvl7pPr indent="-228600" lvl="6" marL="3200400" algn="l">
              <a:lnSpc>
                <a:spcPct val="90000"/>
              </a:lnSpc>
              <a:spcBef>
                <a:spcPts val="667"/>
              </a:spcBef>
              <a:spcAft>
                <a:spcPts val="0"/>
              </a:spcAft>
              <a:buClr>
                <a:schemeClr val="dk1"/>
              </a:buClr>
              <a:buSzPts val="2133"/>
              <a:buNone/>
              <a:defRPr b="1" sz="2133"/>
            </a:lvl7pPr>
            <a:lvl8pPr indent="-228600" lvl="7" marL="3657600" algn="l">
              <a:lnSpc>
                <a:spcPct val="90000"/>
              </a:lnSpc>
              <a:spcBef>
                <a:spcPts val="667"/>
              </a:spcBef>
              <a:spcAft>
                <a:spcPts val="0"/>
              </a:spcAft>
              <a:buClr>
                <a:schemeClr val="dk1"/>
              </a:buClr>
              <a:buSzPts val="2133"/>
              <a:buNone/>
              <a:defRPr b="1" sz="2133"/>
            </a:lvl8pPr>
            <a:lvl9pPr indent="-228600" lvl="8" marL="4114800" algn="l">
              <a:lnSpc>
                <a:spcPct val="90000"/>
              </a:lnSpc>
              <a:spcBef>
                <a:spcPts val="667"/>
              </a:spcBef>
              <a:spcAft>
                <a:spcPts val="0"/>
              </a:spcAft>
              <a:buClr>
                <a:schemeClr val="dk1"/>
              </a:buClr>
              <a:buSzPts val="2133"/>
              <a:buNone/>
              <a:defRPr b="1" sz="2133"/>
            </a:lvl9pPr>
          </a:lstStyle>
          <a:p/>
        </p:txBody>
      </p:sp>
      <p:sp>
        <p:nvSpPr>
          <p:cNvPr id="52" name="Google Shape;52;p10"/>
          <p:cNvSpPr txBox="1"/>
          <p:nvPr>
            <p:ph idx="4" type="body"/>
          </p:nvPr>
        </p:nvSpPr>
        <p:spPr>
          <a:xfrm>
            <a:off x="6192740" y="2216140"/>
            <a:ext cx="5486400" cy="3779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53" name="Google Shape;53;p10"/>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10"/>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1"/>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1"/>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58" name="Shape 58"/>
        <p:cNvGrpSpPr/>
        <p:nvPr/>
      </p:nvGrpSpPr>
      <p:grpSpPr>
        <a:xfrm>
          <a:off x="0" y="0"/>
          <a:ext cx="0" cy="0"/>
          <a:chOff x="0" y="0"/>
          <a:chExt cx="0" cy="0"/>
        </a:xfrm>
      </p:grpSpPr>
      <p:sp>
        <p:nvSpPr>
          <p:cNvPr id="59" name="Google Shape;59;p12"/>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12"/>
          <p:cNvSpPr txBox="1"/>
          <p:nvPr>
            <p:ph idx="1" type="body"/>
          </p:nvPr>
        </p:nvSpPr>
        <p:spPr>
          <a:xfrm flipH="1">
            <a:off x="498135" y="1307957"/>
            <a:ext cx="11180100" cy="487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3"/>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4"/>
          <p:cNvSpPr txBox="1"/>
          <p:nvPr>
            <p:ph type="title"/>
          </p:nvPr>
        </p:nvSpPr>
        <p:spPr>
          <a:xfrm>
            <a:off x="840318" y="457200"/>
            <a:ext cx="3932700"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9B1D23"/>
              </a:buClr>
              <a:buSzPts val="3733"/>
              <a:buFont typeface="Arial Black"/>
              <a:buNone/>
              <a:defRPr sz="373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4"/>
          <p:cNvSpPr txBox="1"/>
          <p:nvPr>
            <p:ph idx="1" type="body"/>
          </p:nvPr>
        </p:nvSpPr>
        <p:spPr>
          <a:xfrm>
            <a:off x="5183717" y="988485"/>
            <a:ext cx="6172200" cy="4872600"/>
          </a:xfrm>
          <a:prstGeom prst="rect">
            <a:avLst/>
          </a:prstGeom>
          <a:noFill/>
          <a:ln>
            <a:noFill/>
          </a:ln>
        </p:spPr>
        <p:txBody>
          <a:bodyPr anchorCtr="0" anchor="t" bIns="45700" lIns="91425" spcFirstLastPara="1" rIns="91425" wrap="square" tIns="45700">
            <a:normAutofit/>
          </a:bodyPr>
          <a:lstStyle>
            <a:lvl1pPr indent="-418211" lvl="0" marL="457200" algn="l">
              <a:lnSpc>
                <a:spcPct val="90000"/>
              </a:lnSpc>
              <a:spcBef>
                <a:spcPts val="1333"/>
              </a:spcBef>
              <a:spcAft>
                <a:spcPts val="0"/>
              </a:spcAft>
              <a:buClr>
                <a:schemeClr val="dk1"/>
              </a:buClr>
              <a:buSzPts val="2986"/>
              <a:buChar char="•"/>
              <a:defRPr sz="3733"/>
            </a:lvl1pPr>
            <a:lvl2pPr indent="-391160" lvl="1" marL="914400" algn="l">
              <a:lnSpc>
                <a:spcPct val="90000"/>
              </a:lnSpc>
              <a:spcBef>
                <a:spcPts val="667"/>
              </a:spcBef>
              <a:spcAft>
                <a:spcPts val="0"/>
              </a:spcAft>
              <a:buClr>
                <a:schemeClr val="dk1"/>
              </a:buClr>
              <a:buSzPts val="2560"/>
              <a:buChar char="•"/>
              <a:defRPr sz="3200"/>
            </a:lvl2pPr>
            <a:lvl3pPr indent="-364108" lvl="2" marL="1371600" algn="l">
              <a:lnSpc>
                <a:spcPct val="90000"/>
              </a:lnSpc>
              <a:spcBef>
                <a:spcPts val="667"/>
              </a:spcBef>
              <a:spcAft>
                <a:spcPts val="0"/>
              </a:spcAft>
              <a:buClr>
                <a:schemeClr val="dk1"/>
              </a:buClr>
              <a:buSzPts val="2134"/>
              <a:buChar char="•"/>
              <a:defRPr sz="2667"/>
            </a:lvl3pPr>
            <a:lvl4pPr indent="-350519" lvl="3" marL="1828800" algn="l">
              <a:lnSpc>
                <a:spcPct val="90000"/>
              </a:lnSpc>
              <a:spcBef>
                <a:spcPts val="667"/>
              </a:spcBef>
              <a:spcAft>
                <a:spcPts val="0"/>
              </a:spcAft>
              <a:buClr>
                <a:schemeClr val="dk1"/>
              </a:buClr>
              <a:buSzPts val="1920"/>
              <a:buChar char="•"/>
              <a:defRPr sz="2400"/>
            </a:lvl4pPr>
            <a:lvl5pPr indent="-350520" lvl="4" marL="2286000" algn="l">
              <a:lnSpc>
                <a:spcPct val="90000"/>
              </a:lnSpc>
              <a:spcBef>
                <a:spcPts val="667"/>
              </a:spcBef>
              <a:spcAft>
                <a:spcPts val="0"/>
              </a:spcAft>
              <a:buClr>
                <a:schemeClr val="dk1"/>
              </a:buClr>
              <a:buSzPts val="1920"/>
              <a:buChar char="•"/>
              <a:defRPr sz="2400"/>
            </a:lvl5pPr>
            <a:lvl6pPr indent="-397954" lvl="5" marL="2743200" algn="l">
              <a:lnSpc>
                <a:spcPct val="90000"/>
              </a:lnSpc>
              <a:spcBef>
                <a:spcPts val="667"/>
              </a:spcBef>
              <a:spcAft>
                <a:spcPts val="0"/>
              </a:spcAft>
              <a:buClr>
                <a:schemeClr val="dk1"/>
              </a:buClr>
              <a:buSzPts val="2667"/>
              <a:buChar char="•"/>
              <a:defRPr sz="2667"/>
            </a:lvl6pPr>
            <a:lvl7pPr indent="-397954" lvl="6" marL="3200400" algn="l">
              <a:lnSpc>
                <a:spcPct val="90000"/>
              </a:lnSpc>
              <a:spcBef>
                <a:spcPts val="667"/>
              </a:spcBef>
              <a:spcAft>
                <a:spcPts val="0"/>
              </a:spcAft>
              <a:buClr>
                <a:schemeClr val="dk1"/>
              </a:buClr>
              <a:buSzPts val="2667"/>
              <a:buChar char="•"/>
              <a:defRPr sz="2667"/>
            </a:lvl7pPr>
            <a:lvl8pPr indent="-397954" lvl="7" marL="3657600" algn="l">
              <a:lnSpc>
                <a:spcPct val="90000"/>
              </a:lnSpc>
              <a:spcBef>
                <a:spcPts val="667"/>
              </a:spcBef>
              <a:spcAft>
                <a:spcPts val="0"/>
              </a:spcAft>
              <a:buClr>
                <a:schemeClr val="dk1"/>
              </a:buClr>
              <a:buSzPts val="2667"/>
              <a:buChar char="•"/>
              <a:defRPr sz="2667"/>
            </a:lvl8pPr>
            <a:lvl9pPr indent="-397954" lvl="8" marL="4114800" algn="l">
              <a:lnSpc>
                <a:spcPct val="90000"/>
              </a:lnSpc>
              <a:spcBef>
                <a:spcPts val="667"/>
              </a:spcBef>
              <a:spcAft>
                <a:spcPts val="0"/>
              </a:spcAft>
              <a:buClr>
                <a:schemeClr val="dk1"/>
              </a:buClr>
              <a:buSzPts val="2667"/>
              <a:buChar char="•"/>
              <a:defRPr sz="2667"/>
            </a:lvl9pPr>
          </a:lstStyle>
          <a:p/>
        </p:txBody>
      </p:sp>
      <p:sp>
        <p:nvSpPr>
          <p:cNvPr id="67" name="Google Shape;67;p14"/>
          <p:cNvSpPr txBox="1"/>
          <p:nvPr>
            <p:ph idx="2" type="body"/>
          </p:nvPr>
        </p:nvSpPr>
        <p:spPr>
          <a:xfrm>
            <a:off x="840318" y="2057400"/>
            <a:ext cx="3932700" cy="38121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1706"/>
              <a:buNone/>
              <a:defRPr sz="2133"/>
            </a:lvl1pPr>
            <a:lvl2pPr indent="-228600" lvl="1" marL="914400" algn="l">
              <a:lnSpc>
                <a:spcPct val="90000"/>
              </a:lnSpc>
              <a:spcBef>
                <a:spcPts val="667"/>
              </a:spcBef>
              <a:spcAft>
                <a:spcPts val="0"/>
              </a:spcAft>
              <a:buClr>
                <a:schemeClr val="dk1"/>
              </a:buClr>
              <a:buSzPts val="1494"/>
              <a:buNone/>
              <a:defRPr sz="1867"/>
            </a:lvl2pPr>
            <a:lvl3pPr indent="-228600" lvl="2" marL="1371600" algn="l">
              <a:lnSpc>
                <a:spcPct val="90000"/>
              </a:lnSpc>
              <a:spcBef>
                <a:spcPts val="667"/>
              </a:spcBef>
              <a:spcAft>
                <a:spcPts val="0"/>
              </a:spcAft>
              <a:buClr>
                <a:schemeClr val="dk1"/>
              </a:buClr>
              <a:buSzPts val="1280"/>
              <a:buNone/>
              <a:defRPr sz="1600"/>
            </a:lvl3pPr>
            <a:lvl4pPr indent="-228600" lvl="3" marL="1828800" algn="l">
              <a:lnSpc>
                <a:spcPct val="90000"/>
              </a:lnSpc>
              <a:spcBef>
                <a:spcPts val="667"/>
              </a:spcBef>
              <a:spcAft>
                <a:spcPts val="0"/>
              </a:spcAft>
              <a:buClr>
                <a:schemeClr val="dk1"/>
              </a:buClr>
              <a:buSzPts val="1066"/>
              <a:buNone/>
              <a:defRPr sz="1333"/>
            </a:lvl4pPr>
            <a:lvl5pPr indent="-228600" lvl="4" marL="2286000" algn="l">
              <a:lnSpc>
                <a:spcPct val="90000"/>
              </a:lnSpc>
              <a:spcBef>
                <a:spcPts val="667"/>
              </a:spcBef>
              <a:spcAft>
                <a:spcPts val="0"/>
              </a:spcAft>
              <a:buClr>
                <a:schemeClr val="dk1"/>
              </a:buClr>
              <a:buSzPts val="1066"/>
              <a:buNone/>
              <a:defRPr sz="1333"/>
            </a:lvl5pPr>
            <a:lvl6pPr indent="-228600" lvl="5" marL="2743200" algn="l">
              <a:lnSpc>
                <a:spcPct val="90000"/>
              </a:lnSpc>
              <a:spcBef>
                <a:spcPts val="667"/>
              </a:spcBef>
              <a:spcAft>
                <a:spcPts val="0"/>
              </a:spcAft>
              <a:buClr>
                <a:schemeClr val="dk1"/>
              </a:buClr>
              <a:buSzPts val="1333"/>
              <a:buNone/>
              <a:defRPr sz="1333"/>
            </a:lvl6pPr>
            <a:lvl7pPr indent="-228600" lvl="6" marL="3200400" algn="l">
              <a:lnSpc>
                <a:spcPct val="90000"/>
              </a:lnSpc>
              <a:spcBef>
                <a:spcPts val="667"/>
              </a:spcBef>
              <a:spcAft>
                <a:spcPts val="0"/>
              </a:spcAft>
              <a:buClr>
                <a:schemeClr val="dk1"/>
              </a:buClr>
              <a:buSzPts val="1333"/>
              <a:buNone/>
              <a:defRPr sz="1333"/>
            </a:lvl7pPr>
            <a:lvl8pPr indent="-228600" lvl="7" marL="3657600" algn="l">
              <a:lnSpc>
                <a:spcPct val="90000"/>
              </a:lnSpc>
              <a:spcBef>
                <a:spcPts val="667"/>
              </a:spcBef>
              <a:spcAft>
                <a:spcPts val="0"/>
              </a:spcAft>
              <a:buClr>
                <a:schemeClr val="dk1"/>
              </a:buClr>
              <a:buSzPts val="1333"/>
              <a:buNone/>
              <a:defRPr sz="1333"/>
            </a:lvl8pPr>
            <a:lvl9pPr indent="-228600" lvl="8" marL="4114800" algn="l">
              <a:lnSpc>
                <a:spcPct val="90000"/>
              </a:lnSpc>
              <a:spcBef>
                <a:spcPts val="667"/>
              </a:spcBef>
              <a:spcAft>
                <a:spcPts val="0"/>
              </a:spcAft>
              <a:buClr>
                <a:schemeClr val="dk1"/>
              </a:buClr>
              <a:buSzPts val="1333"/>
              <a:buNone/>
              <a:defRPr sz="1333"/>
            </a:lvl9pPr>
          </a:lstStyle>
          <a:p/>
        </p:txBody>
      </p:sp>
      <p:sp>
        <p:nvSpPr>
          <p:cNvPr id="68" name="Google Shape;68;p14"/>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5"/>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5"/>
          <p:cNvSpPr txBox="1"/>
          <p:nvPr>
            <p:ph idx="1" type="body"/>
          </p:nvPr>
        </p:nvSpPr>
        <p:spPr>
          <a:xfrm rot="5400000">
            <a:off x="3894950" y="-1787975"/>
            <a:ext cx="4389000" cy="111759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333"/>
              </a:spcBef>
              <a:spcAft>
                <a:spcPts val="0"/>
              </a:spcAft>
              <a:buClr>
                <a:schemeClr val="dk1"/>
              </a:buClr>
              <a:buSzPts val="1440"/>
              <a:buChar char="•"/>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72" name="Google Shape;72;p15"/>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3" name="Shape 73"/>
        <p:cNvGrpSpPr/>
        <p:nvPr/>
      </p:nvGrpSpPr>
      <p:grpSpPr>
        <a:xfrm>
          <a:off x="0" y="0"/>
          <a:ext cx="0" cy="0"/>
          <a:chOff x="0" y="0"/>
          <a:chExt cx="0" cy="0"/>
        </a:xfrm>
      </p:grpSpPr>
      <p:sp>
        <p:nvSpPr>
          <p:cNvPr id="74" name="Google Shape;74;p16"/>
          <p:cNvSpPr txBox="1"/>
          <p:nvPr>
            <p:ph type="title"/>
          </p:nvPr>
        </p:nvSpPr>
        <p:spPr>
          <a:xfrm rot="5400000">
            <a:off x="7134301" y="1956785"/>
            <a:ext cx="5810100"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6"/>
          <p:cNvSpPr txBox="1"/>
          <p:nvPr>
            <p:ph idx="1" type="body"/>
          </p:nvPr>
        </p:nvSpPr>
        <p:spPr>
          <a:xfrm rot="5400000">
            <a:off x="1774851" y="-570565"/>
            <a:ext cx="5810100" cy="76836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333"/>
              </a:spcBef>
              <a:spcAft>
                <a:spcPts val="0"/>
              </a:spcAft>
              <a:buClr>
                <a:schemeClr val="dk1"/>
              </a:buClr>
              <a:buSzPts val="1440"/>
              <a:buChar char="•"/>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76" name="Google Shape;76;p16"/>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77" name="Shape 77"/>
        <p:cNvGrpSpPr/>
        <p:nvPr/>
      </p:nvGrpSpPr>
      <p:grpSpPr>
        <a:xfrm>
          <a:off x="0" y="0"/>
          <a:ext cx="0" cy="0"/>
          <a:chOff x="0" y="0"/>
          <a:chExt cx="0" cy="0"/>
        </a:xfrm>
      </p:grpSpPr>
      <p:sp>
        <p:nvSpPr>
          <p:cNvPr id="78" name="Google Shape;78;p17"/>
          <p:cNvSpPr txBox="1"/>
          <p:nvPr>
            <p:ph type="ctrTitle"/>
          </p:nvPr>
        </p:nvSpPr>
        <p:spPr>
          <a:xfrm>
            <a:off x="3962400" y="2057400"/>
            <a:ext cx="7924800" cy="822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4267"/>
              <a:buFont typeface="Arial Black"/>
              <a:buNone/>
              <a:defRPr sz="4267"/>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7"/>
          <p:cNvSpPr txBox="1"/>
          <p:nvPr>
            <p:ph idx="1" type="subTitle"/>
          </p:nvPr>
        </p:nvSpPr>
        <p:spPr>
          <a:xfrm>
            <a:off x="3962400" y="3566160"/>
            <a:ext cx="7924800" cy="320100"/>
          </a:xfrm>
          <a:prstGeom prst="rect">
            <a:avLst/>
          </a:prstGeom>
          <a:noFill/>
          <a:ln>
            <a:noFill/>
          </a:ln>
        </p:spPr>
        <p:txBody>
          <a:bodyPr anchorCtr="0" anchor="t" bIns="45700" lIns="91425" spcFirstLastPara="1" rIns="91425" wrap="square" tIns="45700">
            <a:noAutofit/>
          </a:bodyPr>
          <a:lstStyle>
            <a:lvl1pPr lvl="0" algn="l">
              <a:lnSpc>
                <a:spcPct val="90000"/>
              </a:lnSpc>
              <a:spcBef>
                <a:spcPts val="1333"/>
              </a:spcBef>
              <a:spcAft>
                <a:spcPts val="0"/>
              </a:spcAft>
              <a:buClr>
                <a:schemeClr val="dk1"/>
              </a:buClr>
              <a:buSzPts val="1494"/>
              <a:buNone/>
              <a:defRPr sz="1867">
                <a:solidFill>
                  <a:schemeClr val="dk1"/>
                </a:solidFill>
                <a:latin typeface="Calibri"/>
                <a:ea typeface="Calibri"/>
                <a:cs typeface="Calibri"/>
                <a:sym typeface="Calibri"/>
              </a:defRPr>
            </a:lvl1pPr>
            <a:lvl2pPr lvl="1" algn="ctr">
              <a:lnSpc>
                <a:spcPct val="90000"/>
              </a:lnSpc>
              <a:spcBef>
                <a:spcPts val="667"/>
              </a:spcBef>
              <a:spcAft>
                <a:spcPts val="0"/>
              </a:spcAft>
              <a:buClr>
                <a:srgbClr val="888888"/>
              </a:buClr>
              <a:buSzPts val="2134"/>
              <a:buNone/>
              <a:defRPr>
                <a:solidFill>
                  <a:srgbClr val="888888"/>
                </a:solidFill>
              </a:defRPr>
            </a:lvl2pPr>
            <a:lvl3pPr lvl="2" algn="ctr">
              <a:lnSpc>
                <a:spcPct val="90000"/>
              </a:lnSpc>
              <a:spcBef>
                <a:spcPts val="667"/>
              </a:spcBef>
              <a:spcAft>
                <a:spcPts val="0"/>
              </a:spcAft>
              <a:buClr>
                <a:srgbClr val="888888"/>
              </a:buClr>
              <a:buSzPts val="1920"/>
              <a:buNone/>
              <a:defRPr>
                <a:solidFill>
                  <a:srgbClr val="888888"/>
                </a:solidFill>
              </a:defRPr>
            </a:lvl3pPr>
            <a:lvl4pPr lvl="3" algn="ctr">
              <a:lnSpc>
                <a:spcPct val="90000"/>
              </a:lnSpc>
              <a:spcBef>
                <a:spcPts val="667"/>
              </a:spcBef>
              <a:spcAft>
                <a:spcPts val="0"/>
              </a:spcAft>
              <a:buClr>
                <a:srgbClr val="888888"/>
              </a:buClr>
              <a:buSzPts val="1706"/>
              <a:buNone/>
              <a:defRPr>
                <a:solidFill>
                  <a:srgbClr val="888888"/>
                </a:solidFill>
              </a:defRPr>
            </a:lvl4pPr>
            <a:lvl5pPr lvl="4" algn="ctr">
              <a:lnSpc>
                <a:spcPct val="90000"/>
              </a:lnSpc>
              <a:spcBef>
                <a:spcPts val="667"/>
              </a:spcBef>
              <a:spcAft>
                <a:spcPts val="0"/>
              </a:spcAft>
              <a:buClr>
                <a:srgbClr val="888888"/>
              </a:buClr>
              <a:buSzPts val="1706"/>
              <a:buNone/>
              <a:defRPr>
                <a:solidFill>
                  <a:srgbClr val="888888"/>
                </a:solidFill>
              </a:defRPr>
            </a:lvl5pPr>
            <a:lvl6pPr lvl="5" algn="ctr">
              <a:lnSpc>
                <a:spcPct val="90000"/>
              </a:lnSpc>
              <a:spcBef>
                <a:spcPts val="667"/>
              </a:spcBef>
              <a:spcAft>
                <a:spcPts val="0"/>
              </a:spcAft>
              <a:buClr>
                <a:srgbClr val="888888"/>
              </a:buClr>
              <a:buSzPts val="2400"/>
              <a:buNone/>
              <a:defRPr>
                <a:solidFill>
                  <a:srgbClr val="888888"/>
                </a:solidFill>
              </a:defRPr>
            </a:lvl6pPr>
            <a:lvl7pPr lvl="6" algn="ctr">
              <a:lnSpc>
                <a:spcPct val="90000"/>
              </a:lnSpc>
              <a:spcBef>
                <a:spcPts val="667"/>
              </a:spcBef>
              <a:spcAft>
                <a:spcPts val="0"/>
              </a:spcAft>
              <a:buClr>
                <a:srgbClr val="888888"/>
              </a:buClr>
              <a:buSzPts val="2400"/>
              <a:buNone/>
              <a:defRPr>
                <a:solidFill>
                  <a:srgbClr val="888888"/>
                </a:solidFill>
              </a:defRPr>
            </a:lvl7pPr>
            <a:lvl8pPr lvl="7" algn="ctr">
              <a:lnSpc>
                <a:spcPct val="90000"/>
              </a:lnSpc>
              <a:spcBef>
                <a:spcPts val="667"/>
              </a:spcBef>
              <a:spcAft>
                <a:spcPts val="0"/>
              </a:spcAft>
              <a:buClr>
                <a:srgbClr val="888888"/>
              </a:buClr>
              <a:buSzPts val="2400"/>
              <a:buNone/>
              <a:defRPr>
                <a:solidFill>
                  <a:srgbClr val="888888"/>
                </a:solidFill>
              </a:defRPr>
            </a:lvl8pPr>
            <a:lvl9pPr lvl="8" algn="ctr">
              <a:lnSpc>
                <a:spcPct val="90000"/>
              </a:lnSpc>
              <a:spcBef>
                <a:spcPts val="667"/>
              </a:spcBef>
              <a:spcAft>
                <a:spcPts val="0"/>
              </a:spcAft>
              <a:buClr>
                <a:srgbClr val="888888"/>
              </a:buClr>
              <a:buSzPts val="2400"/>
              <a:buNone/>
              <a:defRPr>
                <a:solidFill>
                  <a:srgbClr val="888888"/>
                </a:solidFill>
              </a:defRPr>
            </a:lvl9pPr>
          </a:lstStyle>
          <a:p/>
        </p:txBody>
      </p:sp>
      <p:sp>
        <p:nvSpPr>
          <p:cNvPr id="80" name="Google Shape;80;p17"/>
          <p:cNvSpPr txBox="1"/>
          <p:nvPr>
            <p:ph idx="2" type="body"/>
          </p:nvPr>
        </p:nvSpPr>
        <p:spPr>
          <a:xfrm>
            <a:off x="3962400" y="2971800"/>
            <a:ext cx="7924800" cy="4572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333"/>
              </a:spcBef>
              <a:spcAft>
                <a:spcPts val="0"/>
              </a:spcAft>
              <a:buClr>
                <a:schemeClr val="dk1"/>
              </a:buClr>
              <a:buSzPts val="2134"/>
              <a:buNone/>
              <a:defRPr sz="2667">
                <a:latin typeface="Calibri"/>
                <a:ea typeface="Calibri"/>
                <a:cs typeface="Calibri"/>
                <a:sym typeface="Calibri"/>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81" name="Google Shape;81;p17"/>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cxnSp>
        <p:nvCxnSpPr>
          <p:cNvPr id="82" name="Google Shape;82;p17"/>
          <p:cNvCxnSpPr/>
          <p:nvPr/>
        </p:nvCxnSpPr>
        <p:spPr>
          <a:xfrm>
            <a:off x="3610897" y="976745"/>
            <a:ext cx="0" cy="4572000"/>
          </a:xfrm>
          <a:prstGeom prst="straightConnector1">
            <a:avLst/>
          </a:prstGeom>
          <a:noFill/>
          <a:ln cap="flat" cmpd="sng" w="28575">
            <a:solidFill>
              <a:srgbClr val="9B1D23"/>
            </a:solidFill>
            <a:prstDash val="solid"/>
            <a:miter lim="800000"/>
            <a:headEnd len="sm" w="sm" type="none"/>
            <a:tailEnd len="sm" w="sm" type="none"/>
          </a:ln>
        </p:spPr>
      </p:cxnSp>
      <p:pic>
        <p:nvPicPr>
          <p:cNvPr id="83" name="Google Shape;83;p17"/>
          <p:cNvPicPr preferRelativeResize="0"/>
          <p:nvPr/>
        </p:nvPicPr>
        <p:blipFill rotWithShape="1">
          <a:blip r:embed="rId2">
            <a:alphaModFix/>
          </a:blip>
          <a:srcRect b="0" l="0" r="0" t="0"/>
          <a:stretch/>
        </p:blipFill>
        <p:spPr>
          <a:xfrm>
            <a:off x="101738" y="2087880"/>
            <a:ext cx="3479663" cy="2682240"/>
          </a:xfrm>
          <a:prstGeom prst="rect">
            <a:avLst/>
          </a:prstGeom>
          <a:noFill/>
          <a:ln>
            <a:noFill/>
          </a:ln>
        </p:spPr>
      </p:pic>
      <p:sp>
        <p:nvSpPr>
          <p:cNvPr id="84" name="Google Shape;84;p17"/>
          <p:cNvSpPr/>
          <p:nvPr/>
        </p:nvSpPr>
        <p:spPr>
          <a:xfrm>
            <a:off x="10383520" y="55880"/>
            <a:ext cx="1707000" cy="7314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3"/>
          <p:cNvPicPr preferRelativeResize="0"/>
          <p:nvPr/>
        </p:nvPicPr>
        <p:blipFill rotWithShape="1">
          <a:blip r:embed="rId1">
            <a:alphaModFix/>
          </a:blip>
          <a:srcRect b="0" l="0" r="0" t="0"/>
          <a:stretch/>
        </p:blipFill>
        <p:spPr>
          <a:xfrm>
            <a:off x="10668000" y="3"/>
            <a:ext cx="1274928" cy="984244"/>
          </a:xfrm>
          <a:prstGeom prst="rect">
            <a:avLst/>
          </a:prstGeom>
          <a:noFill/>
          <a:ln>
            <a:noFill/>
          </a:ln>
        </p:spPr>
      </p:pic>
      <p:sp>
        <p:nvSpPr>
          <p:cNvPr id="11" name="Google Shape;11;p3"/>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9B1D23"/>
              </a:buClr>
              <a:buSzPts val="4267"/>
              <a:buFont typeface="Arial Black"/>
              <a:buNone/>
              <a:defRPr b="1" i="0" sz="4267" u="none" cap="none" strike="noStrike">
                <a:solidFill>
                  <a:srgbClr val="9B1D23"/>
                </a:solidFill>
                <a:latin typeface="Arial Black"/>
                <a:ea typeface="Arial Black"/>
                <a:cs typeface="Arial Black"/>
                <a:sym typeface="Arial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3"/>
          <p:cNvSpPr txBox="1"/>
          <p:nvPr>
            <p:ph idx="1" type="body"/>
          </p:nvPr>
        </p:nvSpPr>
        <p:spPr>
          <a:xfrm>
            <a:off x="501400" y="1605475"/>
            <a:ext cx="11175900" cy="438900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90000"/>
              </a:lnSpc>
              <a:spcBef>
                <a:spcPts val="1333"/>
              </a:spcBef>
              <a:spcAft>
                <a:spcPts val="0"/>
              </a:spcAft>
              <a:buClr>
                <a:schemeClr val="dk1"/>
              </a:buClr>
              <a:buSzPts val="2560"/>
              <a:buFont typeface="Arial"/>
              <a:buChar char="•"/>
              <a:defRPr b="0" i="0" sz="3200" u="none" cap="none" strike="noStrike">
                <a:solidFill>
                  <a:schemeClr val="dk1"/>
                </a:solidFill>
                <a:latin typeface="Calibri"/>
                <a:ea typeface="Calibri"/>
                <a:cs typeface="Calibri"/>
                <a:sym typeface="Calibri"/>
              </a:defRPr>
            </a:lvl1pPr>
            <a:lvl2pPr indent="-364108" lvl="1" marL="914400" marR="0" rtl="0" algn="l">
              <a:lnSpc>
                <a:spcPct val="90000"/>
              </a:lnSpc>
              <a:spcBef>
                <a:spcPts val="667"/>
              </a:spcBef>
              <a:spcAft>
                <a:spcPts val="0"/>
              </a:spcAft>
              <a:buClr>
                <a:schemeClr val="dk1"/>
              </a:buClr>
              <a:buSzPts val="2134"/>
              <a:buFont typeface="Arial"/>
              <a:buChar char="•"/>
              <a:defRPr b="0" i="0" sz="2667" u="none" cap="none" strike="noStrike">
                <a:solidFill>
                  <a:schemeClr val="dk1"/>
                </a:solidFill>
                <a:latin typeface="Calibri"/>
                <a:ea typeface="Calibri"/>
                <a:cs typeface="Calibri"/>
                <a:sym typeface="Calibri"/>
              </a:defRPr>
            </a:lvl2pPr>
            <a:lvl3pPr indent="-350519" lvl="2" marL="1371600" marR="0" rtl="0" algn="l">
              <a:lnSpc>
                <a:spcPct val="90000"/>
              </a:lnSpc>
              <a:spcBef>
                <a:spcPts val="667"/>
              </a:spcBef>
              <a:spcAft>
                <a:spcPts val="0"/>
              </a:spcAft>
              <a:buClr>
                <a:schemeClr val="dk1"/>
              </a:buClr>
              <a:buSzPts val="1920"/>
              <a:buFont typeface="Arial"/>
              <a:buChar char="•"/>
              <a:defRPr b="0" i="0" sz="2400" u="none" cap="none" strike="noStrike">
                <a:solidFill>
                  <a:schemeClr val="dk1"/>
                </a:solidFill>
                <a:latin typeface="Calibri"/>
                <a:ea typeface="Calibri"/>
                <a:cs typeface="Calibri"/>
                <a:sym typeface="Calibri"/>
              </a:defRPr>
            </a:lvl3pPr>
            <a:lvl4pPr indent="-336931" lvl="3" marL="1828800" marR="0" rtl="0" algn="l">
              <a:lnSpc>
                <a:spcPct val="90000"/>
              </a:lnSpc>
              <a:spcBef>
                <a:spcPts val="667"/>
              </a:spcBef>
              <a:spcAft>
                <a:spcPts val="0"/>
              </a:spcAft>
              <a:buClr>
                <a:schemeClr val="dk1"/>
              </a:buClr>
              <a:buSzPts val="1706"/>
              <a:buFont typeface="Arial"/>
              <a:buChar char="•"/>
              <a:defRPr b="0" i="0" sz="2133" u="none" cap="none" strike="noStrike">
                <a:solidFill>
                  <a:schemeClr val="dk1"/>
                </a:solidFill>
                <a:latin typeface="Calibri"/>
                <a:ea typeface="Calibri"/>
                <a:cs typeface="Calibri"/>
                <a:sym typeface="Calibri"/>
              </a:defRPr>
            </a:lvl4pPr>
            <a:lvl5pPr indent="-336931" lvl="4" marL="2286000" marR="0" rtl="0" algn="l">
              <a:lnSpc>
                <a:spcPct val="90000"/>
              </a:lnSpc>
              <a:spcBef>
                <a:spcPts val="667"/>
              </a:spcBef>
              <a:spcAft>
                <a:spcPts val="0"/>
              </a:spcAft>
              <a:buClr>
                <a:schemeClr val="dk1"/>
              </a:buClr>
              <a:buSzPts val="1706"/>
              <a:buFont typeface="Arial"/>
              <a:buChar char="•"/>
              <a:defRPr b="0" i="0" sz="2133" u="none" cap="none" strike="noStrike">
                <a:solidFill>
                  <a:schemeClr val="dk1"/>
                </a:solidFill>
                <a:latin typeface="Calibri"/>
                <a:ea typeface="Calibri"/>
                <a:cs typeface="Calibri"/>
                <a:sym typeface="Calibri"/>
              </a:defRPr>
            </a:lvl5pPr>
            <a:lvl6pPr indent="-381000" lvl="5" marL="27432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6pPr>
            <a:lvl7pPr indent="-381000" lvl="6" marL="32004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7pPr>
            <a:lvl8pPr indent="-381000" lvl="7" marL="36576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8pPr>
            <a:lvl9pPr indent="-381000" lvl="8" marL="41148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9pPr>
          </a:lstStyle>
          <a:p/>
        </p:txBody>
      </p:sp>
      <p:sp>
        <p:nvSpPr>
          <p:cNvPr id="13" name="Google Shape;13;p3"/>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4" name="Google Shape;14;p3"/>
          <p:cNvSpPr txBox="1"/>
          <p:nvPr/>
        </p:nvSpPr>
        <p:spPr>
          <a:xfrm>
            <a:off x="5174913" y="6591263"/>
            <a:ext cx="7032900" cy="266700"/>
          </a:xfrm>
          <a:prstGeom prst="rect">
            <a:avLst/>
          </a:prstGeom>
          <a:noFill/>
          <a:ln>
            <a:noFill/>
          </a:ln>
        </p:spPr>
        <p:txBody>
          <a:bodyPr anchorCtr="0" anchor="t" bIns="60950" lIns="121900" spcFirstLastPara="1" rIns="121900" wrap="square" tIns="60950">
            <a:spAutoFit/>
          </a:bodyPr>
          <a:lstStyle/>
          <a:p>
            <a:pPr indent="0" lvl="0" marL="0" marR="0" rtl="0" algn="r">
              <a:lnSpc>
                <a:spcPct val="100000"/>
              </a:lnSpc>
              <a:spcBef>
                <a:spcPts val="0"/>
              </a:spcBef>
              <a:spcAft>
                <a:spcPts val="0"/>
              </a:spcAft>
              <a:buClr>
                <a:srgbClr val="000000"/>
              </a:buClr>
              <a:buSzPts val="933"/>
              <a:buFont typeface="Arial"/>
              <a:buNone/>
            </a:pPr>
            <a:r>
              <a:rPr b="1" i="0" lang="en-US" sz="933" u="none" cap="none" strike="noStrike">
                <a:solidFill>
                  <a:srgbClr val="9B1D23"/>
                </a:solidFill>
                <a:latin typeface="Arial"/>
                <a:ea typeface="Arial"/>
                <a:cs typeface="Arial"/>
                <a:sym typeface="Arial"/>
              </a:rPr>
              <a:t>THIS DOCUMENT IS THE PROPERTY OF BANK OF THE PHILIPPINE ISLANDS.  STRICTLY CONFIDENTIAL.</a:t>
            </a:r>
            <a:endParaRPr b="0" i="0" sz="1400" u="none" cap="none" strike="noStrike">
              <a:solidFill>
                <a:srgbClr val="000000"/>
              </a:solidFill>
              <a:latin typeface="Arial"/>
              <a:ea typeface="Arial"/>
              <a:cs typeface="Arial"/>
              <a:sym typeface="Arial"/>
            </a:endParaRPr>
          </a:p>
        </p:txBody>
      </p:sp>
      <p:sp>
        <p:nvSpPr>
          <p:cNvPr id="15" name="Google Shape;15;p3"/>
          <p:cNvSpPr txBox="1"/>
          <p:nvPr/>
        </p:nvSpPr>
        <p:spPr>
          <a:xfrm>
            <a:off x="5757863" y="63500"/>
            <a:ext cx="7017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0000"/>
                </a:solidFill>
                <a:latin typeface="Arial"/>
                <a:ea typeface="Arial"/>
                <a:cs typeface="Arial"/>
                <a:sym typeface="Arial"/>
              </a:rPr>
              <a:t>Confidential</a:t>
            </a:r>
            <a:endParaRPr b="0" i="0" sz="1400" u="none" cap="none" strike="noStrike">
              <a:solidFill>
                <a:srgbClr val="000000"/>
              </a:solidFill>
              <a:latin typeface="Arial"/>
              <a:ea typeface="Arial"/>
              <a:cs typeface="Arial"/>
              <a:sym typeface="Arial"/>
            </a:endParaRPr>
          </a:p>
        </p:txBody>
      </p:sp>
      <p:sp>
        <p:nvSpPr>
          <p:cNvPr id="16" name="Google Shape;16;p3"/>
          <p:cNvSpPr txBox="1"/>
          <p:nvPr/>
        </p:nvSpPr>
        <p:spPr>
          <a:xfrm>
            <a:off x="1515237" y="6642100"/>
            <a:ext cx="91869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This document contains confidential data. It is intended solely for  the use of authorized recipient(s). Unauthorized use, disclosure, or reproduction  is strictly prohibited.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3.png"/><Relationship Id="rId5" Type="http://schemas.openxmlformats.org/officeDocument/2006/relationships/image" Target="../media/image20.png"/><Relationship Id="rId6"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txBox="1"/>
          <p:nvPr>
            <p:ph type="ctrTitle"/>
          </p:nvPr>
        </p:nvSpPr>
        <p:spPr>
          <a:xfrm>
            <a:off x="3848103" y="983674"/>
            <a:ext cx="6819900" cy="281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9B1D23"/>
              </a:buClr>
              <a:buSzPts val="5300"/>
              <a:buFont typeface="Arial Black"/>
              <a:buNone/>
            </a:pPr>
            <a:r>
              <a:rPr lang="en-US"/>
              <a:t>Java</a:t>
            </a:r>
            <a:endParaRPr/>
          </a:p>
          <a:p>
            <a:pPr indent="0" lvl="0" marL="0" rtl="0" algn="l">
              <a:lnSpc>
                <a:spcPct val="90000"/>
              </a:lnSpc>
              <a:spcBef>
                <a:spcPts val="0"/>
              </a:spcBef>
              <a:spcAft>
                <a:spcPts val="0"/>
              </a:spcAft>
              <a:buClr>
                <a:srgbClr val="9B1D23"/>
              </a:buClr>
              <a:buSzPts val="5300"/>
              <a:buFont typeface="Arial Black"/>
              <a:buNone/>
            </a:pPr>
            <a:r>
              <a:rPr lang="en-US"/>
              <a:t>Object-Oriented Programming</a:t>
            </a:r>
            <a:endParaRPr/>
          </a:p>
        </p:txBody>
      </p:sp>
      <p:sp>
        <p:nvSpPr>
          <p:cNvPr id="90" name="Google Shape;90;p1"/>
          <p:cNvSpPr txBox="1"/>
          <p:nvPr>
            <p:ph idx="1" type="subTitle"/>
          </p:nvPr>
        </p:nvSpPr>
        <p:spPr>
          <a:xfrm>
            <a:off x="3848103" y="3892984"/>
            <a:ext cx="6819900" cy="165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40"/>
              <a:buNone/>
            </a:pPr>
            <a:r>
              <a:rPr i="1" lang="en-US" sz="1800"/>
              <a:t>by BPI</a:t>
            </a:r>
            <a:endParaRPr/>
          </a:p>
        </p:txBody>
      </p:sp>
      <p:sp>
        <p:nvSpPr>
          <p:cNvPr id="91" name="Google Shape;91;p1"/>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6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9a1362b7ee_0_8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98" name="Google Shape;98;g39a1362b7ee_0_8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99" name="Google Shape;99;g39a1362b7ee_0_8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What We’ll Cover Today</a:t>
            </a:r>
            <a:endParaRPr/>
          </a:p>
        </p:txBody>
      </p:sp>
      <p:sp>
        <p:nvSpPr>
          <p:cNvPr id="100" name="Google Shape;100;g39a1362b7ee_0_87"/>
          <p:cNvSpPr txBox="1"/>
          <p:nvPr/>
        </p:nvSpPr>
        <p:spPr>
          <a:xfrm>
            <a:off x="595975" y="1764525"/>
            <a:ext cx="10150500" cy="20319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Four Pillars of OOP</a:t>
            </a:r>
            <a:endParaRPr b="1" sz="3000">
              <a:solidFill>
                <a:schemeClr val="dk1"/>
              </a:solidFill>
              <a:latin typeface="Lexend"/>
              <a:ea typeface="Lexend"/>
              <a:cs typeface="Lexend"/>
              <a:sym typeface="Lexend"/>
            </a:endParaRPr>
          </a:p>
          <a:p>
            <a:pPr indent="-419100" lvl="0" marL="457200" marR="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Abstract Classes &amp; Interfaces</a:t>
            </a:r>
            <a:endParaRPr b="1" sz="3000">
              <a:solidFill>
                <a:schemeClr val="dk1"/>
              </a:solidFill>
              <a:latin typeface="Lexend"/>
              <a:ea typeface="Lexend"/>
              <a:cs typeface="Lexend"/>
              <a:sym typeface="Lexend"/>
            </a:endParaRPr>
          </a:p>
          <a:p>
            <a:pPr indent="-419100" lvl="0" marL="457200" marR="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Benefits of OOP</a:t>
            </a:r>
            <a:endParaRPr b="1" sz="3000">
              <a:solidFill>
                <a:schemeClr val="dk1"/>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9a1362b7ee_0_2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107" name="Google Shape;107;g39a1362b7ee_0_2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08" name="Google Shape;108;g39a1362b7ee_0_2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Object-Oriented Programming</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09" name="Google Shape;109;g39a1362b7ee_0_20"/>
          <p:cNvSpPr txBox="1"/>
          <p:nvPr/>
        </p:nvSpPr>
        <p:spPr>
          <a:xfrm>
            <a:off x="517400" y="1764525"/>
            <a:ext cx="10150500" cy="40851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“A method of programming based on a hierarchy of classes, and well-defined and cooperating classes”- Oracle Website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A programming paradigm focused on concepts of objects for effective modeling of systems</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Java is inherently object-oriented</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Provide brief example by mentioning a program that takes an object and processes the object</a:t>
            </a:r>
            <a:endParaRPr sz="2800">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9a1362b7ee_0_9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116" name="Google Shape;116;g39a1362b7ee_0_9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17" name="Google Shape;117;g39a1362b7ee_0_9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Four Pillars of OOP</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18" name="Google Shape;118;g39a1362b7ee_0_95"/>
          <p:cNvSpPr txBox="1"/>
          <p:nvPr/>
        </p:nvSpPr>
        <p:spPr>
          <a:xfrm>
            <a:off x="517400" y="1764525"/>
            <a:ext cx="10150500" cy="2239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AutoNum type="arabicPeriod"/>
            </a:pPr>
            <a:r>
              <a:rPr lang="en-US" sz="3000">
                <a:solidFill>
                  <a:schemeClr val="dk1"/>
                </a:solidFill>
                <a:latin typeface="Lexend"/>
                <a:ea typeface="Lexend"/>
                <a:cs typeface="Lexend"/>
                <a:sym typeface="Lexend"/>
              </a:rPr>
              <a:t>Encapsulation</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AutoNum type="arabicPeriod"/>
            </a:pPr>
            <a:r>
              <a:rPr lang="en-US" sz="3000">
                <a:solidFill>
                  <a:schemeClr val="dk1"/>
                </a:solidFill>
                <a:latin typeface="Lexend"/>
                <a:ea typeface="Lexend"/>
                <a:cs typeface="Lexend"/>
                <a:sym typeface="Lexend"/>
              </a:rPr>
              <a:t>Inheritance</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AutoNum type="arabicPeriod"/>
            </a:pPr>
            <a:r>
              <a:rPr lang="en-US" sz="3000">
                <a:solidFill>
                  <a:schemeClr val="dk1"/>
                </a:solidFill>
                <a:latin typeface="Lexend"/>
                <a:ea typeface="Lexend"/>
                <a:cs typeface="Lexend"/>
                <a:sym typeface="Lexend"/>
              </a:rPr>
              <a:t>Polymorphism</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AutoNum type="arabicPeriod"/>
            </a:pPr>
            <a:r>
              <a:rPr lang="en-US" sz="3000">
                <a:solidFill>
                  <a:schemeClr val="dk1"/>
                </a:solidFill>
                <a:latin typeface="Lexend"/>
                <a:ea typeface="Lexend"/>
                <a:cs typeface="Lexend"/>
                <a:sym typeface="Lexend"/>
              </a:rPr>
              <a:t>Abstraction</a:t>
            </a:r>
            <a:endParaRPr sz="30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9a1362b7ee_0_10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125" name="Google Shape;125;g39a1362b7ee_0_10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26" name="Google Shape;126;g39a1362b7ee_0_10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Encapsulation</a:t>
            </a:r>
            <a:endParaRPr b="1" i="0" sz="4267" u="none" cap="none" strike="noStrike">
              <a:solidFill>
                <a:srgbClr val="9B1D23"/>
              </a:solidFill>
              <a:latin typeface="Arial Black"/>
              <a:ea typeface="Arial Black"/>
              <a:cs typeface="Arial Black"/>
              <a:sym typeface="Arial Black"/>
            </a:endParaRPr>
          </a:p>
        </p:txBody>
      </p:sp>
      <p:sp>
        <p:nvSpPr>
          <p:cNvPr id="127" name="Google Shape;127;g39a1362b7ee_0_103"/>
          <p:cNvSpPr txBox="1"/>
          <p:nvPr/>
        </p:nvSpPr>
        <p:spPr>
          <a:xfrm>
            <a:off x="517400" y="1764525"/>
            <a:ext cx="10150500" cy="2239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Bundling of data and methods into a single unit called a class.</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Encapsulate the internal data of an object and hiding it from outside access</a:t>
            </a:r>
            <a:endParaRPr sz="3000">
              <a:solidFill>
                <a:schemeClr val="dk1"/>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a9549bcef1_0_5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134" name="Google Shape;134;g3a9549bcef1_0_5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35" name="Google Shape;135;g3a9549bcef1_0_5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Encapsulation - Example</a:t>
            </a:r>
            <a:endParaRPr/>
          </a:p>
        </p:txBody>
      </p:sp>
      <p:sp>
        <p:nvSpPr>
          <p:cNvPr id="136" name="Google Shape;136;g3a9549bcef1_0_56"/>
          <p:cNvSpPr txBox="1"/>
          <p:nvPr/>
        </p:nvSpPr>
        <p:spPr>
          <a:xfrm>
            <a:off x="517400" y="1764525"/>
            <a:ext cx="10150500" cy="1177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 Person has a name, age, height, weight (all marked as private) and can move() and speak()</a:t>
            </a:r>
            <a:endParaRPr sz="30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abb711dbb7_0_9"/>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143" name="Google Shape;143;g3abb711dbb7_0_9"/>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44" name="Google Shape;144;g3abb711dbb7_0_9"/>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Encapsulation - Example</a:t>
            </a:r>
            <a:endParaRPr/>
          </a:p>
        </p:txBody>
      </p:sp>
      <p:pic>
        <p:nvPicPr>
          <p:cNvPr id="145" name="Google Shape;145;g3abb711dbb7_0_9"/>
          <p:cNvPicPr preferRelativeResize="0"/>
          <p:nvPr/>
        </p:nvPicPr>
        <p:blipFill>
          <a:blip r:embed="rId3">
            <a:alphaModFix/>
          </a:blip>
          <a:stretch>
            <a:fillRect/>
          </a:stretch>
        </p:blipFill>
        <p:spPr>
          <a:xfrm>
            <a:off x="625375" y="1822099"/>
            <a:ext cx="6378150" cy="4702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9a1362b7ee_9_4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152" name="Google Shape;152;g39a1362b7ee_9_4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53" name="Google Shape;153;g39a1362b7ee_9_4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Inheritance</a:t>
            </a:r>
            <a:endParaRPr b="1" i="0" sz="4267" u="none" cap="none" strike="noStrike">
              <a:solidFill>
                <a:srgbClr val="9B1D23"/>
              </a:solidFill>
              <a:latin typeface="Arial Black"/>
              <a:ea typeface="Arial Black"/>
              <a:cs typeface="Arial Black"/>
              <a:sym typeface="Arial Black"/>
            </a:endParaRPr>
          </a:p>
        </p:txBody>
      </p:sp>
      <p:sp>
        <p:nvSpPr>
          <p:cNvPr id="154" name="Google Shape;154;g39a1362b7ee_9_40"/>
          <p:cNvSpPr txBox="1"/>
          <p:nvPr/>
        </p:nvSpPr>
        <p:spPr>
          <a:xfrm>
            <a:off x="517400" y="1764525"/>
            <a:ext cx="10150500" cy="2770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allows a class to inherit the attributes and methods of a parent class</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Promotes code reusability</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Related concepts are access modifiers, “super” keyword</a:t>
            </a:r>
            <a:endParaRPr sz="3000">
              <a:solidFill>
                <a:schemeClr val="dk1"/>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a9549bcef1_0_4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161" name="Google Shape;161;g3a9549bcef1_0_4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62" name="Google Shape;162;g3a9549bcef1_0_4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Inheritance - Example</a:t>
            </a:r>
            <a:endParaRPr/>
          </a:p>
        </p:txBody>
      </p:sp>
      <p:sp>
        <p:nvSpPr>
          <p:cNvPr id="163" name="Google Shape;163;g3a9549bcef1_0_48"/>
          <p:cNvSpPr txBox="1"/>
          <p:nvPr/>
        </p:nvSpPr>
        <p:spPr>
          <a:xfrm>
            <a:off x="517400" y="1764525"/>
            <a:ext cx="10150500" cy="2239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 subclass Engineer can extend the abstract class “Person”. An engineer inherits the traits of a Person. They can also move(), speak() and they also have a name, age, etc.</a:t>
            </a:r>
            <a:endParaRPr b="0" i="0" sz="3000" u="none" cap="none" strike="noStrike">
              <a:solidFill>
                <a:schemeClr val="dk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abb711dbb7_0_1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170" name="Google Shape;170;g3abb711dbb7_0_1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71" name="Google Shape;171;g3abb711dbb7_0_1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Inheritance - Example</a:t>
            </a:r>
            <a:endParaRPr/>
          </a:p>
        </p:txBody>
      </p:sp>
      <p:pic>
        <p:nvPicPr>
          <p:cNvPr id="172" name="Google Shape;172;g3abb711dbb7_0_18"/>
          <p:cNvPicPr preferRelativeResize="0"/>
          <p:nvPr/>
        </p:nvPicPr>
        <p:blipFill>
          <a:blip r:embed="rId3">
            <a:alphaModFix/>
          </a:blip>
          <a:stretch>
            <a:fillRect/>
          </a:stretch>
        </p:blipFill>
        <p:spPr>
          <a:xfrm>
            <a:off x="439650" y="1718551"/>
            <a:ext cx="5724525" cy="2133600"/>
          </a:xfrm>
          <a:prstGeom prst="rect">
            <a:avLst/>
          </a:prstGeom>
          <a:noFill/>
          <a:ln>
            <a:noFill/>
          </a:ln>
        </p:spPr>
      </p:pic>
      <p:pic>
        <p:nvPicPr>
          <p:cNvPr id="173" name="Google Shape;173;g3abb711dbb7_0_18"/>
          <p:cNvPicPr preferRelativeResize="0"/>
          <p:nvPr/>
        </p:nvPicPr>
        <p:blipFill>
          <a:blip r:embed="rId4">
            <a:alphaModFix/>
          </a:blip>
          <a:stretch>
            <a:fillRect/>
          </a:stretch>
        </p:blipFill>
        <p:spPr>
          <a:xfrm>
            <a:off x="439650" y="4131351"/>
            <a:ext cx="5924550" cy="1019175"/>
          </a:xfrm>
          <a:prstGeom prst="rect">
            <a:avLst/>
          </a:prstGeom>
          <a:noFill/>
          <a:ln>
            <a:noFill/>
          </a:ln>
        </p:spPr>
      </p:pic>
      <p:pic>
        <p:nvPicPr>
          <p:cNvPr id="174" name="Google Shape;174;g3abb711dbb7_0_18"/>
          <p:cNvPicPr preferRelativeResize="0"/>
          <p:nvPr/>
        </p:nvPicPr>
        <p:blipFill>
          <a:blip r:embed="rId5">
            <a:alphaModFix/>
          </a:blip>
          <a:stretch>
            <a:fillRect/>
          </a:stretch>
        </p:blipFill>
        <p:spPr>
          <a:xfrm>
            <a:off x="6516600" y="1737276"/>
            <a:ext cx="5295900" cy="1790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a9549bcef1_0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181" name="Google Shape;181;g3a9549bcef1_0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82" name="Google Shape;182;g3a9549bcef1_0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Polymorphism</a:t>
            </a:r>
            <a:endParaRPr b="1" i="0" sz="4267" u="none" cap="none" strike="noStrike">
              <a:solidFill>
                <a:srgbClr val="9B1D23"/>
              </a:solidFill>
              <a:latin typeface="Arial Black"/>
              <a:ea typeface="Arial Black"/>
              <a:cs typeface="Arial Black"/>
              <a:sym typeface="Arial Black"/>
            </a:endParaRPr>
          </a:p>
        </p:txBody>
      </p:sp>
      <p:sp>
        <p:nvSpPr>
          <p:cNvPr id="183" name="Google Shape;183;g3a9549bcef1_0_0"/>
          <p:cNvSpPr txBox="1"/>
          <p:nvPr/>
        </p:nvSpPr>
        <p:spPr>
          <a:xfrm>
            <a:off x="517400" y="1764525"/>
            <a:ext cx="10150500" cy="38328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Allows different objects of different classes to be treated as one common super class</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Promotes code flexibility</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Can be implemented using “implements”, using overriding and overloading</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Focuses on how an object behaves differently</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Programming to an Interface</a:t>
            </a:r>
            <a:endParaRPr sz="3000">
              <a:solidFill>
                <a:schemeClr val="dk1"/>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abb711dbb7_1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190" name="Google Shape;190;g3abb711dbb7_1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91" name="Google Shape;191;g3abb711dbb7_1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Polymorphism</a:t>
            </a:r>
            <a:endParaRPr b="1" i="0" sz="4267" u="none" cap="none" strike="noStrike">
              <a:solidFill>
                <a:srgbClr val="9B1D23"/>
              </a:solidFill>
              <a:latin typeface="Arial Black"/>
              <a:ea typeface="Arial Black"/>
              <a:cs typeface="Arial Black"/>
              <a:sym typeface="Arial Black"/>
            </a:endParaRPr>
          </a:p>
        </p:txBody>
      </p:sp>
      <p:sp>
        <p:nvSpPr>
          <p:cNvPr id="192" name="Google Shape;192;g3abb711dbb7_1_0"/>
          <p:cNvSpPr txBox="1"/>
          <p:nvPr/>
        </p:nvSpPr>
        <p:spPr>
          <a:xfrm>
            <a:off x="517400" y="1764525"/>
            <a:ext cx="10150500" cy="2770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“Programming to an interface” means writing code that depends on an Interface rather than its subclasses</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Programming with objects based on what they can do and not what they are</a:t>
            </a:r>
            <a:endParaRPr sz="3000">
              <a:solidFill>
                <a:schemeClr val="dk1"/>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a9549bcef1_0_4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199" name="Google Shape;199;g3a9549bcef1_0_4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00" name="Google Shape;200;g3a9549bcef1_0_4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Polymorphism - Example</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01" name="Google Shape;201;g3a9549bcef1_0_40"/>
          <p:cNvSpPr txBox="1"/>
          <p:nvPr/>
        </p:nvSpPr>
        <p:spPr>
          <a:xfrm>
            <a:off x="517400" y="1764525"/>
            <a:ext cx="10150500" cy="2239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An Engineer is a Person. A Programmer is also a person. They can share behavior and they can also have different behavior but they are all treated as a “Person”</a:t>
            </a:r>
            <a:endParaRPr sz="3000">
              <a:solidFill>
                <a:schemeClr val="dk1"/>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abb711dbb7_0_3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208" name="Google Shape;208;g3abb711dbb7_0_3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09" name="Google Shape;209;g3abb711dbb7_0_3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Polymorphism - Example</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pic>
        <p:nvPicPr>
          <p:cNvPr id="210" name="Google Shape;210;g3abb711dbb7_0_30"/>
          <p:cNvPicPr preferRelativeResize="0"/>
          <p:nvPr/>
        </p:nvPicPr>
        <p:blipFill>
          <a:blip r:embed="rId3">
            <a:alphaModFix/>
          </a:blip>
          <a:stretch>
            <a:fillRect/>
          </a:stretch>
        </p:blipFill>
        <p:spPr>
          <a:xfrm>
            <a:off x="752700" y="1718551"/>
            <a:ext cx="6162675" cy="1781175"/>
          </a:xfrm>
          <a:prstGeom prst="rect">
            <a:avLst/>
          </a:prstGeom>
          <a:noFill/>
          <a:ln>
            <a:noFill/>
          </a:ln>
        </p:spPr>
      </p:pic>
      <p:pic>
        <p:nvPicPr>
          <p:cNvPr id="211" name="Google Shape;211;g3abb711dbb7_0_30"/>
          <p:cNvPicPr preferRelativeResize="0"/>
          <p:nvPr/>
        </p:nvPicPr>
        <p:blipFill>
          <a:blip r:embed="rId4">
            <a:alphaModFix/>
          </a:blip>
          <a:stretch>
            <a:fillRect/>
          </a:stretch>
        </p:blipFill>
        <p:spPr>
          <a:xfrm>
            <a:off x="1134725" y="3943174"/>
            <a:ext cx="4916043" cy="1781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a9549bcef1_0_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218" name="Google Shape;218;g3a9549bcef1_0_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19" name="Google Shape;219;g3a9549bcef1_0_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Abstraction</a:t>
            </a:r>
            <a:endParaRPr b="1" i="0" sz="4267" u="none" cap="none" strike="noStrike">
              <a:solidFill>
                <a:srgbClr val="9B1D23"/>
              </a:solidFill>
              <a:latin typeface="Arial Black"/>
              <a:ea typeface="Arial Black"/>
              <a:cs typeface="Arial Black"/>
              <a:sym typeface="Arial Black"/>
            </a:endParaRPr>
          </a:p>
        </p:txBody>
      </p:sp>
      <p:sp>
        <p:nvSpPr>
          <p:cNvPr id="220" name="Google Shape;220;g3a9549bcef1_0_8"/>
          <p:cNvSpPr txBox="1"/>
          <p:nvPr/>
        </p:nvSpPr>
        <p:spPr>
          <a:xfrm>
            <a:off x="517400" y="1764525"/>
            <a:ext cx="10150500" cy="45807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Simplifies classes by hiding the complexities or processes not relevant for outside objects and showing only the essential information</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Promotes intuitive and efficient programming as we are only concerned with what an object has and what an object does</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Focuses on what an object does</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Can be implemented using abstract classes or interfaces</a:t>
            </a:r>
            <a:endParaRPr sz="2800">
              <a:solidFill>
                <a:schemeClr val="dk1"/>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a9549bcef1_0_1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227" name="Google Shape;227;g3a9549bcef1_0_1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28" name="Google Shape;228;g3a9549bcef1_0_1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Abstraction - Example</a:t>
            </a:r>
            <a:endParaRPr b="1" i="0" sz="4267" u="none" cap="none" strike="noStrike">
              <a:solidFill>
                <a:srgbClr val="9B1D23"/>
              </a:solidFill>
              <a:latin typeface="Arial Black"/>
              <a:ea typeface="Arial Black"/>
              <a:cs typeface="Arial Black"/>
              <a:sym typeface="Arial Black"/>
            </a:endParaRPr>
          </a:p>
        </p:txBody>
      </p:sp>
      <p:sp>
        <p:nvSpPr>
          <p:cNvPr id="229" name="Google Shape;229;g3a9549bcef1_0_16"/>
          <p:cNvSpPr txBox="1"/>
          <p:nvPr/>
        </p:nvSpPr>
        <p:spPr>
          <a:xfrm>
            <a:off x="517400" y="1764525"/>
            <a:ext cx="10150500" cy="3301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 Person can have the method work(), its subclasses can have their own implementation of this method. work() for the Engineer can be “I’m an Engineer, I construct buildings” and work() for the Programmer can be “I’m a Programmer, I create software!”.</a:t>
            </a:r>
            <a:endParaRPr b="0" i="0" sz="3000" u="none" cap="none" strike="noStrike">
              <a:solidFill>
                <a:schemeClr val="dk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ac9920a3ec_0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236" name="Google Shape;236;g3ac9920a3ec_0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37" name="Google Shape;237;g3ac9920a3ec_0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Abstraction - Example</a:t>
            </a:r>
            <a:endParaRPr b="1" i="0" sz="4267" u="none" cap="none" strike="noStrike">
              <a:solidFill>
                <a:srgbClr val="9B1D23"/>
              </a:solidFill>
              <a:latin typeface="Arial Black"/>
              <a:ea typeface="Arial Black"/>
              <a:cs typeface="Arial Black"/>
              <a:sym typeface="Arial Black"/>
            </a:endParaRPr>
          </a:p>
        </p:txBody>
      </p:sp>
      <p:pic>
        <p:nvPicPr>
          <p:cNvPr id="238" name="Google Shape;238;g3ac9920a3ec_0_0"/>
          <p:cNvPicPr preferRelativeResize="0"/>
          <p:nvPr/>
        </p:nvPicPr>
        <p:blipFill>
          <a:blip r:embed="rId3">
            <a:alphaModFix/>
          </a:blip>
          <a:stretch>
            <a:fillRect/>
          </a:stretch>
        </p:blipFill>
        <p:spPr>
          <a:xfrm>
            <a:off x="618338" y="1718551"/>
            <a:ext cx="5153025" cy="971550"/>
          </a:xfrm>
          <a:prstGeom prst="rect">
            <a:avLst/>
          </a:prstGeom>
          <a:noFill/>
          <a:ln>
            <a:noFill/>
          </a:ln>
        </p:spPr>
      </p:pic>
      <p:pic>
        <p:nvPicPr>
          <p:cNvPr id="239" name="Google Shape;239;g3ac9920a3ec_0_0"/>
          <p:cNvPicPr preferRelativeResize="0"/>
          <p:nvPr/>
        </p:nvPicPr>
        <p:blipFill>
          <a:blip r:embed="rId4">
            <a:alphaModFix/>
          </a:blip>
          <a:stretch>
            <a:fillRect/>
          </a:stretch>
        </p:blipFill>
        <p:spPr>
          <a:xfrm>
            <a:off x="618338" y="2823776"/>
            <a:ext cx="5362575" cy="1000125"/>
          </a:xfrm>
          <a:prstGeom prst="rect">
            <a:avLst/>
          </a:prstGeom>
          <a:noFill/>
          <a:ln>
            <a:noFill/>
          </a:ln>
        </p:spPr>
      </p:pic>
      <p:pic>
        <p:nvPicPr>
          <p:cNvPr id="240" name="Google Shape;240;g3ac9920a3ec_0_0"/>
          <p:cNvPicPr preferRelativeResize="0"/>
          <p:nvPr/>
        </p:nvPicPr>
        <p:blipFill>
          <a:blip r:embed="rId5">
            <a:alphaModFix/>
          </a:blip>
          <a:stretch>
            <a:fillRect/>
          </a:stretch>
        </p:blipFill>
        <p:spPr>
          <a:xfrm>
            <a:off x="637400" y="3957576"/>
            <a:ext cx="5114925" cy="1971675"/>
          </a:xfrm>
          <a:prstGeom prst="rect">
            <a:avLst/>
          </a:prstGeom>
          <a:noFill/>
          <a:ln>
            <a:noFill/>
          </a:ln>
        </p:spPr>
      </p:pic>
      <p:pic>
        <p:nvPicPr>
          <p:cNvPr id="241" name="Google Shape;241;g3ac9920a3ec_0_0"/>
          <p:cNvPicPr preferRelativeResize="0"/>
          <p:nvPr/>
        </p:nvPicPr>
        <p:blipFill>
          <a:blip r:embed="rId6">
            <a:alphaModFix/>
          </a:blip>
          <a:stretch>
            <a:fillRect/>
          </a:stretch>
        </p:blipFill>
        <p:spPr>
          <a:xfrm>
            <a:off x="6133348" y="1737275"/>
            <a:ext cx="5672600" cy="1305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a9549bcef1_0_2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248" name="Google Shape;248;g3a9549bcef1_0_2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49" name="Google Shape;249;g3a9549bcef1_0_2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Interfaces</a:t>
            </a:r>
            <a:endParaRPr b="1" i="0" sz="4267" u="none" cap="none" strike="noStrike">
              <a:solidFill>
                <a:srgbClr val="9B1D23"/>
              </a:solidFill>
              <a:latin typeface="Arial Black"/>
              <a:ea typeface="Arial Black"/>
              <a:cs typeface="Arial Black"/>
              <a:sym typeface="Arial Black"/>
            </a:endParaRPr>
          </a:p>
        </p:txBody>
      </p:sp>
      <p:sp>
        <p:nvSpPr>
          <p:cNvPr id="250" name="Google Shape;250;g3a9549bcef1_0_24"/>
          <p:cNvSpPr txBox="1"/>
          <p:nvPr/>
        </p:nvSpPr>
        <p:spPr>
          <a:xfrm>
            <a:off x="517400" y="1764525"/>
            <a:ext cx="10150500" cy="42666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15000"/>
              </a:lnSpc>
              <a:spcBef>
                <a:spcPts val="0"/>
              </a:spcBef>
              <a:spcAft>
                <a:spcPts val="0"/>
              </a:spcAft>
              <a:buClr>
                <a:schemeClr val="dk1"/>
              </a:buClr>
              <a:buSzPts val="2600"/>
              <a:buFont typeface="Lexend"/>
              <a:buChar char="●"/>
            </a:pPr>
            <a:r>
              <a:rPr lang="en-US" sz="2600">
                <a:solidFill>
                  <a:schemeClr val="dk1"/>
                </a:solidFill>
                <a:latin typeface="Lexend"/>
                <a:ea typeface="Lexend"/>
                <a:cs typeface="Lexend"/>
                <a:sym typeface="Lexend"/>
              </a:rPr>
              <a:t>A reference type similar to a class; uses keyword interface</a:t>
            </a:r>
            <a:endParaRPr sz="2600">
              <a:solidFill>
                <a:schemeClr val="dk1"/>
              </a:solidFill>
              <a:latin typeface="Lexend"/>
              <a:ea typeface="Lexend"/>
              <a:cs typeface="Lexend"/>
              <a:sym typeface="Lexend"/>
            </a:endParaRPr>
          </a:p>
          <a:p>
            <a:pPr indent="-393700" lvl="0" marL="457200" marR="0" rtl="0" algn="l">
              <a:lnSpc>
                <a:spcPct val="115000"/>
              </a:lnSpc>
              <a:spcBef>
                <a:spcPts val="0"/>
              </a:spcBef>
              <a:spcAft>
                <a:spcPts val="0"/>
              </a:spcAft>
              <a:buClr>
                <a:schemeClr val="dk1"/>
              </a:buClr>
              <a:buSzPts val="2600"/>
              <a:buFont typeface="Lexend"/>
              <a:buChar char="●"/>
            </a:pPr>
            <a:r>
              <a:rPr lang="en-US" sz="2600">
                <a:solidFill>
                  <a:schemeClr val="dk1"/>
                </a:solidFill>
                <a:latin typeface="Lexend"/>
                <a:ea typeface="Lexend"/>
                <a:cs typeface="Lexend"/>
                <a:sym typeface="Lexend"/>
              </a:rPr>
              <a:t>Treated as a kind of contract or blueprint that implementing classes must adhere to</a:t>
            </a:r>
            <a:endParaRPr sz="2600">
              <a:solidFill>
                <a:schemeClr val="dk1"/>
              </a:solidFill>
              <a:latin typeface="Lexend"/>
              <a:ea typeface="Lexend"/>
              <a:cs typeface="Lexend"/>
              <a:sym typeface="Lexend"/>
            </a:endParaRPr>
          </a:p>
          <a:p>
            <a:pPr indent="-393700" lvl="0" marL="457200" marR="0" rtl="0" algn="l">
              <a:lnSpc>
                <a:spcPct val="115000"/>
              </a:lnSpc>
              <a:spcBef>
                <a:spcPts val="0"/>
              </a:spcBef>
              <a:spcAft>
                <a:spcPts val="0"/>
              </a:spcAft>
              <a:buClr>
                <a:schemeClr val="dk1"/>
              </a:buClr>
              <a:buSzPts val="2600"/>
              <a:buFont typeface="Lexend"/>
              <a:buChar char="●"/>
            </a:pPr>
            <a:r>
              <a:rPr lang="en-US" sz="2600">
                <a:solidFill>
                  <a:schemeClr val="dk1"/>
                </a:solidFill>
                <a:latin typeface="Lexend"/>
                <a:ea typeface="Lexend"/>
                <a:cs typeface="Lexend"/>
                <a:sym typeface="Lexend"/>
              </a:rPr>
              <a:t>Can contain only fields that are constants, abstract methods, default methods, static methods</a:t>
            </a:r>
            <a:endParaRPr sz="2600">
              <a:solidFill>
                <a:schemeClr val="dk1"/>
              </a:solidFill>
              <a:latin typeface="Lexend"/>
              <a:ea typeface="Lexend"/>
              <a:cs typeface="Lexend"/>
              <a:sym typeface="Lexend"/>
            </a:endParaRPr>
          </a:p>
          <a:p>
            <a:pPr indent="-393700" lvl="0" marL="457200" marR="0" rtl="0" algn="l">
              <a:lnSpc>
                <a:spcPct val="115000"/>
              </a:lnSpc>
              <a:spcBef>
                <a:spcPts val="0"/>
              </a:spcBef>
              <a:spcAft>
                <a:spcPts val="0"/>
              </a:spcAft>
              <a:buClr>
                <a:schemeClr val="dk1"/>
              </a:buClr>
              <a:buSzPts val="2600"/>
              <a:buFont typeface="Lexend"/>
              <a:buChar char="●"/>
            </a:pPr>
            <a:r>
              <a:rPr lang="en-US" sz="2600">
                <a:solidFill>
                  <a:schemeClr val="dk1"/>
                </a:solidFill>
                <a:latin typeface="Lexend"/>
                <a:ea typeface="Lexend"/>
                <a:cs typeface="Lexend"/>
                <a:sym typeface="Lexend"/>
              </a:rPr>
              <a:t>All declared fields are automatically public, static, and final. All declared methods are public</a:t>
            </a:r>
            <a:endParaRPr sz="2600">
              <a:solidFill>
                <a:schemeClr val="dk1"/>
              </a:solidFill>
              <a:latin typeface="Lexend"/>
              <a:ea typeface="Lexend"/>
              <a:cs typeface="Lexend"/>
              <a:sym typeface="Lexend"/>
            </a:endParaRPr>
          </a:p>
          <a:p>
            <a:pPr indent="-393700" lvl="0" marL="457200" marR="0" rtl="0" algn="l">
              <a:lnSpc>
                <a:spcPct val="115000"/>
              </a:lnSpc>
              <a:spcBef>
                <a:spcPts val="0"/>
              </a:spcBef>
              <a:spcAft>
                <a:spcPts val="0"/>
              </a:spcAft>
              <a:buClr>
                <a:schemeClr val="dk1"/>
              </a:buClr>
              <a:buSzPts val="2600"/>
              <a:buFont typeface="Lexend"/>
              <a:buChar char="●"/>
            </a:pPr>
            <a:r>
              <a:rPr lang="en-US" sz="2600">
                <a:solidFill>
                  <a:schemeClr val="dk1"/>
                </a:solidFill>
                <a:latin typeface="Lexend"/>
                <a:ea typeface="Lexend"/>
                <a:cs typeface="Lexend"/>
                <a:sym typeface="Lexend"/>
              </a:rPr>
              <a:t>Cannot be instantiated; only implemented by classes or extended by other interfaces</a:t>
            </a:r>
            <a:endParaRPr sz="2600">
              <a:solidFill>
                <a:schemeClr val="dk1"/>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a9549bcef1_0_3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257" name="Google Shape;257;g3a9549bcef1_0_3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58" name="Google Shape;258;g3a9549bcef1_0_3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Interfaces - Example</a:t>
            </a:r>
            <a:endParaRPr b="1" i="0" sz="4267" u="none" cap="none" strike="noStrike">
              <a:solidFill>
                <a:srgbClr val="9B1D23"/>
              </a:solidFill>
              <a:latin typeface="Arial Black"/>
              <a:ea typeface="Arial Black"/>
              <a:cs typeface="Arial Black"/>
              <a:sym typeface="Arial Black"/>
            </a:endParaRPr>
          </a:p>
          <a:p>
            <a:pPr indent="0" lvl="0" marL="0" marR="0" rtl="0" algn="l">
              <a:lnSpc>
                <a:spcPct val="90000"/>
              </a:lnSpc>
              <a:spcBef>
                <a:spcPts val="0"/>
              </a:spcBef>
              <a:spcAft>
                <a:spcPts val="0"/>
              </a:spcAft>
              <a:buClr>
                <a:srgbClr val="9B1D23"/>
              </a:buClr>
              <a:buSzPct val="124209"/>
              <a:buFont typeface="Arial Black"/>
              <a:buNone/>
            </a:pPr>
            <a:r>
              <a:t/>
            </a:r>
            <a:endParaRPr b="1" i="0" sz="4267" u="none" cap="none" strike="noStrike">
              <a:solidFill>
                <a:srgbClr val="9B1D23"/>
              </a:solidFill>
              <a:latin typeface="Arial Black"/>
              <a:ea typeface="Arial Black"/>
              <a:cs typeface="Arial Black"/>
              <a:sym typeface="Arial Black"/>
            </a:endParaRPr>
          </a:p>
        </p:txBody>
      </p:sp>
      <p:sp>
        <p:nvSpPr>
          <p:cNvPr id="259" name="Google Shape;259;g3a9549bcef1_0_32"/>
          <p:cNvSpPr txBox="1"/>
          <p:nvPr/>
        </p:nvSpPr>
        <p:spPr>
          <a:xfrm>
            <a:off x="517400" y="1764525"/>
            <a:ext cx="10150500" cy="1177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i="1" lang="en-US" sz="3000">
                <a:solidFill>
                  <a:schemeClr val="dk1"/>
                </a:solidFill>
                <a:latin typeface="Lexend"/>
                <a:ea typeface="Lexend"/>
                <a:cs typeface="Lexend"/>
                <a:sym typeface="Lexend"/>
              </a:rPr>
              <a:t>LivingThings</a:t>
            </a:r>
            <a:r>
              <a:rPr lang="en-US" sz="3000">
                <a:solidFill>
                  <a:schemeClr val="dk1"/>
                </a:solidFill>
                <a:latin typeface="Lexend"/>
                <a:ea typeface="Lexend"/>
                <a:cs typeface="Lexend"/>
                <a:sym typeface="Lexend"/>
              </a:rPr>
              <a:t> interface and Person, Animal, Plant classes</a:t>
            </a:r>
            <a:endParaRPr b="0" i="0" sz="3000" u="none" cap="none" strike="noStrike">
              <a:solidFill>
                <a:schemeClr val="dk1"/>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ac9920a3ec_0_1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266" name="Google Shape;266;g3ac9920a3ec_0_1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67" name="Google Shape;267;g3ac9920a3ec_0_1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Interface - Example</a:t>
            </a:r>
            <a:endParaRPr b="1" i="0" sz="4267" u="none" cap="none" strike="noStrike">
              <a:solidFill>
                <a:srgbClr val="9B1D23"/>
              </a:solidFill>
              <a:latin typeface="Arial Black"/>
              <a:ea typeface="Arial Black"/>
              <a:cs typeface="Arial Black"/>
              <a:sym typeface="Arial Black"/>
            </a:endParaRPr>
          </a:p>
          <a:p>
            <a:pPr indent="0" lvl="0" marL="0" marR="0" rtl="0" algn="l">
              <a:lnSpc>
                <a:spcPct val="90000"/>
              </a:lnSpc>
              <a:spcBef>
                <a:spcPts val="0"/>
              </a:spcBef>
              <a:spcAft>
                <a:spcPts val="0"/>
              </a:spcAft>
              <a:buClr>
                <a:srgbClr val="9B1D23"/>
              </a:buClr>
              <a:buSzPct val="124209"/>
              <a:buFont typeface="Arial Black"/>
              <a:buNone/>
            </a:pPr>
            <a:r>
              <a:t/>
            </a:r>
            <a:endParaRPr b="1" i="0" sz="4267" u="none" cap="none" strike="noStrike">
              <a:solidFill>
                <a:srgbClr val="9B1D23"/>
              </a:solidFill>
              <a:latin typeface="Arial Black"/>
              <a:ea typeface="Arial Black"/>
              <a:cs typeface="Arial Black"/>
              <a:sym typeface="Arial Black"/>
            </a:endParaRPr>
          </a:p>
        </p:txBody>
      </p:sp>
      <p:pic>
        <p:nvPicPr>
          <p:cNvPr id="268" name="Google Shape;268;g3ac9920a3ec_0_15"/>
          <p:cNvPicPr preferRelativeResize="0"/>
          <p:nvPr/>
        </p:nvPicPr>
        <p:blipFill>
          <a:blip r:embed="rId3">
            <a:alphaModFix/>
          </a:blip>
          <a:stretch>
            <a:fillRect/>
          </a:stretch>
        </p:blipFill>
        <p:spPr>
          <a:xfrm>
            <a:off x="541600" y="1584875"/>
            <a:ext cx="4789832" cy="1332650"/>
          </a:xfrm>
          <a:prstGeom prst="rect">
            <a:avLst/>
          </a:prstGeom>
          <a:noFill/>
          <a:ln>
            <a:noFill/>
          </a:ln>
        </p:spPr>
      </p:pic>
      <p:pic>
        <p:nvPicPr>
          <p:cNvPr id="269" name="Google Shape;269;g3ac9920a3ec_0_15"/>
          <p:cNvPicPr preferRelativeResize="0"/>
          <p:nvPr/>
        </p:nvPicPr>
        <p:blipFill>
          <a:blip r:embed="rId4">
            <a:alphaModFix/>
          </a:blip>
          <a:stretch>
            <a:fillRect/>
          </a:stretch>
        </p:blipFill>
        <p:spPr>
          <a:xfrm>
            <a:off x="541600" y="3142675"/>
            <a:ext cx="5867400" cy="3295650"/>
          </a:xfrm>
          <a:prstGeom prst="rect">
            <a:avLst/>
          </a:prstGeom>
          <a:noFill/>
          <a:ln>
            <a:noFill/>
          </a:ln>
        </p:spPr>
      </p:pic>
      <p:pic>
        <p:nvPicPr>
          <p:cNvPr id="270" name="Google Shape;270;g3ac9920a3ec_0_15"/>
          <p:cNvPicPr preferRelativeResize="0"/>
          <p:nvPr/>
        </p:nvPicPr>
        <p:blipFill>
          <a:blip r:embed="rId5">
            <a:alphaModFix/>
          </a:blip>
          <a:stretch>
            <a:fillRect/>
          </a:stretch>
        </p:blipFill>
        <p:spPr>
          <a:xfrm>
            <a:off x="5670050" y="2762674"/>
            <a:ext cx="6219033" cy="1332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ac9920a3ec_0_3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277" name="Google Shape;277;g3ac9920a3ec_0_3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78" name="Google Shape;278;g3ac9920a3ec_0_3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Interface - Example (2)</a:t>
            </a:r>
            <a:endParaRPr b="1" i="0" sz="4267" u="none" cap="none" strike="noStrike">
              <a:solidFill>
                <a:srgbClr val="9B1D23"/>
              </a:solidFill>
              <a:latin typeface="Arial Black"/>
              <a:ea typeface="Arial Black"/>
              <a:cs typeface="Arial Black"/>
              <a:sym typeface="Arial Black"/>
            </a:endParaRPr>
          </a:p>
          <a:p>
            <a:pPr indent="0" lvl="0" marL="0" marR="0" rtl="0" algn="l">
              <a:lnSpc>
                <a:spcPct val="90000"/>
              </a:lnSpc>
              <a:spcBef>
                <a:spcPts val="0"/>
              </a:spcBef>
              <a:spcAft>
                <a:spcPts val="0"/>
              </a:spcAft>
              <a:buClr>
                <a:srgbClr val="9B1D23"/>
              </a:buClr>
              <a:buSzPct val="124209"/>
              <a:buFont typeface="Arial Black"/>
              <a:buNone/>
            </a:pPr>
            <a:r>
              <a:t/>
            </a:r>
            <a:endParaRPr b="1" i="0" sz="4267" u="none" cap="none" strike="noStrike">
              <a:solidFill>
                <a:srgbClr val="9B1D23"/>
              </a:solidFill>
              <a:latin typeface="Arial Black"/>
              <a:ea typeface="Arial Black"/>
              <a:cs typeface="Arial Black"/>
              <a:sym typeface="Arial Black"/>
            </a:endParaRPr>
          </a:p>
        </p:txBody>
      </p:sp>
      <p:sp>
        <p:nvSpPr>
          <p:cNvPr id="279" name="Google Shape;279;g3ac9920a3ec_0_37"/>
          <p:cNvSpPr txBox="1"/>
          <p:nvPr/>
        </p:nvSpPr>
        <p:spPr>
          <a:xfrm>
            <a:off x="517400" y="1764525"/>
            <a:ext cx="10150500" cy="646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Provide another example that uses services</a:t>
            </a:r>
            <a:endParaRPr b="0" sz="3000" u="none" cap="none" strike="noStrike">
              <a:solidFill>
                <a:schemeClr val="dk1"/>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ac9920a3ec_0_7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286" name="Google Shape;286;g3ac9920a3ec_0_7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87" name="Google Shape;287;g3ac9920a3ec_0_7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Seatwork 3 - Individual</a:t>
            </a:r>
            <a:endParaRPr b="1" i="0" sz="4267" u="none" cap="none" strike="noStrike">
              <a:solidFill>
                <a:srgbClr val="9B1D23"/>
              </a:solidFill>
              <a:latin typeface="Arial Black"/>
              <a:ea typeface="Arial Black"/>
              <a:cs typeface="Arial Black"/>
              <a:sym typeface="Arial Black"/>
            </a:endParaRPr>
          </a:p>
        </p:txBody>
      </p:sp>
      <p:sp>
        <p:nvSpPr>
          <p:cNvPr id="288" name="Google Shape;288;g3ac9920a3ec_0_76"/>
          <p:cNvSpPr txBox="1"/>
          <p:nvPr/>
        </p:nvSpPr>
        <p:spPr>
          <a:xfrm>
            <a:off x="517400" y="1764525"/>
            <a:ext cx="10150500" cy="1177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Modify the classes: Executable.java, MSWord.java, MSExcel.java to make the program runnable.</a:t>
            </a:r>
            <a:endParaRPr b="0" sz="3000" u="none" cap="none" strike="noStrike">
              <a:solidFill>
                <a:schemeClr val="dk1"/>
              </a:solidFill>
              <a:latin typeface="Lexend"/>
              <a:ea typeface="Lexend"/>
              <a:cs typeface="Lexend"/>
              <a:sym typeface="Lexend"/>
            </a:endParaRPr>
          </a:p>
        </p:txBody>
      </p:sp>
      <p:pic>
        <p:nvPicPr>
          <p:cNvPr id="289" name="Google Shape;289;g3ac9920a3ec_0_76"/>
          <p:cNvPicPr preferRelativeResize="0"/>
          <p:nvPr/>
        </p:nvPicPr>
        <p:blipFill>
          <a:blip r:embed="rId3">
            <a:alphaModFix/>
          </a:blip>
          <a:stretch>
            <a:fillRect/>
          </a:stretch>
        </p:blipFill>
        <p:spPr>
          <a:xfrm>
            <a:off x="768450" y="2857925"/>
            <a:ext cx="5181600" cy="3095625"/>
          </a:xfrm>
          <a:prstGeom prst="rect">
            <a:avLst/>
          </a:prstGeom>
          <a:noFill/>
          <a:ln>
            <a:noFill/>
          </a:ln>
        </p:spPr>
      </p:pic>
      <p:pic>
        <p:nvPicPr>
          <p:cNvPr id="290" name="Google Shape;290;g3ac9920a3ec_0_76"/>
          <p:cNvPicPr preferRelativeResize="0"/>
          <p:nvPr/>
        </p:nvPicPr>
        <p:blipFill>
          <a:blip r:embed="rId4">
            <a:alphaModFix/>
          </a:blip>
          <a:stretch>
            <a:fillRect/>
          </a:stretch>
        </p:blipFill>
        <p:spPr>
          <a:xfrm>
            <a:off x="6102452" y="3094425"/>
            <a:ext cx="5947375" cy="1671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a9549bcef1_0_6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297" name="Google Shape;297;g3a9549bcef1_0_6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98" name="Google Shape;298;g3a9549bcef1_0_6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Abstract Classes</a:t>
            </a:r>
            <a:endParaRPr b="1" i="0" sz="4267" u="none" cap="none" strike="noStrike">
              <a:solidFill>
                <a:srgbClr val="9B1D23"/>
              </a:solidFill>
              <a:latin typeface="Arial Black"/>
              <a:ea typeface="Arial Black"/>
              <a:cs typeface="Arial Black"/>
              <a:sym typeface="Arial Black"/>
            </a:endParaRPr>
          </a:p>
        </p:txBody>
      </p:sp>
      <p:sp>
        <p:nvSpPr>
          <p:cNvPr id="299" name="Google Shape;299;g3a9549bcef1_0_64"/>
          <p:cNvSpPr txBox="1"/>
          <p:nvPr/>
        </p:nvSpPr>
        <p:spPr>
          <a:xfrm>
            <a:off x="517400" y="1764525"/>
            <a:ext cx="10150500" cy="2770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Allows for partial implementation or shared logic</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Can contain fields that are not static and final, abstract &amp; concrete methods</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Commonly used as a “base class”</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Cannot be instantiated; only extended</a:t>
            </a:r>
            <a:endParaRPr sz="3000">
              <a:solidFill>
                <a:schemeClr val="dk1"/>
              </a:solidFill>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a9549bcef1_0_9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306" name="Google Shape;306;g3a9549bcef1_0_9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07" name="Google Shape;307;g3a9549bcef1_0_9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Abstract Classes - Example</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308" name="Google Shape;308;g3a9549bcef1_0_96"/>
          <p:cNvSpPr txBox="1"/>
          <p:nvPr/>
        </p:nvSpPr>
        <p:spPr>
          <a:xfrm>
            <a:off x="517400" y="1764525"/>
            <a:ext cx="10150500" cy="1177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Person abstract class, Doctor, Engineer, and Programmer classes</a:t>
            </a:r>
            <a:endParaRPr sz="3000">
              <a:solidFill>
                <a:schemeClr val="dk1"/>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ac9920a3ec_0_4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315" name="Google Shape;315;g3ac9920a3ec_0_4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16" name="Google Shape;316;g3ac9920a3ec_0_4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Abstract Classes - Example</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pic>
        <p:nvPicPr>
          <p:cNvPr id="317" name="Google Shape;317;g3ac9920a3ec_0_46"/>
          <p:cNvPicPr preferRelativeResize="0"/>
          <p:nvPr/>
        </p:nvPicPr>
        <p:blipFill>
          <a:blip r:embed="rId3">
            <a:alphaModFix/>
          </a:blip>
          <a:stretch>
            <a:fillRect/>
          </a:stretch>
        </p:blipFill>
        <p:spPr>
          <a:xfrm>
            <a:off x="661750" y="1718551"/>
            <a:ext cx="5781675" cy="2143125"/>
          </a:xfrm>
          <a:prstGeom prst="rect">
            <a:avLst/>
          </a:prstGeom>
          <a:noFill/>
          <a:ln>
            <a:noFill/>
          </a:ln>
        </p:spPr>
      </p:pic>
      <p:pic>
        <p:nvPicPr>
          <p:cNvPr id="318" name="Google Shape;318;g3ac9920a3ec_0_46"/>
          <p:cNvPicPr preferRelativeResize="0"/>
          <p:nvPr/>
        </p:nvPicPr>
        <p:blipFill>
          <a:blip r:embed="rId4">
            <a:alphaModFix/>
          </a:blip>
          <a:stretch>
            <a:fillRect/>
          </a:stretch>
        </p:blipFill>
        <p:spPr>
          <a:xfrm>
            <a:off x="661750" y="4105051"/>
            <a:ext cx="2790825" cy="219075"/>
          </a:xfrm>
          <a:prstGeom prst="rect">
            <a:avLst/>
          </a:prstGeom>
          <a:noFill/>
          <a:ln>
            <a:noFill/>
          </a:ln>
        </p:spPr>
      </p:pic>
      <p:pic>
        <p:nvPicPr>
          <p:cNvPr id="319" name="Google Shape;319;g3ac9920a3ec_0_46"/>
          <p:cNvPicPr preferRelativeResize="0"/>
          <p:nvPr/>
        </p:nvPicPr>
        <p:blipFill>
          <a:blip r:embed="rId5">
            <a:alphaModFix/>
          </a:blip>
          <a:stretch>
            <a:fillRect/>
          </a:stretch>
        </p:blipFill>
        <p:spPr>
          <a:xfrm>
            <a:off x="661750" y="4476526"/>
            <a:ext cx="3057525" cy="219075"/>
          </a:xfrm>
          <a:prstGeom prst="rect">
            <a:avLst/>
          </a:prstGeom>
          <a:noFill/>
          <a:ln>
            <a:noFill/>
          </a:ln>
        </p:spPr>
      </p:pic>
      <p:pic>
        <p:nvPicPr>
          <p:cNvPr id="320" name="Google Shape;320;g3ac9920a3ec_0_46"/>
          <p:cNvPicPr preferRelativeResize="0"/>
          <p:nvPr/>
        </p:nvPicPr>
        <p:blipFill>
          <a:blip r:embed="rId6">
            <a:alphaModFix/>
          </a:blip>
          <a:stretch>
            <a:fillRect/>
          </a:stretch>
        </p:blipFill>
        <p:spPr>
          <a:xfrm>
            <a:off x="631457" y="4806426"/>
            <a:ext cx="2771775" cy="171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3a9549bcef1_0_7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327" name="Google Shape;327;g3a9549bcef1_0_7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28" name="Google Shape;328;g3a9549bcef1_0_7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When to use Abstract Classes</a:t>
            </a:r>
            <a:endParaRPr b="1" i="0" sz="4267" u="none" cap="none" strike="noStrike">
              <a:solidFill>
                <a:srgbClr val="9B1D23"/>
              </a:solidFill>
              <a:latin typeface="Arial Black"/>
              <a:ea typeface="Arial Black"/>
              <a:cs typeface="Arial Black"/>
              <a:sym typeface="Arial Black"/>
            </a:endParaRPr>
          </a:p>
          <a:p>
            <a:pPr indent="0" lvl="0" marL="0" marR="0" rtl="0" algn="l">
              <a:lnSpc>
                <a:spcPct val="90000"/>
              </a:lnSpc>
              <a:spcBef>
                <a:spcPts val="0"/>
              </a:spcBef>
              <a:spcAft>
                <a:spcPts val="0"/>
              </a:spcAft>
              <a:buClr>
                <a:srgbClr val="9B1D23"/>
              </a:buClr>
              <a:buSzPct val="124209"/>
              <a:buFont typeface="Arial Black"/>
              <a:buNone/>
            </a:pPr>
            <a:r>
              <a:t/>
            </a:r>
            <a:endParaRPr b="1" i="0" sz="4267" u="none" cap="none" strike="noStrike">
              <a:solidFill>
                <a:srgbClr val="9B1D23"/>
              </a:solidFill>
              <a:latin typeface="Arial Black"/>
              <a:ea typeface="Arial Black"/>
              <a:cs typeface="Arial Black"/>
              <a:sym typeface="Arial Black"/>
            </a:endParaRPr>
          </a:p>
        </p:txBody>
      </p:sp>
      <p:sp>
        <p:nvSpPr>
          <p:cNvPr id="329" name="Google Shape;329;g3a9549bcef1_0_72"/>
          <p:cNvSpPr txBox="1"/>
          <p:nvPr/>
        </p:nvSpPr>
        <p:spPr>
          <a:xfrm>
            <a:off x="517400" y="1764525"/>
            <a:ext cx="10150500" cy="2239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You have similar classes with shared logic</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Your subclasses will have many common fields or methods and will take advantage of access modifiers</a:t>
            </a:r>
            <a:endParaRPr sz="3000">
              <a:solidFill>
                <a:schemeClr val="dk1"/>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a9549bcef1_0_8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336" name="Google Shape;336;g3a9549bcef1_0_8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37" name="Google Shape;337;g3a9549bcef1_0_8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When to use Interfaces</a:t>
            </a:r>
            <a:endParaRPr b="1" i="0" sz="4267" u="none" cap="none" strike="noStrike">
              <a:solidFill>
                <a:srgbClr val="9B1D23"/>
              </a:solidFill>
              <a:latin typeface="Arial Black"/>
              <a:ea typeface="Arial Black"/>
              <a:cs typeface="Arial Black"/>
              <a:sym typeface="Arial Black"/>
            </a:endParaRPr>
          </a:p>
        </p:txBody>
      </p:sp>
      <p:sp>
        <p:nvSpPr>
          <p:cNvPr id="338" name="Google Shape;338;g3a9549bcef1_0_80"/>
          <p:cNvSpPr txBox="1"/>
          <p:nvPr/>
        </p:nvSpPr>
        <p:spPr>
          <a:xfrm>
            <a:off x="517400" y="1764525"/>
            <a:ext cx="10150500" cy="2770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You have seemingly unrelated classes that share a characteristic or trait</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You want to specify behavior but you are not concerned who implements the behavior</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Multiple inheritance</a:t>
            </a:r>
            <a:endParaRPr sz="3000">
              <a:solidFill>
                <a:schemeClr val="dk1"/>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3a9549bcef1_0_10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345" name="Google Shape;345;g3a9549bcef1_0_10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46" name="Google Shape;346;g3a9549bcef1_0_10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140"/>
              <a:t>Method Overloading</a:t>
            </a:r>
            <a:endParaRPr b="1" i="0" sz="3140" u="none" cap="none" strike="noStrike">
              <a:solidFill>
                <a:srgbClr val="9B1D23"/>
              </a:solidFill>
              <a:latin typeface="Arial Black"/>
              <a:ea typeface="Arial Black"/>
              <a:cs typeface="Arial Black"/>
              <a:sym typeface="Arial Black"/>
            </a:endParaRPr>
          </a:p>
        </p:txBody>
      </p:sp>
      <p:sp>
        <p:nvSpPr>
          <p:cNvPr id="347" name="Google Shape;347;g3a9549bcef1_0_104"/>
          <p:cNvSpPr txBox="1"/>
          <p:nvPr/>
        </p:nvSpPr>
        <p:spPr>
          <a:xfrm>
            <a:off x="517400" y="1764525"/>
            <a:ext cx="10150500" cy="2770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Same method name but different parameters (data type or number of accepted parameters)</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void talkTo(Person person) and void talkTo(Animal animal) and void talkTo(Person person1, Person person2)</a:t>
            </a:r>
            <a:endParaRPr sz="3000">
              <a:solidFill>
                <a:schemeClr val="dk1"/>
              </a:solidFill>
              <a:latin typeface="Lexend"/>
              <a:ea typeface="Lexend"/>
              <a:cs typeface="Lexend"/>
              <a:sym typeface="Lexe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ac9920a3ec_0_5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354" name="Google Shape;354;g3ac9920a3ec_0_5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55" name="Google Shape;355;g3ac9920a3ec_0_5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140"/>
              <a:t>Method Overloading - Example</a:t>
            </a:r>
            <a:endParaRPr b="1" i="0" sz="3140" u="none" cap="none" strike="noStrike">
              <a:solidFill>
                <a:srgbClr val="9B1D23"/>
              </a:solidFill>
              <a:latin typeface="Arial Black"/>
              <a:ea typeface="Arial Black"/>
              <a:cs typeface="Arial Black"/>
              <a:sym typeface="Arial Black"/>
            </a:endParaRPr>
          </a:p>
        </p:txBody>
      </p:sp>
      <p:pic>
        <p:nvPicPr>
          <p:cNvPr id="356" name="Google Shape;356;g3ac9920a3ec_0_58"/>
          <p:cNvPicPr preferRelativeResize="0"/>
          <p:nvPr/>
        </p:nvPicPr>
        <p:blipFill>
          <a:blip r:embed="rId3">
            <a:alphaModFix/>
          </a:blip>
          <a:stretch>
            <a:fillRect/>
          </a:stretch>
        </p:blipFill>
        <p:spPr>
          <a:xfrm>
            <a:off x="678050" y="1822099"/>
            <a:ext cx="8653925" cy="37034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3a9549bcef1_0_14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363" name="Google Shape;363;g3a9549bcef1_0_14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64" name="Google Shape;364;g3a9549bcef1_0_14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140"/>
              <a:t>Method Overriding</a:t>
            </a:r>
            <a:endParaRPr b="1" i="0" sz="3140" u="none" cap="none" strike="noStrike">
              <a:solidFill>
                <a:srgbClr val="9B1D23"/>
              </a:solidFill>
              <a:latin typeface="Arial Black"/>
              <a:ea typeface="Arial Black"/>
              <a:cs typeface="Arial Black"/>
              <a:sym typeface="Arial Black"/>
            </a:endParaRPr>
          </a:p>
        </p:txBody>
      </p:sp>
      <p:sp>
        <p:nvSpPr>
          <p:cNvPr id="365" name="Google Shape;365;g3a9549bcef1_0_144"/>
          <p:cNvSpPr txBox="1"/>
          <p:nvPr/>
        </p:nvSpPr>
        <p:spPr>
          <a:xfrm>
            <a:off x="517400" y="1764525"/>
            <a:ext cx="10150500" cy="3301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Same method signature, but a different implementation from the superclass</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“super” keyword allows a subclass to invoke the superclass’s method.</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Engineer work() can be different from Programmer work();</a:t>
            </a:r>
            <a:endParaRPr sz="3000">
              <a:solidFill>
                <a:schemeClr val="dk1"/>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ac9920a3ec_0_6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372" name="Google Shape;372;g3ac9920a3ec_0_6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73" name="Google Shape;373;g3ac9920a3ec_0_6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140"/>
              <a:t>Method Overriding - Example</a:t>
            </a:r>
            <a:endParaRPr b="1" i="0" sz="3140" u="none" cap="none" strike="noStrike">
              <a:solidFill>
                <a:srgbClr val="9B1D23"/>
              </a:solidFill>
              <a:latin typeface="Arial Black"/>
              <a:ea typeface="Arial Black"/>
              <a:cs typeface="Arial Black"/>
              <a:sym typeface="Arial Black"/>
            </a:endParaRPr>
          </a:p>
        </p:txBody>
      </p:sp>
      <p:pic>
        <p:nvPicPr>
          <p:cNvPr id="374" name="Google Shape;374;g3ac9920a3ec_0_66"/>
          <p:cNvPicPr preferRelativeResize="0"/>
          <p:nvPr/>
        </p:nvPicPr>
        <p:blipFill>
          <a:blip r:embed="rId3">
            <a:alphaModFix/>
          </a:blip>
          <a:stretch>
            <a:fillRect/>
          </a:stretch>
        </p:blipFill>
        <p:spPr>
          <a:xfrm>
            <a:off x="632625" y="4004550"/>
            <a:ext cx="7409826" cy="1501250"/>
          </a:xfrm>
          <a:prstGeom prst="rect">
            <a:avLst/>
          </a:prstGeom>
          <a:noFill/>
          <a:ln>
            <a:noFill/>
          </a:ln>
        </p:spPr>
      </p:pic>
      <p:pic>
        <p:nvPicPr>
          <p:cNvPr id="375" name="Google Shape;375;g3ac9920a3ec_0_66"/>
          <p:cNvPicPr preferRelativeResize="0"/>
          <p:nvPr/>
        </p:nvPicPr>
        <p:blipFill>
          <a:blip r:embed="rId4">
            <a:alphaModFix/>
          </a:blip>
          <a:stretch>
            <a:fillRect/>
          </a:stretch>
        </p:blipFill>
        <p:spPr>
          <a:xfrm>
            <a:off x="632625" y="2058075"/>
            <a:ext cx="4788275" cy="805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g3a9549bcef1_0_11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382" name="Google Shape;382;g3a9549bcef1_0_11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83" name="Google Shape;383;g3a9549bcef1_0_11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2840"/>
              <a:t>The Importance of OOP and Related Concepts</a:t>
            </a:r>
            <a:endParaRPr sz="2840"/>
          </a:p>
        </p:txBody>
      </p:sp>
      <p:sp>
        <p:nvSpPr>
          <p:cNvPr id="384" name="Google Shape;384;g3a9549bcef1_0_112"/>
          <p:cNvSpPr txBox="1"/>
          <p:nvPr/>
        </p:nvSpPr>
        <p:spPr>
          <a:xfrm>
            <a:off x="517400" y="1764525"/>
            <a:ext cx="10150500" cy="2239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Code Flexibility</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Code Reusability</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Code Maintainability</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Code Readability</a:t>
            </a:r>
            <a:endParaRPr sz="3000">
              <a:solidFill>
                <a:schemeClr val="dk1"/>
              </a:solidFill>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3a9549bcef1_0_15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391" name="Google Shape;391;g3a9549bcef1_0_15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92" name="Google Shape;392;g3a9549bcef1_0_15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2840"/>
              <a:t>Code Flexibility</a:t>
            </a:r>
            <a:endParaRPr sz="2840"/>
          </a:p>
        </p:txBody>
      </p:sp>
      <p:sp>
        <p:nvSpPr>
          <p:cNvPr id="393" name="Google Shape;393;g3a9549bcef1_0_152"/>
          <p:cNvSpPr txBox="1"/>
          <p:nvPr/>
        </p:nvSpPr>
        <p:spPr>
          <a:xfrm>
            <a:off x="517400" y="1764525"/>
            <a:ext cx="10150500" cy="38328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An abstract method’s implementation can be changed without affecting the external invocation of the method in a public interface</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1: refer to previous example given Engineer and Programmer work();</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2: demonstrate “programming to an Interface”</a:t>
            </a:r>
            <a:endParaRPr sz="3000">
              <a:solidFill>
                <a:schemeClr val="dk1"/>
              </a:solidFill>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3a9549bcef1_0_17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400" name="Google Shape;400;g3a9549bcef1_0_17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01" name="Google Shape;401;g3a9549bcef1_0_17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2840"/>
              <a:t>Code Reusability</a:t>
            </a:r>
            <a:endParaRPr sz="2840"/>
          </a:p>
        </p:txBody>
      </p:sp>
      <p:sp>
        <p:nvSpPr>
          <p:cNvPr id="402" name="Google Shape;402;g3a9549bcef1_0_176"/>
          <p:cNvSpPr txBox="1"/>
          <p:nvPr/>
        </p:nvSpPr>
        <p:spPr>
          <a:xfrm>
            <a:off x="517400" y="1764525"/>
            <a:ext cx="10150500" cy="1177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Inheritance allows code reuse and shared logic</a:t>
            </a:r>
            <a:endParaRPr sz="3000">
              <a:solidFill>
                <a:schemeClr val="dk1"/>
              </a:solidFill>
              <a:latin typeface="Lexend"/>
              <a:ea typeface="Lexend"/>
              <a:cs typeface="Lexend"/>
              <a:sym typeface="Lexend"/>
            </a:endParaRPr>
          </a:p>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1: extending subclasses</a:t>
            </a:r>
            <a:endParaRPr sz="3000">
              <a:solidFill>
                <a:schemeClr val="dk1"/>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a9549bcef1_0_16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409" name="Google Shape;409;g3a9549bcef1_0_16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10" name="Google Shape;410;g3a9549bcef1_0_16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2840"/>
              <a:t>Code Maintainability</a:t>
            </a:r>
            <a:endParaRPr sz="2840"/>
          </a:p>
        </p:txBody>
      </p:sp>
      <p:sp>
        <p:nvSpPr>
          <p:cNvPr id="411" name="Google Shape;411;g3a9549bcef1_0_160"/>
          <p:cNvSpPr txBox="1"/>
          <p:nvPr/>
        </p:nvSpPr>
        <p:spPr>
          <a:xfrm>
            <a:off x="517400" y="1764525"/>
            <a:ext cx="10150500" cy="45807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Respecting the concept of Encapsulation and Abstraction enforces code maintainability and reduces coupling.</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Coupling is the degree of interdependence between two pieces of code.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Using public instead of private for attributes increases coupling as one change could potentially require changing other parts of the code as opposed to the use of private attributes and public methods</a:t>
            </a:r>
            <a:endParaRPr sz="2800">
              <a:solidFill>
                <a:schemeClr val="dk1"/>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a9549bcef1_0_18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418" name="Google Shape;418;g3a9549bcef1_0_18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19" name="Google Shape;419;g3a9549bcef1_0_18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2840"/>
              <a:t>Code Maintainability - Example</a:t>
            </a:r>
            <a:endParaRPr sz="2840"/>
          </a:p>
        </p:txBody>
      </p:sp>
      <p:sp>
        <p:nvSpPr>
          <p:cNvPr id="420" name="Google Shape;420;g3a9549bcef1_0_184"/>
          <p:cNvSpPr txBox="1"/>
          <p:nvPr/>
        </p:nvSpPr>
        <p:spPr>
          <a:xfrm>
            <a:off x="517400" y="1764525"/>
            <a:ext cx="10150500" cy="945900"/>
          </a:xfrm>
          <a:prstGeom prst="rect">
            <a:avLst/>
          </a:prstGeom>
          <a:noFill/>
          <a:ln>
            <a:noFill/>
          </a:ln>
        </p:spPr>
        <p:txBody>
          <a:bodyPr anchorCtr="0" anchor="t" bIns="91425" lIns="91425" spcFirstLastPara="1" rIns="91425" wrap="square" tIns="91425">
            <a:spAutoFit/>
          </a:bodyPr>
          <a:lstStyle/>
          <a:p>
            <a:pPr indent="-374650" lvl="0" marL="457200" marR="0" rtl="0" algn="l">
              <a:lnSpc>
                <a:spcPct val="115000"/>
              </a:lnSpc>
              <a:spcBef>
                <a:spcPts val="0"/>
              </a:spcBef>
              <a:spcAft>
                <a:spcPts val="0"/>
              </a:spcAft>
              <a:buClr>
                <a:schemeClr val="dk1"/>
              </a:buClr>
              <a:buSzPts val="2300"/>
              <a:buFont typeface="Lexend"/>
              <a:buChar char="●"/>
            </a:pPr>
            <a:r>
              <a:rPr lang="en-US" sz="2300">
                <a:solidFill>
                  <a:schemeClr val="dk1"/>
                </a:solidFill>
                <a:latin typeface="Lexend"/>
                <a:ea typeface="Lexend"/>
                <a:cs typeface="Lexend"/>
                <a:sym typeface="Lexend"/>
              </a:rPr>
              <a:t>show an example of a public attribute vs a private attribute. Showcase how changing the data type will add more work</a:t>
            </a:r>
            <a:endParaRPr sz="2300">
              <a:solidFill>
                <a:schemeClr val="dk1"/>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3a9549bcef1_0_16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427" name="Google Shape;427;g3a9549bcef1_0_16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28" name="Google Shape;428;g3a9549bcef1_0_16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2840"/>
              <a:t>Code Readability</a:t>
            </a:r>
            <a:endParaRPr sz="2840"/>
          </a:p>
        </p:txBody>
      </p:sp>
      <p:sp>
        <p:nvSpPr>
          <p:cNvPr id="429" name="Google Shape;429;g3a9549bcef1_0_168"/>
          <p:cNvSpPr txBox="1"/>
          <p:nvPr/>
        </p:nvSpPr>
        <p:spPr>
          <a:xfrm>
            <a:off x="517400" y="1764525"/>
            <a:ext cx="10150500" cy="1708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Effective use of the OOP concepts make code more readable and easier to use with other pieces of code</a:t>
            </a:r>
            <a:endParaRPr sz="3000">
              <a:solidFill>
                <a:schemeClr val="dk1"/>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g3a9549bcef1_0_12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Object-Oriented Programming</a:t>
            </a:r>
            <a:endParaRPr sz="1200">
              <a:latin typeface="IBM Plex Sans"/>
              <a:ea typeface="IBM Plex Sans"/>
              <a:cs typeface="IBM Plex Sans"/>
              <a:sym typeface="IBM Plex Sans"/>
            </a:endParaRPr>
          </a:p>
        </p:txBody>
      </p:sp>
      <p:cxnSp>
        <p:nvCxnSpPr>
          <p:cNvPr id="436" name="Google Shape;436;g3a9549bcef1_0_12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37" name="Google Shape;437;g3a9549bcef1_0_12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Exercise 2 - Individual</a:t>
            </a:r>
            <a:endParaRPr b="1" i="0" sz="4267" u="none" cap="none" strike="noStrike">
              <a:solidFill>
                <a:srgbClr val="9B1D23"/>
              </a:solidFill>
              <a:latin typeface="Arial Black"/>
              <a:ea typeface="Arial Black"/>
              <a:cs typeface="Arial Black"/>
              <a:sym typeface="Arial Black"/>
            </a:endParaRPr>
          </a:p>
          <a:p>
            <a:pPr indent="0" lvl="0" marL="0" marR="0" rtl="0" algn="l">
              <a:lnSpc>
                <a:spcPct val="90000"/>
              </a:lnSpc>
              <a:spcBef>
                <a:spcPts val="0"/>
              </a:spcBef>
              <a:spcAft>
                <a:spcPts val="0"/>
              </a:spcAft>
              <a:buClr>
                <a:srgbClr val="9B1D23"/>
              </a:buClr>
              <a:buSzPct val="124209"/>
              <a:buFont typeface="Arial Black"/>
              <a:buNone/>
            </a:pPr>
            <a:r>
              <a:t/>
            </a:r>
            <a:endParaRPr b="1" i="0" sz="4267" u="none" cap="none" strike="noStrike">
              <a:solidFill>
                <a:srgbClr val="9B1D23"/>
              </a:solidFill>
              <a:latin typeface="Arial Black"/>
              <a:ea typeface="Arial Black"/>
              <a:cs typeface="Arial Black"/>
              <a:sym typeface="Arial Black"/>
            </a:endParaRPr>
          </a:p>
        </p:txBody>
      </p:sp>
      <p:sp>
        <p:nvSpPr>
          <p:cNvPr id="438" name="Google Shape;438;g3a9549bcef1_0_120"/>
          <p:cNvSpPr txBox="1"/>
          <p:nvPr/>
        </p:nvSpPr>
        <p:spPr>
          <a:xfrm>
            <a:off x="517400" y="1764525"/>
            <a:ext cx="10150500" cy="36480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Lexend"/>
              <a:buAutoNum type="arabicPeriod"/>
            </a:pPr>
            <a:r>
              <a:rPr lang="en-US" sz="1800">
                <a:solidFill>
                  <a:schemeClr val="dk1"/>
                </a:solidFill>
                <a:latin typeface="Lexend"/>
                <a:ea typeface="Lexend"/>
                <a:cs typeface="Lexend"/>
                <a:sym typeface="Lexend"/>
              </a:rPr>
              <a:t>Create Interface “Refuelable”. Implementing classes should be able to implement method “refuel()”</a:t>
            </a:r>
            <a:endParaRPr sz="1800">
              <a:solidFill>
                <a:schemeClr val="dk1"/>
              </a:solidFill>
              <a:latin typeface="Lexend"/>
              <a:ea typeface="Lexend"/>
              <a:cs typeface="Lexend"/>
              <a:sym typeface="Lexend"/>
            </a:endParaRPr>
          </a:p>
          <a:p>
            <a:pPr indent="-342900" lvl="0" marL="457200" marR="0" rtl="0" algn="l">
              <a:lnSpc>
                <a:spcPct val="115000"/>
              </a:lnSpc>
              <a:spcBef>
                <a:spcPts val="0"/>
              </a:spcBef>
              <a:spcAft>
                <a:spcPts val="0"/>
              </a:spcAft>
              <a:buClr>
                <a:schemeClr val="dk1"/>
              </a:buClr>
              <a:buSzPts val="1800"/>
              <a:buFont typeface="Lexend"/>
              <a:buAutoNum type="arabicPeriod"/>
            </a:pPr>
            <a:r>
              <a:rPr lang="en-US" sz="1800">
                <a:solidFill>
                  <a:schemeClr val="dk1"/>
                </a:solidFill>
                <a:latin typeface="Lexend"/>
                <a:ea typeface="Lexend"/>
                <a:cs typeface="Lexend"/>
                <a:sym typeface="Lexend"/>
              </a:rPr>
              <a:t>Create Abstract Class “Vehicle”. Extending classes should have attributes “numberOfWheels” and “brand” and should have an abstract method “startEngine()”, it should have a concrete method “void destroy()”.</a:t>
            </a:r>
            <a:endParaRPr sz="1800">
              <a:solidFill>
                <a:schemeClr val="dk1"/>
              </a:solidFill>
              <a:latin typeface="Lexend"/>
              <a:ea typeface="Lexend"/>
              <a:cs typeface="Lexend"/>
              <a:sym typeface="Lexend"/>
            </a:endParaRPr>
          </a:p>
          <a:p>
            <a:pPr indent="-342900" lvl="0" marL="457200" marR="0" rtl="0" algn="l">
              <a:lnSpc>
                <a:spcPct val="115000"/>
              </a:lnSpc>
              <a:spcBef>
                <a:spcPts val="0"/>
              </a:spcBef>
              <a:spcAft>
                <a:spcPts val="0"/>
              </a:spcAft>
              <a:buClr>
                <a:schemeClr val="dk1"/>
              </a:buClr>
              <a:buSzPts val="1800"/>
              <a:buFont typeface="Lexend"/>
              <a:buAutoNum type="arabicPeriod"/>
            </a:pPr>
            <a:r>
              <a:rPr lang="en-US" sz="1800">
                <a:solidFill>
                  <a:schemeClr val="dk1"/>
                </a:solidFill>
                <a:latin typeface="Lexend"/>
                <a:ea typeface="Lexend"/>
                <a:cs typeface="Lexend"/>
                <a:sym typeface="Lexend"/>
              </a:rPr>
              <a:t>Create two concrete classes “Car” and “Truck”. It must implement “Refuelable” and extend “Vehicle”.</a:t>
            </a:r>
            <a:endParaRPr sz="1800">
              <a:solidFill>
                <a:schemeClr val="dk1"/>
              </a:solidFill>
              <a:latin typeface="Lexend"/>
              <a:ea typeface="Lexend"/>
              <a:cs typeface="Lexend"/>
              <a:sym typeface="Lexend"/>
            </a:endParaRPr>
          </a:p>
          <a:p>
            <a:pPr indent="-342900" lvl="0" marL="457200" marR="0" rtl="0" algn="l">
              <a:lnSpc>
                <a:spcPct val="115000"/>
              </a:lnSpc>
              <a:spcBef>
                <a:spcPts val="0"/>
              </a:spcBef>
              <a:spcAft>
                <a:spcPts val="0"/>
              </a:spcAft>
              <a:buClr>
                <a:schemeClr val="dk1"/>
              </a:buClr>
              <a:buSzPts val="1800"/>
              <a:buFont typeface="Lexend"/>
              <a:buAutoNum type="arabicPeriod"/>
            </a:pPr>
            <a:r>
              <a:rPr lang="en-US" sz="1800">
                <a:solidFill>
                  <a:schemeClr val="dk1"/>
                </a:solidFill>
                <a:latin typeface="Lexend"/>
                <a:ea typeface="Lexend"/>
                <a:cs typeface="Lexend"/>
                <a:sym typeface="Lexend"/>
              </a:rPr>
              <a:t>In your Main Application, create one Car and one Truck and call the methods they inherited / implemented.</a:t>
            </a:r>
            <a:endParaRPr sz="1800">
              <a:solidFill>
                <a:schemeClr val="dk1"/>
              </a:solidFill>
              <a:latin typeface="Lexend"/>
              <a:ea typeface="Lexend"/>
              <a:cs typeface="Lexend"/>
              <a:sym typeface="Lexend"/>
            </a:endParaRPr>
          </a:p>
          <a:p>
            <a:pPr indent="-342900" lvl="0" marL="457200" marR="0" rtl="0" algn="l">
              <a:lnSpc>
                <a:spcPct val="115000"/>
              </a:lnSpc>
              <a:spcBef>
                <a:spcPts val="0"/>
              </a:spcBef>
              <a:spcAft>
                <a:spcPts val="0"/>
              </a:spcAft>
              <a:buClr>
                <a:schemeClr val="dk1"/>
              </a:buClr>
              <a:buSzPts val="1800"/>
              <a:buFont typeface="Lexend"/>
              <a:buAutoNum type="arabicPeriod"/>
            </a:pPr>
            <a:r>
              <a:rPr lang="en-US" sz="1800">
                <a:solidFill>
                  <a:schemeClr val="dk1"/>
                </a:solidFill>
                <a:latin typeface="Lexend"/>
                <a:ea typeface="Lexend"/>
                <a:cs typeface="Lexend"/>
                <a:sym typeface="Lexend"/>
              </a:rPr>
              <a:t>In your Main Application, create a method called “destroyVehicle” that takes ONE parameter (either a Car or Truck) and call their “destroy()” method.</a:t>
            </a:r>
            <a:endParaRPr sz="1800">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5_BPI2019">
  <a:themeElements>
    <a:clrScheme name="BPI Color Palette - Monitoring Competition">
      <a:dk1>
        <a:srgbClr val="000000"/>
      </a:dk1>
      <a:lt1>
        <a:srgbClr val="FFFFFF"/>
      </a:lt1>
      <a:dk2>
        <a:srgbClr val="84191D"/>
      </a:dk2>
      <a:lt2>
        <a:srgbClr val="F3E8EB"/>
      </a:lt2>
      <a:accent1>
        <a:srgbClr val="AF222B"/>
      </a:accent1>
      <a:accent2>
        <a:srgbClr val="DAA22B"/>
      </a:accent2>
      <a:accent3>
        <a:srgbClr val="1C43C9"/>
      </a:accent3>
      <a:accent4>
        <a:srgbClr val="1C9A0E"/>
      </a:accent4>
      <a:accent5>
        <a:srgbClr val="28B0F5"/>
      </a:accent5>
      <a:accent6>
        <a:srgbClr val="8A15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2020-03-05T06:49:37Z</dcterms:created>
  <dc:creator>CHEESAMAE B. MANEJA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d6ac669-a8bf-47f5-a0d2-faaa744f7ecd_Enabled">
    <vt:lpwstr>true</vt:lpwstr>
  </property>
  <property fmtid="{D5CDD505-2E9C-101B-9397-08002B2CF9AE}" pid="3" name="MSIP_Label_4d6ac669-a8bf-47f5-a0d2-faaa744f7ecd_SetDate">
    <vt:lpwstr>2025-10-07T04:38:31Z</vt:lpwstr>
  </property>
  <property fmtid="{D5CDD505-2E9C-101B-9397-08002B2CF9AE}" pid="4" name="MSIP_Label_4d6ac669-a8bf-47f5-a0d2-faaa744f7ecd_Method">
    <vt:lpwstr>Standard</vt:lpwstr>
  </property>
  <property fmtid="{D5CDD505-2E9C-101B-9397-08002B2CF9AE}" pid="5" name="MSIP_Label_4d6ac669-a8bf-47f5-a0d2-faaa744f7ecd_Name">
    <vt:lpwstr>Confidential</vt:lpwstr>
  </property>
  <property fmtid="{D5CDD505-2E9C-101B-9397-08002B2CF9AE}" pid="6" name="MSIP_Label_4d6ac669-a8bf-47f5-a0d2-faaa744f7ecd_SiteId">
    <vt:lpwstr>24cf8460-6751-428a-ab19-a8eb04dfe447</vt:lpwstr>
  </property>
  <property fmtid="{D5CDD505-2E9C-101B-9397-08002B2CF9AE}" pid="7" name="MSIP_Label_4d6ac669-a8bf-47f5-a0d2-faaa744f7ecd_ActionId">
    <vt:lpwstr>469dbbbe-193a-48e7-a21a-e50eaa0fc1cb</vt:lpwstr>
  </property>
  <property fmtid="{D5CDD505-2E9C-101B-9397-08002B2CF9AE}" pid="8" name="MSIP_Label_4d6ac669-a8bf-47f5-a0d2-faaa744f7ecd_ContentBits">
    <vt:lpwstr>3</vt:lpwstr>
  </property>
  <property fmtid="{D5CDD505-2E9C-101B-9397-08002B2CF9AE}" pid="9" name="MSIP_Label_4d6ac669-a8bf-47f5-a0d2-faaa744f7ecd_Tag">
    <vt:lpwstr>50, 3, 0, 1</vt:lpwstr>
  </property>
  <property fmtid="{D5CDD505-2E9C-101B-9397-08002B2CF9AE}" pid="10" name="ClassificationContentMarkingFooterLocations">
    <vt:lpwstr>BPI2019:10\1_BPI Powerpoint Template 2019 - Internal Use:10\152_BPI2019:10\146_BPI2019:10\BPI PPT Theme:10\2_BPI2019:10\5_BPI2019:10\BPI Powerpoint Template 2019 - Internal Use:5</vt:lpwstr>
  </property>
  <property fmtid="{D5CDD505-2E9C-101B-9397-08002B2CF9AE}" pid="11" name="ClassificationContentMarkingFooterText">
    <vt:lpwstr>This document contains confidential data. It is intended solely for  the use of authorized recipient(s). Unauthorized use, disclosure, or reproduction  is strictly prohibited.</vt:lpwstr>
  </property>
  <property fmtid="{D5CDD505-2E9C-101B-9397-08002B2CF9AE}" pid="12" name="ClassificationContentMarkingHeaderLocations">
    <vt:lpwstr>BPI2019:9\1_BPI Powerpoint Template 2019 - Internal Use:9\152_BPI2019:9\146_BPI2019:9\BPI PPT Theme:9\2_BPI2019:9\5_BPI2019:9\BPI Powerpoint Template 2019 - Internal Use:4</vt:lpwstr>
  </property>
  <property fmtid="{D5CDD505-2E9C-101B-9397-08002B2CF9AE}" pid="13" name="ClassificationContentMarkingHeaderText">
    <vt:lpwstr>Confidential</vt:lpwstr>
  </property>
  <property fmtid="{D5CDD505-2E9C-101B-9397-08002B2CF9AE}" pid="14" name="ContentTypeId">
    <vt:lpwstr>0x010100C45ABA40644FCC4CAE4C6F68CADFC236</vt:lpwstr>
  </property>
</Properties>
</file>