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 id="302" r:id="rId51"/>
    <p:sldId id="303" r:id="rId52"/>
    <p:sldId id="304" r:id="rId53"/>
  </p:sldIdLst>
  <p:sldSz cy="6858000" cx="12192000"/>
  <p:notesSz cx="7010400" cy="9296400"/>
  <p:embeddedFontLst>
    <p:embeddedFont>
      <p:font typeface="IBM Plex Sans"/>
      <p:regular r:id="rId54"/>
      <p:bold r:id="rId55"/>
      <p:italic r:id="rId56"/>
      <p:boldItalic r:id="rId57"/>
    </p:embeddedFont>
    <p:embeddedFont>
      <p:font typeface="Arial Black"/>
      <p:regular r:id="rId58"/>
    </p:embeddedFont>
    <p:embeddedFont>
      <p:font typeface="Lexend"/>
      <p:regular r:id="rId59"/>
      <p:bold r:id="rId6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61" roundtripDataSignature="AMtx7mg66aAB+VPyZ9tKDfiK9TFuJqQ3i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6.xml"/><Relationship Id="rId42" Type="http://schemas.openxmlformats.org/officeDocument/2006/relationships/slide" Target="slides/slide38.xml"/><Relationship Id="rId41" Type="http://schemas.openxmlformats.org/officeDocument/2006/relationships/slide" Target="slides/slide37.xml"/><Relationship Id="rId44" Type="http://schemas.openxmlformats.org/officeDocument/2006/relationships/slide" Target="slides/slide40.xml"/><Relationship Id="rId43" Type="http://schemas.openxmlformats.org/officeDocument/2006/relationships/slide" Target="slides/slide39.xml"/><Relationship Id="rId46" Type="http://schemas.openxmlformats.org/officeDocument/2006/relationships/slide" Target="slides/slide42.xml"/><Relationship Id="rId45" Type="http://schemas.openxmlformats.org/officeDocument/2006/relationships/slide" Target="slides/slide41.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48" Type="http://schemas.openxmlformats.org/officeDocument/2006/relationships/slide" Target="slides/slide44.xml"/><Relationship Id="rId47" Type="http://schemas.openxmlformats.org/officeDocument/2006/relationships/slide" Target="slides/slide43.xml"/><Relationship Id="rId49" Type="http://schemas.openxmlformats.org/officeDocument/2006/relationships/slide" Target="slides/slide4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33" Type="http://schemas.openxmlformats.org/officeDocument/2006/relationships/slide" Target="slides/slide29.xml"/><Relationship Id="rId32" Type="http://schemas.openxmlformats.org/officeDocument/2006/relationships/slide" Target="slides/slide28.xml"/><Relationship Id="rId35" Type="http://schemas.openxmlformats.org/officeDocument/2006/relationships/slide" Target="slides/slide31.xml"/><Relationship Id="rId34" Type="http://schemas.openxmlformats.org/officeDocument/2006/relationships/slide" Target="slides/slide30.xml"/><Relationship Id="rId37" Type="http://schemas.openxmlformats.org/officeDocument/2006/relationships/slide" Target="slides/slide33.xml"/><Relationship Id="rId36" Type="http://schemas.openxmlformats.org/officeDocument/2006/relationships/slide" Target="slides/slide32.xml"/><Relationship Id="rId39" Type="http://schemas.openxmlformats.org/officeDocument/2006/relationships/slide" Target="slides/slide35.xml"/><Relationship Id="rId38" Type="http://schemas.openxmlformats.org/officeDocument/2006/relationships/slide" Target="slides/slide34.xml"/><Relationship Id="rId61" Type="http://customschemas.google.com/relationships/presentationmetadata" Target="metadata"/><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60" Type="http://schemas.openxmlformats.org/officeDocument/2006/relationships/font" Target="fonts/Lexend-bold.fntdata"/><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29" Type="http://schemas.openxmlformats.org/officeDocument/2006/relationships/slide" Target="slides/slide25.xml"/><Relationship Id="rId51" Type="http://schemas.openxmlformats.org/officeDocument/2006/relationships/slide" Target="slides/slide47.xml"/><Relationship Id="rId50" Type="http://schemas.openxmlformats.org/officeDocument/2006/relationships/slide" Target="slides/slide46.xml"/><Relationship Id="rId53" Type="http://schemas.openxmlformats.org/officeDocument/2006/relationships/slide" Target="slides/slide49.xml"/><Relationship Id="rId52" Type="http://schemas.openxmlformats.org/officeDocument/2006/relationships/slide" Target="slides/slide48.xml"/><Relationship Id="rId11" Type="http://schemas.openxmlformats.org/officeDocument/2006/relationships/slide" Target="slides/slide7.xml"/><Relationship Id="rId55" Type="http://schemas.openxmlformats.org/officeDocument/2006/relationships/font" Target="fonts/IBMPlexSans-bold.fntdata"/><Relationship Id="rId10" Type="http://schemas.openxmlformats.org/officeDocument/2006/relationships/slide" Target="slides/slide6.xml"/><Relationship Id="rId54" Type="http://schemas.openxmlformats.org/officeDocument/2006/relationships/font" Target="fonts/IBMPlexSans-regular.fntdata"/><Relationship Id="rId13" Type="http://schemas.openxmlformats.org/officeDocument/2006/relationships/slide" Target="slides/slide9.xml"/><Relationship Id="rId57" Type="http://schemas.openxmlformats.org/officeDocument/2006/relationships/font" Target="fonts/IBMPlexSans-boldItalic.fntdata"/><Relationship Id="rId12" Type="http://schemas.openxmlformats.org/officeDocument/2006/relationships/slide" Target="slides/slide8.xml"/><Relationship Id="rId56" Type="http://schemas.openxmlformats.org/officeDocument/2006/relationships/font" Target="fonts/IBMPlexSans-italic.fntdata"/><Relationship Id="rId15" Type="http://schemas.openxmlformats.org/officeDocument/2006/relationships/slide" Target="slides/slide11.xml"/><Relationship Id="rId59" Type="http://schemas.openxmlformats.org/officeDocument/2006/relationships/font" Target="fonts/Lexend-regular.fntdata"/><Relationship Id="rId14" Type="http://schemas.openxmlformats.org/officeDocument/2006/relationships/slide" Target="slides/slide10.xml"/><Relationship Id="rId58" Type="http://schemas.openxmlformats.org/officeDocument/2006/relationships/font" Target="fonts/ArialBlack-regular.fntdata"/><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037840" cy="466434"/>
          </a:xfrm>
          <a:prstGeom prst="rect">
            <a:avLst/>
          </a:prstGeom>
          <a:noFill/>
          <a:ln>
            <a:noFill/>
          </a:ln>
        </p:spPr>
        <p:txBody>
          <a:bodyPr anchorCtr="0" anchor="t" bIns="46575" lIns="93175" spcFirstLastPara="1" rIns="93175" wrap="square" tIns="46575">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970938" y="0"/>
            <a:ext cx="3037840" cy="466434"/>
          </a:xfrm>
          <a:prstGeom prst="rect">
            <a:avLst/>
          </a:prstGeom>
          <a:noFill/>
          <a:ln>
            <a:noFill/>
          </a:ln>
        </p:spPr>
        <p:txBody>
          <a:bodyPr anchorCtr="0" anchor="t" bIns="46575" lIns="93175" spcFirstLastPara="1" rIns="93175" wrap="square" tIns="46575">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717550" y="1162050"/>
            <a:ext cx="5575300" cy="3136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701040" y="4473892"/>
            <a:ext cx="5608320" cy="3660458"/>
          </a:xfrm>
          <a:prstGeom prst="rect">
            <a:avLst/>
          </a:prstGeom>
          <a:noFill/>
          <a:ln>
            <a:noFill/>
          </a:ln>
        </p:spPr>
        <p:txBody>
          <a:bodyPr anchorCtr="0" anchor="t" bIns="46575" lIns="93175" spcFirstLastPara="1" rIns="93175" wrap="square" tIns="46575">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829967"/>
            <a:ext cx="3037840" cy="466433"/>
          </a:xfrm>
          <a:prstGeom prst="rect">
            <a:avLst/>
          </a:prstGeom>
          <a:noFill/>
          <a:ln>
            <a:noFill/>
          </a:ln>
        </p:spPr>
        <p:txBody>
          <a:bodyPr anchorCtr="0" anchor="b" bIns="46575" lIns="93175" spcFirstLastPara="1" rIns="93175" wrap="square" tIns="46575">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970938" y="8829967"/>
            <a:ext cx="3037840" cy="466433"/>
          </a:xfrm>
          <a:prstGeom prst="rect">
            <a:avLst/>
          </a:prstGeom>
          <a:noFill/>
          <a:ln>
            <a:noFill/>
          </a:ln>
        </p:spPr>
        <p:txBody>
          <a:bodyPr anchorCtr="0" anchor="b" bIns="46575" lIns="93175" spcFirstLastPara="1" rIns="93175" wrap="square" tIns="46575">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1:notes"/>
          <p:cNvSpPr txBox="1"/>
          <p:nvPr>
            <p:ph idx="1" type="body"/>
          </p:nvPr>
        </p:nvSpPr>
        <p:spPr>
          <a:xfrm>
            <a:off x="701040" y="4473892"/>
            <a:ext cx="5608320" cy="3660458"/>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87" name="Google Shape;87;p1:notes"/>
          <p:cNvSpPr/>
          <p:nvPr>
            <p:ph idx="2" type="sldImg"/>
          </p:nvPr>
        </p:nvSpPr>
        <p:spPr>
          <a:xfrm>
            <a:off x="717550" y="1162050"/>
            <a:ext cx="5575300" cy="3136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9a1362b7ee_0_87:notes"/>
          <p:cNvSpPr/>
          <p:nvPr>
            <p:ph idx="2" type="sldImg"/>
          </p:nvPr>
        </p:nvSpPr>
        <p:spPr>
          <a:xfrm>
            <a:off x="717550" y="1162050"/>
            <a:ext cx="5575200" cy="3136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4" name="Google Shape;94;g39a1362b7ee_0_87:notes"/>
          <p:cNvSpPr txBox="1"/>
          <p:nvPr>
            <p:ph idx="1" type="body"/>
          </p:nvPr>
        </p:nvSpPr>
        <p:spPr>
          <a:xfrm>
            <a:off x="701040" y="4473892"/>
            <a:ext cx="5608200" cy="36606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95" name="Google Shape;95;g39a1362b7ee_0_87:notes"/>
          <p:cNvSpPr txBox="1"/>
          <p:nvPr>
            <p:ph idx="12" type="sldNum"/>
          </p:nvPr>
        </p:nvSpPr>
        <p:spPr>
          <a:xfrm>
            <a:off x="3970938" y="8829967"/>
            <a:ext cx="3037800" cy="466500"/>
          </a:xfrm>
          <a:prstGeom prst="rect">
            <a:avLst/>
          </a:prstGeom>
          <a:noFill/>
          <a:ln>
            <a:noFill/>
          </a:ln>
        </p:spPr>
        <p:txBody>
          <a:bodyPr anchorCtr="0" anchor="b" bIns="46575" lIns="93175" spcFirstLastPara="1" rIns="93175" wrap="square" tIns="46575">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3c35b158342_0_0:notes"/>
          <p:cNvSpPr/>
          <p:nvPr>
            <p:ph idx="2" type="sldImg"/>
          </p:nvPr>
        </p:nvSpPr>
        <p:spPr>
          <a:xfrm>
            <a:off x="717550" y="1162050"/>
            <a:ext cx="5575200" cy="3136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3" name="Google Shape;103;g3c35b158342_0_0:notes"/>
          <p:cNvSpPr txBox="1"/>
          <p:nvPr>
            <p:ph idx="1" type="body"/>
          </p:nvPr>
        </p:nvSpPr>
        <p:spPr>
          <a:xfrm>
            <a:off x="701040" y="4473892"/>
            <a:ext cx="5608200" cy="36606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104" name="Google Shape;104;g3c35b158342_0_0:notes"/>
          <p:cNvSpPr txBox="1"/>
          <p:nvPr>
            <p:ph idx="12" type="sldNum"/>
          </p:nvPr>
        </p:nvSpPr>
        <p:spPr>
          <a:xfrm>
            <a:off x="3970938" y="8829967"/>
            <a:ext cx="3037800" cy="466500"/>
          </a:xfrm>
          <a:prstGeom prst="rect">
            <a:avLst/>
          </a:prstGeom>
          <a:noFill/>
          <a:ln>
            <a:noFill/>
          </a:ln>
        </p:spPr>
        <p:txBody>
          <a:bodyPr anchorCtr="0" anchor="b" bIns="46575" lIns="93175" spcFirstLastPara="1" rIns="93175" wrap="square" tIns="46575">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39a1362b7ee_0_20:notes"/>
          <p:cNvSpPr/>
          <p:nvPr>
            <p:ph idx="2" type="sldImg"/>
          </p:nvPr>
        </p:nvSpPr>
        <p:spPr>
          <a:xfrm>
            <a:off x="717550" y="1162050"/>
            <a:ext cx="5575200" cy="3136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2" name="Google Shape;112;g39a1362b7ee_0_20:notes"/>
          <p:cNvSpPr txBox="1"/>
          <p:nvPr>
            <p:ph idx="1" type="body"/>
          </p:nvPr>
        </p:nvSpPr>
        <p:spPr>
          <a:xfrm>
            <a:off x="701040" y="4473892"/>
            <a:ext cx="5608200" cy="36606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113" name="Google Shape;113;g39a1362b7ee_0_20:notes"/>
          <p:cNvSpPr txBox="1"/>
          <p:nvPr>
            <p:ph idx="12" type="sldNum"/>
          </p:nvPr>
        </p:nvSpPr>
        <p:spPr>
          <a:xfrm>
            <a:off x="3970938" y="8829967"/>
            <a:ext cx="3037800" cy="466500"/>
          </a:xfrm>
          <a:prstGeom prst="rect">
            <a:avLst/>
          </a:prstGeom>
          <a:noFill/>
          <a:ln>
            <a:noFill/>
          </a:ln>
        </p:spPr>
        <p:txBody>
          <a:bodyPr anchorCtr="0" anchor="b" bIns="46575" lIns="93175" spcFirstLastPara="1" rIns="93175" wrap="square" tIns="46575">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c35b158342_0_54:notes"/>
          <p:cNvSpPr/>
          <p:nvPr>
            <p:ph idx="2" type="sldImg"/>
          </p:nvPr>
        </p:nvSpPr>
        <p:spPr>
          <a:xfrm>
            <a:off x="717550" y="1162050"/>
            <a:ext cx="5575200" cy="3136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1" name="Google Shape;121;g3c35b158342_0_54:notes"/>
          <p:cNvSpPr txBox="1"/>
          <p:nvPr>
            <p:ph idx="1" type="body"/>
          </p:nvPr>
        </p:nvSpPr>
        <p:spPr>
          <a:xfrm>
            <a:off x="701040" y="4473892"/>
            <a:ext cx="5608200" cy="36606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122" name="Google Shape;122;g3c35b158342_0_54:notes"/>
          <p:cNvSpPr txBox="1"/>
          <p:nvPr>
            <p:ph idx="12" type="sldNum"/>
          </p:nvPr>
        </p:nvSpPr>
        <p:spPr>
          <a:xfrm>
            <a:off x="3970938" y="8829967"/>
            <a:ext cx="3037800" cy="466500"/>
          </a:xfrm>
          <a:prstGeom prst="rect">
            <a:avLst/>
          </a:prstGeom>
          <a:noFill/>
          <a:ln>
            <a:noFill/>
          </a:ln>
        </p:spPr>
        <p:txBody>
          <a:bodyPr anchorCtr="0" anchor="b" bIns="46575" lIns="93175" spcFirstLastPara="1" rIns="93175" wrap="square" tIns="46575">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c35b158342_0_62:notes"/>
          <p:cNvSpPr/>
          <p:nvPr>
            <p:ph idx="2" type="sldImg"/>
          </p:nvPr>
        </p:nvSpPr>
        <p:spPr>
          <a:xfrm>
            <a:off x="717550" y="1162050"/>
            <a:ext cx="5575200" cy="3136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0" name="Google Shape;130;g3c35b158342_0_62:notes"/>
          <p:cNvSpPr txBox="1"/>
          <p:nvPr>
            <p:ph idx="1" type="body"/>
          </p:nvPr>
        </p:nvSpPr>
        <p:spPr>
          <a:xfrm>
            <a:off x="701040" y="4473892"/>
            <a:ext cx="5608200" cy="36606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131" name="Google Shape;131;g3c35b158342_0_62:notes"/>
          <p:cNvSpPr txBox="1"/>
          <p:nvPr>
            <p:ph idx="12" type="sldNum"/>
          </p:nvPr>
        </p:nvSpPr>
        <p:spPr>
          <a:xfrm>
            <a:off x="3970938" y="8829967"/>
            <a:ext cx="3037800" cy="466500"/>
          </a:xfrm>
          <a:prstGeom prst="rect">
            <a:avLst/>
          </a:prstGeom>
          <a:noFill/>
          <a:ln>
            <a:noFill/>
          </a:ln>
        </p:spPr>
        <p:txBody>
          <a:bodyPr anchorCtr="0" anchor="b" bIns="46575" lIns="93175" spcFirstLastPara="1" rIns="93175" wrap="square" tIns="46575">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bd86be51a7_0_24:notes"/>
          <p:cNvSpPr/>
          <p:nvPr>
            <p:ph idx="2" type="sldImg"/>
          </p:nvPr>
        </p:nvSpPr>
        <p:spPr>
          <a:xfrm>
            <a:off x="717550" y="1162050"/>
            <a:ext cx="5575200" cy="3136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9" name="Google Shape;139;g3bd86be51a7_0_24:notes"/>
          <p:cNvSpPr txBox="1"/>
          <p:nvPr>
            <p:ph idx="1" type="body"/>
          </p:nvPr>
        </p:nvSpPr>
        <p:spPr>
          <a:xfrm>
            <a:off x="701040" y="4473892"/>
            <a:ext cx="5608200" cy="36606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140" name="Google Shape;140;g3bd86be51a7_0_24:notes"/>
          <p:cNvSpPr txBox="1"/>
          <p:nvPr>
            <p:ph idx="12" type="sldNum"/>
          </p:nvPr>
        </p:nvSpPr>
        <p:spPr>
          <a:xfrm>
            <a:off x="3970938" y="8829967"/>
            <a:ext cx="3037800" cy="466500"/>
          </a:xfrm>
          <a:prstGeom prst="rect">
            <a:avLst/>
          </a:prstGeom>
          <a:noFill/>
          <a:ln>
            <a:noFill/>
          </a:ln>
        </p:spPr>
        <p:txBody>
          <a:bodyPr anchorCtr="0" anchor="b" bIns="46575" lIns="93175" spcFirstLastPara="1" rIns="93175" wrap="square" tIns="46575">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3c35b158342_0_75:notes"/>
          <p:cNvSpPr/>
          <p:nvPr>
            <p:ph idx="2" type="sldImg"/>
          </p:nvPr>
        </p:nvSpPr>
        <p:spPr>
          <a:xfrm>
            <a:off x="717550" y="1162050"/>
            <a:ext cx="5575200" cy="3136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8" name="Google Shape;148;g3c35b158342_0_75:notes"/>
          <p:cNvSpPr txBox="1"/>
          <p:nvPr>
            <p:ph idx="1" type="body"/>
          </p:nvPr>
        </p:nvSpPr>
        <p:spPr>
          <a:xfrm>
            <a:off x="701040" y="4473892"/>
            <a:ext cx="5608200" cy="36606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149" name="Google Shape;149;g3c35b158342_0_75:notes"/>
          <p:cNvSpPr txBox="1"/>
          <p:nvPr>
            <p:ph idx="12" type="sldNum"/>
          </p:nvPr>
        </p:nvSpPr>
        <p:spPr>
          <a:xfrm>
            <a:off x="3970938" y="8829967"/>
            <a:ext cx="3037800" cy="466500"/>
          </a:xfrm>
          <a:prstGeom prst="rect">
            <a:avLst/>
          </a:prstGeom>
          <a:noFill/>
          <a:ln>
            <a:noFill/>
          </a:ln>
        </p:spPr>
        <p:txBody>
          <a:bodyPr anchorCtr="0" anchor="b" bIns="46575" lIns="93175" spcFirstLastPara="1" rIns="93175" wrap="square" tIns="46575">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bd86be51a7_0_32:notes"/>
          <p:cNvSpPr/>
          <p:nvPr>
            <p:ph idx="2" type="sldImg"/>
          </p:nvPr>
        </p:nvSpPr>
        <p:spPr>
          <a:xfrm>
            <a:off x="717550" y="1162050"/>
            <a:ext cx="5575200" cy="3136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7" name="Google Shape;157;g3bd86be51a7_0_32:notes"/>
          <p:cNvSpPr txBox="1"/>
          <p:nvPr>
            <p:ph idx="1" type="body"/>
          </p:nvPr>
        </p:nvSpPr>
        <p:spPr>
          <a:xfrm>
            <a:off x="701040" y="4473892"/>
            <a:ext cx="5608200" cy="36606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158" name="Google Shape;158;g3bd86be51a7_0_32:notes"/>
          <p:cNvSpPr txBox="1"/>
          <p:nvPr>
            <p:ph idx="12" type="sldNum"/>
          </p:nvPr>
        </p:nvSpPr>
        <p:spPr>
          <a:xfrm>
            <a:off x="3970938" y="8829967"/>
            <a:ext cx="3037800" cy="466500"/>
          </a:xfrm>
          <a:prstGeom prst="rect">
            <a:avLst/>
          </a:prstGeom>
          <a:noFill/>
          <a:ln>
            <a:noFill/>
          </a:ln>
        </p:spPr>
        <p:txBody>
          <a:bodyPr anchorCtr="0" anchor="b" bIns="46575" lIns="93175" spcFirstLastPara="1" rIns="93175" wrap="square" tIns="46575">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bd86be51a7_0_40:notes"/>
          <p:cNvSpPr/>
          <p:nvPr>
            <p:ph idx="2" type="sldImg"/>
          </p:nvPr>
        </p:nvSpPr>
        <p:spPr>
          <a:xfrm>
            <a:off x="717550" y="1162050"/>
            <a:ext cx="5575200" cy="3136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6" name="Google Shape;166;g3bd86be51a7_0_40:notes"/>
          <p:cNvSpPr txBox="1"/>
          <p:nvPr>
            <p:ph idx="1" type="body"/>
          </p:nvPr>
        </p:nvSpPr>
        <p:spPr>
          <a:xfrm>
            <a:off x="701040" y="4473892"/>
            <a:ext cx="5608200" cy="36606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167" name="Google Shape;167;g3bd86be51a7_0_40:notes"/>
          <p:cNvSpPr txBox="1"/>
          <p:nvPr>
            <p:ph idx="12" type="sldNum"/>
          </p:nvPr>
        </p:nvSpPr>
        <p:spPr>
          <a:xfrm>
            <a:off x="3970938" y="8829967"/>
            <a:ext cx="3037800" cy="466500"/>
          </a:xfrm>
          <a:prstGeom prst="rect">
            <a:avLst/>
          </a:prstGeom>
          <a:noFill/>
          <a:ln>
            <a:noFill/>
          </a:ln>
        </p:spPr>
        <p:txBody>
          <a:bodyPr anchorCtr="0" anchor="b" bIns="46575" lIns="93175" spcFirstLastPara="1" rIns="93175" wrap="square" tIns="46575">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3bd86be51a7_0_64:notes"/>
          <p:cNvSpPr/>
          <p:nvPr>
            <p:ph idx="2" type="sldImg"/>
          </p:nvPr>
        </p:nvSpPr>
        <p:spPr>
          <a:xfrm>
            <a:off x="717550" y="1162050"/>
            <a:ext cx="5575200" cy="3136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5" name="Google Shape;175;g3bd86be51a7_0_64:notes"/>
          <p:cNvSpPr txBox="1"/>
          <p:nvPr>
            <p:ph idx="1" type="body"/>
          </p:nvPr>
        </p:nvSpPr>
        <p:spPr>
          <a:xfrm>
            <a:off x="701040" y="4473892"/>
            <a:ext cx="5608200" cy="36606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176" name="Google Shape;176;g3bd86be51a7_0_64:notes"/>
          <p:cNvSpPr txBox="1"/>
          <p:nvPr>
            <p:ph idx="12" type="sldNum"/>
          </p:nvPr>
        </p:nvSpPr>
        <p:spPr>
          <a:xfrm>
            <a:off x="3970938" y="8829967"/>
            <a:ext cx="3037800" cy="466500"/>
          </a:xfrm>
          <a:prstGeom prst="rect">
            <a:avLst/>
          </a:prstGeom>
          <a:noFill/>
          <a:ln>
            <a:noFill/>
          </a:ln>
        </p:spPr>
        <p:txBody>
          <a:bodyPr anchorCtr="0" anchor="b" bIns="46575" lIns="93175" spcFirstLastPara="1" rIns="93175" wrap="square" tIns="46575">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3bd86be51a7_0_72:notes"/>
          <p:cNvSpPr/>
          <p:nvPr>
            <p:ph idx="2" type="sldImg"/>
          </p:nvPr>
        </p:nvSpPr>
        <p:spPr>
          <a:xfrm>
            <a:off x="717550" y="1162050"/>
            <a:ext cx="5575200" cy="3136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4" name="Google Shape;184;g3bd86be51a7_0_72:notes"/>
          <p:cNvSpPr txBox="1"/>
          <p:nvPr>
            <p:ph idx="1" type="body"/>
          </p:nvPr>
        </p:nvSpPr>
        <p:spPr>
          <a:xfrm>
            <a:off x="701040" y="4473892"/>
            <a:ext cx="5608200" cy="36606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185" name="Google Shape;185;g3bd86be51a7_0_72:notes"/>
          <p:cNvSpPr txBox="1"/>
          <p:nvPr>
            <p:ph idx="12" type="sldNum"/>
          </p:nvPr>
        </p:nvSpPr>
        <p:spPr>
          <a:xfrm>
            <a:off x="3970938" y="8829967"/>
            <a:ext cx="3037800" cy="466500"/>
          </a:xfrm>
          <a:prstGeom prst="rect">
            <a:avLst/>
          </a:prstGeom>
          <a:noFill/>
          <a:ln>
            <a:noFill/>
          </a:ln>
        </p:spPr>
        <p:txBody>
          <a:bodyPr anchorCtr="0" anchor="b" bIns="46575" lIns="93175" spcFirstLastPara="1" rIns="93175" wrap="square" tIns="46575">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3bd86be51a7_0_80:notes"/>
          <p:cNvSpPr/>
          <p:nvPr>
            <p:ph idx="2" type="sldImg"/>
          </p:nvPr>
        </p:nvSpPr>
        <p:spPr>
          <a:xfrm>
            <a:off x="717550" y="1162050"/>
            <a:ext cx="5575200" cy="3136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3" name="Google Shape;193;g3bd86be51a7_0_80:notes"/>
          <p:cNvSpPr txBox="1"/>
          <p:nvPr>
            <p:ph idx="1" type="body"/>
          </p:nvPr>
        </p:nvSpPr>
        <p:spPr>
          <a:xfrm>
            <a:off x="701040" y="4473892"/>
            <a:ext cx="5608200" cy="36606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194" name="Google Shape;194;g3bd86be51a7_0_80:notes"/>
          <p:cNvSpPr txBox="1"/>
          <p:nvPr>
            <p:ph idx="12" type="sldNum"/>
          </p:nvPr>
        </p:nvSpPr>
        <p:spPr>
          <a:xfrm>
            <a:off x="3970938" y="8829967"/>
            <a:ext cx="3037800" cy="466500"/>
          </a:xfrm>
          <a:prstGeom prst="rect">
            <a:avLst/>
          </a:prstGeom>
          <a:noFill/>
          <a:ln>
            <a:noFill/>
          </a:ln>
        </p:spPr>
        <p:txBody>
          <a:bodyPr anchorCtr="0" anchor="b" bIns="46575" lIns="93175" spcFirstLastPara="1" rIns="93175" wrap="square" tIns="46575">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3bd86be51a7_0_88:notes"/>
          <p:cNvSpPr/>
          <p:nvPr>
            <p:ph idx="2" type="sldImg"/>
          </p:nvPr>
        </p:nvSpPr>
        <p:spPr>
          <a:xfrm>
            <a:off x="717550" y="1162050"/>
            <a:ext cx="5575200" cy="3136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2" name="Google Shape;202;g3bd86be51a7_0_88:notes"/>
          <p:cNvSpPr txBox="1"/>
          <p:nvPr>
            <p:ph idx="1" type="body"/>
          </p:nvPr>
        </p:nvSpPr>
        <p:spPr>
          <a:xfrm>
            <a:off x="701040" y="4473892"/>
            <a:ext cx="5608200" cy="36606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203" name="Google Shape;203;g3bd86be51a7_0_88:notes"/>
          <p:cNvSpPr txBox="1"/>
          <p:nvPr>
            <p:ph idx="12" type="sldNum"/>
          </p:nvPr>
        </p:nvSpPr>
        <p:spPr>
          <a:xfrm>
            <a:off x="3970938" y="8829967"/>
            <a:ext cx="3037800" cy="466500"/>
          </a:xfrm>
          <a:prstGeom prst="rect">
            <a:avLst/>
          </a:prstGeom>
          <a:noFill/>
          <a:ln>
            <a:noFill/>
          </a:ln>
        </p:spPr>
        <p:txBody>
          <a:bodyPr anchorCtr="0" anchor="b" bIns="46575" lIns="93175" spcFirstLastPara="1" rIns="93175" wrap="square" tIns="46575">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3bd86be51a7_0_48:notes"/>
          <p:cNvSpPr/>
          <p:nvPr>
            <p:ph idx="2" type="sldImg"/>
          </p:nvPr>
        </p:nvSpPr>
        <p:spPr>
          <a:xfrm>
            <a:off x="717550" y="1162050"/>
            <a:ext cx="5575200" cy="3136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1" name="Google Shape;211;g3bd86be51a7_0_48:notes"/>
          <p:cNvSpPr txBox="1"/>
          <p:nvPr>
            <p:ph idx="1" type="body"/>
          </p:nvPr>
        </p:nvSpPr>
        <p:spPr>
          <a:xfrm>
            <a:off x="701040" y="4473892"/>
            <a:ext cx="5608200" cy="36606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212" name="Google Shape;212;g3bd86be51a7_0_48:notes"/>
          <p:cNvSpPr txBox="1"/>
          <p:nvPr>
            <p:ph idx="12" type="sldNum"/>
          </p:nvPr>
        </p:nvSpPr>
        <p:spPr>
          <a:xfrm>
            <a:off x="3970938" y="8829967"/>
            <a:ext cx="3037800" cy="466500"/>
          </a:xfrm>
          <a:prstGeom prst="rect">
            <a:avLst/>
          </a:prstGeom>
          <a:noFill/>
          <a:ln>
            <a:noFill/>
          </a:ln>
        </p:spPr>
        <p:txBody>
          <a:bodyPr anchorCtr="0" anchor="b" bIns="46575" lIns="93175" spcFirstLastPara="1" rIns="93175" wrap="square" tIns="46575">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3bd86be51a7_0_56:notes"/>
          <p:cNvSpPr/>
          <p:nvPr>
            <p:ph idx="2" type="sldImg"/>
          </p:nvPr>
        </p:nvSpPr>
        <p:spPr>
          <a:xfrm>
            <a:off x="717550" y="1162050"/>
            <a:ext cx="5575200" cy="3136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0" name="Google Shape;220;g3bd86be51a7_0_56:notes"/>
          <p:cNvSpPr txBox="1"/>
          <p:nvPr>
            <p:ph idx="1" type="body"/>
          </p:nvPr>
        </p:nvSpPr>
        <p:spPr>
          <a:xfrm>
            <a:off x="701040" y="4473892"/>
            <a:ext cx="5608200" cy="36606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221" name="Google Shape;221;g3bd86be51a7_0_56:notes"/>
          <p:cNvSpPr txBox="1"/>
          <p:nvPr>
            <p:ph idx="12" type="sldNum"/>
          </p:nvPr>
        </p:nvSpPr>
        <p:spPr>
          <a:xfrm>
            <a:off x="3970938" y="8829967"/>
            <a:ext cx="3037800" cy="466500"/>
          </a:xfrm>
          <a:prstGeom prst="rect">
            <a:avLst/>
          </a:prstGeom>
          <a:noFill/>
          <a:ln>
            <a:noFill/>
          </a:ln>
        </p:spPr>
        <p:txBody>
          <a:bodyPr anchorCtr="0" anchor="b" bIns="46575" lIns="93175" spcFirstLastPara="1" rIns="93175" wrap="square" tIns="46575">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g3bd86be51a7_0_96:notes"/>
          <p:cNvSpPr/>
          <p:nvPr>
            <p:ph idx="2" type="sldImg"/>
          </p:nvPr>
        </p:nvSpPr>
        <p:spPr>
          <a:xfrm>
            <a:off x="717550" y="1162050"/>
            <a:ext cx="5575200" cy="3136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9" name="Google Shape;229;g3bd86be51a7_0_96:notes"/>
          <p:cNvSpPr txBox="1"/>
          <p:nvPr>
            <p:ph idx="1" type="body"/>
          </p:nvPr>
        </p:nvSpPr>
        <p:spPr>
          <a:xfrm>
            <a:off x="701040" y="4473892"/>
            <a:ext cx="5608200" cy="36606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230" name="Google Shape;230;g3bd86be51a7_0_96:notes"/>
          <p:cNvSpPr txBox="1"/>
          <p:nvPr>
            <p:ph idx="12" type="sldNum"/>
          </p:nvPr>
        </p:nvSpPr>
        <p:spPr>
          <a:xfrm>
            <a:off x="3970938" y="8829967"/>
            <a:ext cx="3037800" cy="466500"/>
          </a:xfrm>
          <a:prstGeom prst="rect">
            <a:avLst/>
          </a:prstGeom>
          <a:noFill/>
          <a:ln>
            <a:noFill/>
          </a:ln>
        </p:spPr>
        <p:txBody>
          <a:bodyPr anchorCtr="0" anchor="b" bIns="46575" lIns="93175" spcFirstLastPara="1" rIns="93175" wrap="square" tIns="46575">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g3bd86be51a7_0_0:notes"/>
          <p:cNvSpPr/>
          <p:nvPr>
            <p:ph idx="2" type="sldImg"/>
          </p:nvPr>
        </p:nvSpPr>
        <p:spPr>
          <a:xfrm>
            <a:off x="717550" y="1162050"/>
            <a:ext cx="5575200" cy="3136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8" name="Google Shape;238;g3bd86be51a7_0_0:notes"/>
          <p:cNvSpPr txBox="1"/>
          <p:nvPr>
            <p:ph idx="1" type="body"/>
          </p:nvPr>
        </p:nvSpPr>
        <p:spPr>
          <a:xfrm>
            <a:off x="701040" y="4473892"/>
            <a:ext cx="5608200" cy="36606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239" name="Google Shape;239;g3bd86be51a7_0_0:notes"/>
          <p:cNvSpPr txBox="1"/>
          <p:nvPr>
            <p:ph idx="12" type="sldNum"/>
          </p:nvPr>
        </p:nvSpPr>
        <p:spPr>
          <a:xfrm>
            <a:off x="3970938" y="8829967"/>
            <a:ext cx="3037800" cy="466500"/>
          </a:xfrm>
          <a:prstGeom prst="rect">
            <a:avLst/>
          </a:prstGeom>
          <a:noFill/>
          <a:ln>
            <a:noFill/>
          </a:ln>
        </p:spPr>
        <p:txBody>
          <a:bodyPr anchorCtr="0" anchor="b" bIns="46575" lIns="93175" spcFirstLastPara="1" rIns="93175" wrap="square" tIns="46575">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3869d7c24ac_0_8:notes"/>
          <p:cNvSpPr/>
          <p:nvPr>
            <p:ph idx="2" type="sldImg"/>
          </p:nvPr>
        </p:nvSpPr>
        <p:spPr>
          <a:xfrm>
            <a:off x="717550" y="1162050"/>
            <a:ext cx="5575200" cy="3136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7" name="Google Shape;247;g3869d7c24ac_0_8:notes"/>
          <p:cNvSpPr txBox="1"/>
          <p:nvPr>
            <p:ph idx="1" type="body"/>
          </p:nvPr>
        </p:nvSpPr>
        <p:spPr>
          <a:xfrm>
            <a:off x="701040" y="4473892"/>
            <a:ext cx="5608200" cy="36606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248" name="Google Shape;248;g3869d7c24ac_0_8:notes"/>
          <p:cNvSpPr txBox="1"/>
          <p:nvPr>
            <p:ph idx="12" type="sldNum"/>
          </p:nvPr>
        </p:nvSpPr>
        <p:spPr>
          <a:xfrm>
            <a:off x="3970938" y="8829967"/>
            <a:ext cx="3037800" cy="466500"/>
          </a:xfrm>
          <a:prstGeom prst="rect">
            <a:avLst/>
          </a:prstGeom>
          <a:noFill/>
          <a:ln>
            <a:noFill/>
          </a:ln>
        </p:spPr>
        <p:txBody>
          <a:bodyPr anchorCtr="0" anchor="b" bIns="46575" lIns="93175" spcFirstLastPara="1" rIns="93175" wrap="square" tIns="46575">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3869d7c24ac_0_0:notes"/>
          <p:cNvSpPr/>
          <p:nvPr>
            <p:ph idx="2" type="sldImg"/>
          </p:nvPr>
        </p:nvSpPr>
        <p:spPr>
          <a:xfrm>
            <a:off x="717550" y="1162050"/>
            <a:ext cx="5575200" cy="3136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6" name="Google Shape;256;g3869d7c24ac_0_0:notes"/>
          <p:cNvSpPr txBox="1"/>
          <p:nvPr>
            <p:ph idx="1" type="body"/>
          </p:nvPr>
        </p:nvSpPr>
        <p:spPr>
          <a:xfrm>
            <a:off x="701040" y="4473892"/>
            <a:ext cx="5608200" cy="36606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257" name="Google Shape;257;g3869d7c24ac_0_0:notes"/>
          <p:cNvSpPr txBox="1"/>
          <p:nvPr>
            <p:ph idx="12" type="sldNum"/>
          </p:nvPr>
        </p:nvSpPr>
        <p:spPr>
          <a:xfrm>
            <a:off x="3970938" y="8829967"/>
            <a:ext cx="3037800" cy="466500"/>
          </a:xfrm>
          <a:prstGeom prst="rect">
            <a:avLst/>
          </a:prstGeom>
          <a:noFill/>
          <a:ln>
            <a:noFill/>
          </a:ln>
        </p:spPr>
        <p:txBody>
          <a:bodyPr anchorCtr="0" anchor="b" bIns="46575" lIns="93175" spcFirstLastPara="1" rIns="93175" wrap="square" tIns="46575">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g3869d7c24ac_0_18:notes"/>
          <p:cNvSpPr/>
          <p:nvPr>
            <p:ph idx="2" type="sldImg"/>
          </p:nvPr>
        </p:nvSpPr>
        <p:spPr>
          <a:xfrm>
            <a:off x="717550" y="1162050"/>
            <a:ext cx="5575200" cy="3136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5" name="Google Shape;265;g3869d7c24ac_0_18:notes"/>
          <p:cNvSpPr txBox="1"/>
          <p:nvPr>
            <p:ph idx="1" type="body"/>
          </p:nvPr>
        </p:nvSpPr>
        <p:spPr>
          <a:xfrm>
            <a:off x="701040" y="4473892"/>
            <a:ext cx="5608200" cy="36606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266" name="Google Shape;266;g3869d7c24ac_0_18:notes"/>
          <p:cNvSpPr txBox="1"/>
          <p:nvPr>
            <p:ph idx="12" type="sldNum"/>
          </p:nvPr>
        </p:nvSpPr>
        <p:spPr>
          <a:xfrm>
            <a:off x="3970938" y="8829967"/>
            <a:ext cx="3037800" cy="466500"/>
          </a:xfrm>
          <a:prstGeom prst="rect">
            <a:avLst/>
          </a:prstGeom>
          <a:noFill/>
          <a:ln>
            <a:noFill/>
          </a:ln>
        </p:spPr>
        <p:txBody>
          <a:bodyPr anchorCtr="0" anchor="b" bIns="46575" lIns="93175" spcFirstLastPara="1" rIns="93175" wrap="square" tIns="46575">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g3869d7c24ac_0_34:notes"/>
          <p:cNvSpPr/>
          <p:nvPr>
            <p:ph idx="2" type="sldImg"/>
          </p:nvPr>
        </p:nvSpPr>
        <p:spPr>
          <a:xfrm>
            <a:off x="717550" y="1162050"/>
            <a:ext cx="5575200" cy="3136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5" name="Google Shape;275;g3869d7c24ac_0_34:notes"/>
          <p:cNvSpPr txBox="1"/>
          <p:nvPr>
            <p:ph idx="1" type="body"/>
          </p:nvPr>
        </p:nvSpPr>
        <p:spPr>
          <a:xfrm>
            <a:off x="701040" y="4473892"/>
            <a:ext cx="5608200" cy="36606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276" name="Google Shape;276;g3869d7c24ac_0_34:notes"/>
          <p:cNvSpPr txBox="1"/>
          <p:nvPr>
            <p:ph idx="12" type="sldNum"/>
          </p:nvPr>
        </p:nvSpPr>
        <p:spPr>
          <a:xfrm>
            <a:off x="3970938" y="8829967"/>
            <a:ext cx="3037800" cy="466500"/>
          </a:xfrm>
          <a:prstGeom prst="rect">
            <a:avLst/>
          </a:prstGeom>
          <a:noFill/>
          <a:ln>
            <a:noFill/>
          </a:ln>
        </p:spPr>
        <p:txBody>
          <a:bodyPr anchorCtr="0" anchor="b" bIns="46575" lIns="93175" spcFirstLastPara="1" rIns="93175" wrap="square" tIns="46575">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g3869d7c24ac_0_44:notes"/>
          <p:cNvSpPr/>
          <p:nvPr>
            <p:ph idx="2" type="sldImg"/>
          </p:nvPr>
        </p:nvSpPr>
        <p:spPr>
          <a:xfrm>
            <a:off x="717550" y="1162050"/>
            <a:ext cx="5575200" cy="3136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5" name="Google Shape;285;g3869d7c24ac_0_44:notes"/>
          <p:cNvSpPr txBox="1"/>
          <p:nvPr>
            <p:ph idx="1" type="body"/>
          </p:nvPr>
        </p:nvSpPr>
        <p:spPr>
          <a:xfrm>
            <a:off x="701040" y="4473892"/>
            <a:ext cx="5608200" cy="36606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286" name="Google Shape;286;g3869d7c24ac_0_44:notes"/>
          <p:cNvSpPr txBox="1"/>
          <p:nvPr>
            <p:ph idx="12" type="sldNum"/>
          </p:nvPr>
        </p:nvSpPr>
        <p:spPr>
          <a:xfrm>
            <a:off x="3970938" y="8829967"/>
            <a:ext cx="3037800" cy="466500"/>
          </a:xfrm>
          <a:prstGeom prst="rect">
            <a:avLst/>
          </a:prstGeom>
          <a:noFill/>
          <a:ln>
            <a:noFill/>
          </a:ln>
        </p:spPr>
        <p:txBody>
          <a:bodyPr anchorCtr="0" anchor="b" bIns="46575" lIns="93175" spcFirstLastPara="1" rIns="93175" wrap="square" tIns="46575">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g3869d7c24ac_0_54:notes"/>
          <p:cNvSpPr/>
          <p:nvPr>
            <p:ph idx="2" type="sldImg"/>
          </p:nvPr>
        </p:nvSpPr>
        <p:spPr>
          <a:xfrm>
            <a:off x="717550" y="1162050"/>
            <a:ext cx="5575200" cy="3136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4" name="Google Shape;294;g3869d7c24ac_0_54:notes"/>
          <p:cNvSpPr txBox="1"/>
          <p:nvPr>
            <p:ph idx="1" type="body"/>
          </p:nvPr>
        </p:nvSpPr>
        <p:spPr>
          <a:xfrm>
            <a:off x="701040" y="4473892"/>
            <a:ext cx="5608200" cy="36606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295" name="Google Shape;295;g3869d7c24ac_0_54:notes"/>
          <p:cNvSpPr txBox="1"/>
          <p:nvPr>
            <p:ph idx="12" type="sldNum"/>
          </p:nvPr>
        </p:nvSpPr>
        <p:spPr>
          <a:xfrm>
            <a:off x="3970938" y="8829967"/>
            <a:ext cx="3037800" cy="466500"/>
          </a:xfrm>
          <a:prstGeom prst="rect">
            <a:avLst/>
          </a:prstGeom>
          <a:noFill/>
          <a:ln>
            <a:noFill/>
          </a:ln>
        </p:spPr>
        <p:txBody>
          <a:bodyPr anchorCtr="0" anchor="b" bIns="46575" lIns="93175" spcFirstLastPara="1" rIns="93175" wrap="square" tIns="46575">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g3869d7c24ac_1_3:notes"/>
          <p:cNvSpPr/>
          <p:nvPr>
            <p:ph idx="2" type="sldImg"/>
          </p:nvPr>
        </p:nvSpPr>
        <p:spPr>
          <a:xfrm>
            <a:off x="717550" y="1162050"/>
            <a:ext cx="5575200" cy="3136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3" name="Google Shape;303;g3869d7c24ac_1_3:notes"/>
          <p:cNvSpPr txBox="1"/>
          <p:nvPr>
            <p:ph idx="1" type="body"/>
          </p:nvPr>
        </p:nvSpPr>
        <p:spPr>
          <a:xfrm>
            <a:off x="701040" y="4473892"/>
            <a:ext cx="5608200" cy="36606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304" name="Google Shape;304;g3869d7c24ac_1_3:notes"/>
          <p:cNvSpPr txBox="1"/>
          <p:nvPr>
            <p:ph idx="12" type="sldNum"/>
          </p:nvPr>
        </p:nvSpPr>
        <p:spPr>
          <a:xfrm>
            <a:off x="3970938" y="8829967"/>
            <a:ext cx="3037800" cy="466500"/>
          </a:xfrm>
          <a:prstGeom prst="rect">
            <a:avLst/>
          </a:prstGeom>
          <a:noFill/>
          <a:ln>
            <a:noFill/>
          </a:ln>
        </p:spPr>
        <p:txBody>
          <a:bodyPr anchorCtr="0" anchor="b" bIns="46575" lIns="93175" spcFirstLastPara="1" rIns="93175" wrap="square" tIns="46575">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g3bda3d096ad_0_122:notes"/>
          <p:cNvSpPr/>
          <p:nvPr>
            <p:ph idx="2" type="sldImg"/>
          </p:nvPr>
        </p:nvSpPr>
        <p:spPr>
          <a:xfrm>
            <a:off x="717550" y="1162050"/>
            <a:ext cx="5575200" cy="3136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2" name="Google Shape;312;g3bda3d096ad_0_122:notes"/>
          <p:cNvSpPr txBox="1"/>
          <p:nvPr>
            <p:ph idx="1" type="body"/>
          </p:nvPr>
        </p:nvSpPr>
        <p:spPr>
          <a:xfrm>
            <a:off x="701040" y="4473892"/>
            <a:ext cx="5608200" cy="36606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313" name="Google Shape;313;g3bda3d096ad_0_122:notes"/>
          <p:cNvSpPr txBox="1"/>
          <p:nvPr>
            <p:ph idx="12" type="sldNum"/>
          </p:nvPr>
        </p:nvSpPr>
        <p:spPr>
          <a:xfrm>
            <a:off x="3970938" y="8829967"/>
            <a:ext cx="3037800" cy="466500"/>
          </a:xfrm>
          <a:prstGeom prst="rect">
            <a:avLst/>
          </a:prstGeom>
          <a:noFill/>
          <a:ln>
            <a:noFill/>
          </a:ln>
        </p:spPr>
        <p:txBody>
          <a:bodyPr anchorCtr="0" anchor="b" bIns="46575" lIns="93175" spcFirstLastPara="1" rIns="93175" wrap="square" tIns="46575">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g3bd943db8a6_0_23:notes"/>
          <p:cNvSpPr/>
          <p:nvPr>
            <p:ph idx="2" type="sldImg"/>
          </p:nvPr>
        </p:nvSpPr>
        <p:spPr>
          <a:xfrm>
            <a:off x="717550" y="1162050"/>
            <a:ext cx="5575200" cy="3136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1" name="Google Shape;321;g3bd943db8a6_0_23:notes"/>
          <p:cNvSpPr txBox="1"/>
          <p:nvPr>
            <p:ph idx="1" type="body"/>
          </p:nvPr>
        </p:nvSpPr>
        <p:spPr>
          <a:xfrm>
            <a:off x="701040" y="4473892"/>
            <a:ext cx="5608200" cy="36606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322" name="Google Shape;322;g3bd943db8a6_0_23:notes"/>
          <p:cNvSpPr txBox="1"/>
          <p:nvPr>
            <p:ph idx="12" type="sldNum"/>
          </p:nvPr>
        </p:nvSpPr>
        <p:spPr>
          <a:xfrm>
            <a:off x="3970938" y="8829967"/>
            <a:ext cx="3037800" cy="466500"/>
          </a:xfrm>
          <a:prstGeom prst="rect">
            <a:avLst/>
          </a:prstGeom>
          <a:noFill/>
          <a:ln>
            <a:noFill/>
          </a:ln>
        </p:spPr>
        <p:txBody>
          <a:bodyPr anchorCtr="0" anchor="b" bIns="46575" lIns="93175" spcFirstLastPara="1" rIns="93175" wrap="square" tIns="46575">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g3bda3d096ad_0_147:notes"/>
          <p:cNvSpPr/>
          <p:nvPr>
            <p:ph idx="2" type="sldImg"/>
          </p:nvPr>
        </p:nvSpPr>
        <p:spPr>
          <a:xfrm>
            <a:off x="717550" y="1162050"/>
            <a:ext cx="5575200" cy="3136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0" name="Google Shape;330;g3bda3d096ad_0_147:notes"/>
          <p:cNvSpPr txBox="1"/>
          <p:nvPr>
            <p:ph idx="1" type="body"/>
          </p:nvPr>
        </p:nvSpPr>
        <p:spPr>
          <a:xfrm>
            <a:off x="701040" y="4473892"/>
            <a:ext cx="5608200" cy="36606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331" name="Google Shape;331;g3bda3d096ad_0_147:notes"/>
          <p:cNvSpPr txBox="1"/>
          <p:nvPr>
            <p:ph idx="12" type="sldNum"/>
          </p:nvPr>
        </p:nvSpPr>
        <p:spPr>
          <a:xfrm>
            <a:off x="3970938" y="8829967"/>
            <a:ext cx="3037800" cy="466500"/>
          </a:xfrm>
          <a:prstGeom prst="rect">
            <a:avLst/>
          </a:prstGeom>
          <a:noFill/>
          <a:ln>
            <a:noFill/>
          </a:ln>
        </p:spPr>
        <p:txBody>
          <a:bodyPr anchorCtr="0" anchor="b" bIns="46575" lIns="93175" spcFirstLastPara="1" rIns="93175" wrap="square" tIns="46575">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g3869d7c24ac_1_13:notes"/>
          <p:cNvSpPr/>
          <p:nvPr>
            <p:ph idx="2" type="sldImg"/>
          </p:nvPr>
        </p:nvSpPr>
        <p:spPr>
          <a:xfrm>
            <a:off x="717550" y="1162050"/>
            <a:ext cx="5575200" cy="3136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9" name="Google Shape;339;g3869d7c24ac_1_13:notes"/>
          <p:cNvSpPr txBox="1"/>
          <p:nvPr>
            <p:ph idx="1" type="body"/>
          </p:nvPr>
        </p:nvSpPr>
        <p:spPr>
          <a:xfrm>
            <a:off x="701040" y="4473892"/>
            <a:ext cx="5608200" cy="36606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340" name="Google Shape;340;g3869d7c24ac_1_13:notes"/>
          <p:cNvSpPr txBox="1"/>
          <p:nvPr>
            <p:ph idx="12" type="sldNum"/>
          </p:nvPr>
        </p:nvSpPr>
        <p:spPr>
          <a:xfrm>
            <a:off x="3970938" y="8829967"/>
            <a:ext cx="3037800" cy="466500"/>
          </a:xfrm>
          <a:prstGeom prst="rect">
            <a:avLst/>
          </a:prstGeom>
          <a:noFill/>
          <a:ln>
            <a:noFill/>
          </a:ln>
        </p:spPr>
        <p:txBody>
          <a:bodyPr anchorCtr="0" anchor="b" bIns="46575" lIns="93175" spcFirstLastPara="1" rIns="93175" wrap="square" tIns="46575">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g3bd943db8a6_0_1:notes"/>
          <p:cNvSpPr/>
          <p:nvPr>
            <p:ph idx="2" type="sldImg"/>
          </p:nvPr>
        </p:nvSpPr>
        <p:spPr>
          <a:xfrm>
            <a:off x="717550" y="1162050"/>
            <a:ext cx="5575200" cy="3136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8" name="Google Shape;348;g3bd943db8a6_0_1:notes"/>
          <p:cNvSpPr txBox="1"/>
          <p:nvPr>
            <p:ph idx="1" type="body"/>
          </p:nvPr>
        </p:nvSpPr>
        <p:spPr>
          <a:xfrm>
            <a:off x="701040" y="4473892"/>
            <a:ext cx="5608200" cy="36606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349" name="Google Shape;349;g3bd943db8a6_0_1:notes"/>
          <p:cNvSpPr txBox="1"/>
          <p:nvPr>
            <p:ph idx="12" type="sldNum"/>
          </p:nvPr>
        </p:nvSpPr>
        <p:spPr>
          <a:xfrm>
            <a:off x="3970938" y="8829967"/>
            <a:ext cx="3037800" cy="466500"/>
          </a:xfrm>
          <a:prstGeom prst="rect">
            <a:avLst/>
          </a:prstGeom>
          <a:noFill/>
          <a:ln>
            <a:noFill/>
          </a:ln>
        </p:spPr>
        <p:txBody>
          <a:bodyPr anchorCtr="0" anchor="b" bIns="46575" lIns="93175" spcFirstLastPara="1" rIns="93175" wrap="square" tIns="46575">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g3bd943db8a6_0_10:notes"/>
          <p:cNvSpPr/>
          <p:nvPr>
            <p:ph idx="2" type="sldImg"/>
          </p:nvPr>
        </p:nvSpPr>
        <p:spPr>
          <a:xfrm>
            <a:off x="717550" y="1162050"/>
            <a:ext cx="5575200" cy="3136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7" name="Google Shape;357;g3bd943db8a6_0_10:notes"/>
          <p:cNvSpPr txBox="1"/>
          <p:nvPr>
            <p:ph idx="1" type="body"/>
          </p:nvPr>
        </p:nvSpPr>
        <p:spPr>
          <a:xfrm>
            <a:off x="701040" y="4473892"/>
            <a:ext cx="5608200" cy="36606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358" name="Google Shape;358;g3bd943db8a6_0_10:notes"/>
          <p:cNvSpPr txBox="1"/>
          <p:nvPr>
            <p:ph idx="12" type="sldNum"/>
          </p:nvPr>
        </p:nvSpPr>
        <p:spPr>
          <a:xfrm>
            <a:off x="3970938" y="8829967"/>
            <a:ext cx="3037800" cy="466500"/>
          </a:xfrm>
          <a:prstGeom prst="rect">
            <a:avLst/>
          </a:prstGeom>
          <a:noFill/>
          <a:ln>
            <a:noFill/>
          </a:ln>
        </p:spPr>
        <p:txBody>
          <a:bodyPr anchorCtr="0" anchor="b" bIns="46575" lIns="93175" spcFirstLastPara="1" rIns="93175" wrap="square" tIns="46575">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g3bda3d096ad_0_139:notes"/>
          <p:cNvSpPr/>
          <p:nvPr>
            <p:ph idx="2" type="sldImg"/>
          </p:nvPr>
        </p:nvSpPr>
        <p:spPr>
          <a:xfrm>
            <a:off x="717550" y="1162050"/>
            <a:ext cx="5575200" cy="3136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6" name="Google Shape;366;g3bda3d096ad_0_139:notes"/>
          <p:cNvSpPr txBox="1"/>
          <p:nvPr>
            <p:ph idx="1" type="body"/>
          </p:nvPr>
        </p:nvSpPr>
        <p:spPr>
          <a:xfrm>
            <a:off x="701040" y="4473892"/>
            <a:ext cx="5608200" cy="36606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367" name="Google Shape;367;g3bda3d096ad_0_139:notes"/>
          <p:cNvSpPr txBox="1"/>
          <p:nvPr>
            <p:ph idx="12" type="sldNum"/>
          </p:nvPr>
        </p:nvSpPr>
        <p:spPr>
          <a:xfrm>
            <a:off x="3970938" y="8829967"/>
            <a:ext cx="3037800" cy="466500"/>
          </a:xfrm>
          <a:prstGeom prst="rect">
            <a:avLst/>
          </a:prstGeom>
          <a:noFill/>
          <a:ln>
            <a:noFill/>
          </a:ln>
        </p:spPr>
        <p:txBody>
          <a:bodyPr anchorCtr="0" anchor="b" bIns="46575" lIns="93175" spcFirstLastPara="1" rIns="93175" wrap="square" tIns="46575">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g3bd943db8a6_0_32:notes"/>
          <p:cNvSpPr/>
          <p:nvPr>
            <p:ph idx="2" type="sldImg"/>
          </p:nvPr>
        </p:nvSpPr>
        <p:spPr>
          <a:xfrm>
            <a:off x="717550" y="1162050"/>
            <a:ext cx="5575200" cy="3136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5" name="Google Shape;375;g3bd943db8a6_0_32:notes"/>
          <p:cNvSpPr txBox="1"/>
          <p:nvPr>
            <p:ph idx="1" type="body"/>
          </p:nvPr>
        </p:nvSpPr>
        <p:spPr>
          <a:xfrm>
            <a:off x="701040" y="4473892"/>
            <a:ext cx="5608200" cy="36606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376" name="Google Shape;376;g3bd943db8a6_0_32:notes"/>
          <p:cNvSpPr txBox="1"/>
          <p:nvPr>
            <p:ph idx="12" type="sldNum"/>
          </p:nvPr>
        </p:nvSpPr>
        <p:spPr>
          <a:xfrm>
            <a:off x="3970938" y="8829967"/>
            <a:ext cx="3037800" cy="466500"/>
          </a:xfrm>
          <a:prstGeom prst="rect">
            <a:avLst/>
          </a:prstGeom>
          <a:noFill/>
          <a:ln>
            <a:noFill/>
          </a:ln>
        </p:spPr>
        <p:txBody>
          <a:bodyPr anchorCtr="0" anchor="b" bIns="46575" lIns="93175" spcFirstLastPara="1" rIns="93175" wrap="square" tIns="46575">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g3bd943db8a6_0_41:notes"/>
          <p:cNvSpPr/>
          <p:nvPr>
            <p:ph idx="2" type="sldImg"/>
          </p:nvPr>
        </p:nvSpPr>
        <p:spPr>
          <a:xfrm>
            <a:off x="717550" y="1162050"/>
            <a:ext cx="5575200" cy="3136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5" name="Google Shape;385;g3bd943db8a6_0_41:notes"/>
          <p:cNvSpPr txBox="1"/>
          <p:nvPr>
            <p:ph idx="1" type="body"/>
          </p:nvPr>
        </p:nvSpPr>
        <p:spPr>
          <a:xfrm>
            <a:off x="701040" y="4473892"/>
            <a:ext cx="5608200" cy="36606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386" name="Google Shape;386;g3bd943db8a6_0_41:notes"/>
          <p:cNvSpPr txBox="1"/>
          <p:nvPr>
            <p:ph idx="12" type="sldNum"/>
          </p:nvPr>
        </p:nvSpPr>
        <p:spPr>
          <a:xfrm>
            <a:off x="3970938" y="8829967"/>
            <a:ext cx="3037800" cy="466500"/>
          </a:xfrm>
          <a:prstGeom prst="rect">
            <a:avLst/>
          </a:prstGeom>
          <a:noFill/>
          <a:ln>
            <a:noFill/>
          </a:ln>
        </p:spPr>
        <p:txBody>
          <a:bodyPr anchorCtr="0" anchor="b" bIns="46575" lIns="93175" spcFirstLastPara="1" rIns="93175" wrap="square" tIns="46575">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g3bda3d096ad_0_0:notes"/>
          <p:cNvSpPr/>
          <p:nvPr>
            <p:ph idx="2" type="sldImg"/>
          </p:nvPr>
        </p:nvSpPr>
        <p:spPr>
          <a:xfrm>
            <a:off x="717550" y="1162050"/>
            <a:ext cx="5575200" cy="3136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4" name="Google Shape;394;g3bda3d096ad_0_0:notes"/>
          <p:cNvSpPr txBox="1"/>
          <p:nvPr>
            <p:ph idx="1" type="body"/>
          </p:nvPr>
        </p:nvSpPr>
        <p:spPr>
          <a:xfrm>
            <a:off x="701040" y="4473892"/>
            <a:ext cx="5608200" cy="36606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395" name="Google Shape;395;g3bda3d096ad_0_0:notes"/>
          <p:cNvSpPr txBox="1"/>
          <p:nvPr>
            <p:ph idx="12" type="sldNum"/>
          </p:nvPr>
        </p:nvSpPr>
        <p:spPr>
          <a:xfrm>
            <a:off x="3970938" y="8829967"/>
            <a:ext cx="3037800" cy="466500"/>
          </a:xfrm>
          <a:prstGeom prst="rect">
            <a:avLst/>
          </a:prstGeom>
          <a:noFill/>
          <a:ln>
            <a:noFill/>
          </a:ln>
        </p:spPr>
        <p:txBody>
          <a:bodyPr anchorCtr="0" anchor="b" bIns="46575" lIns="93175" spcFirstLastPara="1" rIns="93175" wrap="square" tIns="46575">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g3bda3d096ad_0_8:notes"/>
          <p:cNvSpPr/>
          <p:nvPr>
            <p:ph idx="2" type="sldImg"/>
          </p:nvPr>
        </p:nvSpPr>
        <p:spPr>
          <a:xfrm>
            <a:off x="717550" y="1162050"/>
            <a:ext cx="5575200" cy="3136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3" name="Google Shape;403;g3bda3d096ad_0_8:notes"/>
          <p:cNvSpPr txBox="1"/>
          <p:nvPr>
            <p:ph idx="1" type="body"/>
          </p:nvPr>
        </p:nvSpPr>
        <p:spPr>
          <a:xfrm>
            <a:off x="701040" y="4473892"/>
            <a:ext cx="5608200" cy="36606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404" name="Google Shape;404;g3bda3d096ad_0_8:notes"/>
          <p:cNvSpPr txBox="1"/>
          <p:nvPr>
            <p:ph idx="12" type="sldNum"/>
          </p:nvPr>
        </p:nvSpPr>
        <p:spPr>
          <a:xfrm>
            <a:off x="3970938" y="8829967"/>
            <a:ext cx="3037800" cy="466500"/>
          </a:xfrm>
          <a:prstGeom prst="rect">
            <a:avLst/>
          </a:prstGeom>
          <a:noFill/>
          <a:ln>
            <a:noFill/>
          </a:ln>
        </p:spPr>
        <p:txBody>
          <a:bodyPr anchorCtr="0" anchor="b" bIns="46575" lIns="93175" spcFirstLastPara="1" rIns="93175" wrap="square" tIns="46575">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 name="Shape 410"/>
        <p:cNvGrpSpPr/>
        <p:nvPr/>
      </p:nvGrpSpPr>
      <p:grpSpPr>
        <a:xfrm>
          <a:off x="0" y="0"/>
          <a:ext cx="0" cy="0"/>
          <a:chOff x="0" y="0"/>
          <a:chExt cx="0" cy="0"/>
        </a:xfrm>
      </p:grpSpPr>
      <p:sp>
        <p:nvSpPr>
          <p:cNvPr id="411" name="Google Shape;411;g3bda3d096ad_0_17:notes"/>
          <p:cNvSpPr/>
          <p:nvPr>
            <p:ph idx="2" type="sldImg"/>
          </p:nvPr>
        </p:nvSpPr>
        <p:spPr>
          <a:xfrm>
            <a:off x="717550" y="1162050"/>
            <a:ext cx="5575200" cy="3136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2" name="Google Shape;412;g3bda3d096ad_0_17:notes"/>
          <p:cNvSpPr txBox="1"/>
          <p:nvPr>
            <p:ph idx="1" type="body"/>
          </p:nvPr>
        </p:nvSpPr>
        <p:spPr>
          <a:xfrm>
            <a:off x="701040" y="4473892"/>
            <a:ext cx="5608200" cy="36606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413" name="Google Shape;413;g3bda3d096ad_0_17:notes"/>
          <p:cNvSpPr txBox="1"/>
          <p:nvPr>
            <p:ph idx="12" type="sldNum"/>
          </p:nvPr>
        </p:nvSpPr>
        <p:spPr>
          <a:xfrm>
            <a:off x="3970938" y="8829967"/>
            <a:ext cx="3037800" cy="466500"/>
          </a:xfrm>
          <a:prstGeom prst="rect">
            <a:avLst/>
          </a:prstGeom>
          <a:noFill/>
          <a:ln>
            <a:noFill/>
          </a:ln>
        </p:spPr>
        <p:txBody>
          <a:bodyPr anchorCtr="0" anchor="b" bIns="46575" lIns="93175" spcFirstLastPara="1" rIns="93175" wrap="square" tIns="46575">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g3bda3d096ad_0_26:notes"/>
          <p:cNvSpPr/>
          <p:nvPr>
            <p:ph idx="2" type="sldImg"/>
          </p:nvPr>
        </p:nvSpPr>
        <p:spPr>
          <a:xfrm>
            <a:off x="717550" y="1162050"/>
            <a:ext cx="5575200" cy="3136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1" name="Google Shape;421;g3bda3d096ad_0_26:notes"/>
          <p:cNvSpPr txBox="1"/>
          <p:nvPr>
            <p:ph idx="1" type="body"/>
          </p:nvPr>
        </p:nvSpPr>
        <p:spPr>
          <a:xfrm>
            <a:off x="701040" y="4473892"/>
            <a:ext cx="5608200" cy="36606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422" name="Google Shape;422;g3bda3d096ad_0_26:notes"/>
          <p:cNvSpPr txBox="1"/>
          <p:nvPr>
            <p:ph idx="12" type="sldNum"/>
          </p:nvPr>
        </p:nvSpPr>
        <p:spPr>
          <a:xfrm>
            <a:off x="3970938" y="8829967"/>
            <a:ext cx="3037800" cy="466500"/>
          </a:xfrm>
          <a:prstGeom prst="rect">
            <a:avLst/>
          </a:prstGeom>
          <a:noFill/>
          <a:ln>
            <a:noFill/>
          </a:ln>
        </p:spPr>
        <p:txBody>
          <a:bodyPr anchorCtr="0" anchor="b" bIns="46575" lIns="93175" spcFirstLastPara="1" rIns="93175" wrap="square" tIns="46575">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g3bda3d096ad_0_36:notes"/>
          <p:cNvSpPr/>
          <p:nvPr>
            <p:ph idx="2" type="sldImg"/>
          </p:nvPr>
        </p:nvSpPr>
        <p:spPr>
          <a:xfrm>
            <a:off x="717550" y="1162050"/>
            <a:ext cx="5575200" cy="3136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0" name="Google Shape;430;g3bda3d096ad_0_36:notes"/>
          <p:cNvSpPr txBox="1"/>
          <p:nvPr>
            <p:ph idx="1" type="body"/>
          </p:nvPr>
        </p:nvSpPr>
        <p:spPr>
          <a:xfrm>
            <a:off x="701040" y="4473892"/>
            <a:ext cx="5608200" cy="36606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431" name="Google Shape;431;g3bda3d096ad_0_36:notes"/>
          <p:cNvSpPr txBox="1"/>
          <p:nvPr>
            <p:ph idx="12" type="sldNum"/>
          </p:nvPr>
        </p:nvSpPr>
        <p:spPr>
          <a:xfrm>
            <a:off x="3970938" y="8829967"/>
            <a:ext cx="3037800" cy="466500"/>
          </a:xfrm>
          <a:prstGeom prst="rect">
            <a:avLst/>
          </a:prstGeom>
          <a:noFill/>
          <a:ln>
            <a:noFill/>
          </a:ln>
        </p:spPr>
        <p:txBody>
          <a:bodyPr anchorCtr="0" anchor="b" bIns="46575" lIns="93175" spcFirstLastPara="1" rIns="93175" wrap="square" tIns="46575">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g3bda3d096ad_0_45:notes"/>
          <p:cNvSpPr/>
          <p:nvPr>
            <p:ph idx="2" type="sldImg"/>
          </p:nvPr>
        </p:nvSpPr>
        <p:spPr>
          <a:xfrm>
            <a:off x="717550" y="1162050"/>
            <a:ext cx="5575200" cy="3136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9" name="Google Shape;439;g3bda3d096ad_0_45:notes"/>
          <p:cNvSpPr txBox="1"/>
          <p:nvPr>
            <p:ph idx="1" type="body"/>
          </p:nvPr>
        </p:nvSpPr>
        <p:spPr>
          <a:xfrm>
            <a:off x="701040" y="4473892"/>
            <a:ext cx="5608200" cy="36606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440" name="Google Shape;440;g3bda3d096ad_0_45:notes"/>
          <p:cNvSpPr txBox="1"/>
          <p:nvPr>
            <p:ph idx="12" type="sldNum"/>
          </p:nvPr>
        </p:nvSpPr>
        <p:spPr>
          <a:xfrm>
            <a:off x="3970938" y="8829967"/>
            <a:ext cx="3037800" cy="466500"/>
          </a:xfrm>
          <a:prstGeom prst="rect">
            <a:avLst/>
          </a:prstGeom>
          <a:noFill/>
          <a:ln>
            <a:noFill/>
          </a:ln>
        </p:spPr>
        <p:txBody>
          <a:bodyPr anchorCtr="0" anchor="b" bIns="46575" lIns="93175" spcFirstLastPara="1" rIns="93175" wrap="square" tIns="46575">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g3bda3d096ad_0_53:notes"/>
          <p:cNvSpPr/>
          <p:nvPr>
            <p:ph idx="2" type="sldImg"/>
          </p:nvPr>
        </p:nvSpPr>
        <p:spPr>
          <a:xfrm>
            <a:off x="717550" y="1162050"/>
            <a:ext cx="5575200" cy="3136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8" name="Google Shape;448;g3bda3d096ad_0_53:notes"/>
          <p:cNvSpPr txBox="1"/>
          <p:nvPr>
            <p:ph idx="1" type="body"/>
          </p:nvPr>
        </p:nvSpPr>
        <p:spPr>
          <a:xfrm>
            <a:off x="701040" y="4473892"/>
            <a:ext cx="5608200" cy="36606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449" name="Google Shape;449;g3bda3d096ad_0_53:notes"/>
          <p:cNvSpPr txBox="1"/>
          <p:nvPr>
            <p:ph idx="12" type="sldNum"/>
          </p:nvPr>
        </p:nvSpPr>
        <p:spPr>
          <a:xfrm>
            <a:off x="3970938" y="8829967"/>
            <a:ext cx="3037800" cy="466500"/>
          </a:xfrm>
          <a:prstGeom prst="rect">
            <a:avLst/>
          </a:prstGeom>
          <a:noFill/>
          <a:ln>
            <a:noFill/>
          </a:ln>
        </p:spPr>
        <p:txBody>
          <a:bodyPr anchorCtr="0" anchor="b" bIns="46575" lIns="93175" spcFirstLastPara="1" rIns="93175" wrap="square" tIns="46575">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5" name="Shape 455"/>
        <p:cNvGrpSpPr/>
        <p:nvPr/>
      </p:nvGrpSpPr>
      <p:grpSpPr>
        <a:xfrm>
          <a:off x="0" y="0"/>
          <a:ext cx="0" cy="0"/>
          <a:chOff x="0" y="0"/>
          <a:chExt cx="0" cy="0"/>
        </a:xfrm>
      </p:grpSpPr>
      <p:sp>
        <p:nvSpPr>
          <p:cNvPr id="456" name="Google Shape;456;g3bda3d096ad_0_102:notes"/>
          <p:cNvSpPr/>
          <p:nvPr>
            <p:ph idx="2" type="sldImg"/>
          </p:nvPr>
        </p:nvSpPr>
        <p:spPr>
          <a:xfrm>
            <a:off x="717550" y="1162050"/>
            <a:ext cx="5575200" cy="3136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7" name="Google Shape;457;g3bda3d096ad_0_102:notes"/>
          <p:cNvSpPr txBox="1"/>
          <p:nvPr>
            <p:ph idx="1" type="body"/>
          </p:nvPr>
        </p:nvSpPr>
        <p:spPr>
          <a:xfrm>
            <a:off x="701040" y="4473892"/>
            <a:ext cx="5608200" cy="36606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458" name="Google Shape;458;g3bda3d096ad_0_102:notes"/>
          <p:cNvSpPr txBox="1"/>
          <p:nvPr>
            <p:ph idx="12" type="sldNum"/>
          </p:nvPr>
        </p:nvSpPr>
        <p:spPr>
          <a:xfrm>
            <a:off x="3970938" y="8829967"/>
            <a:ext cx="3037800" cy="466500"/>
          </a:xfrm>
          <a:prstGeom prst="rect">
            <a:avLst/>
          </a:prstGeom>
          <a:noFill/>
          <a:ln>
            <a:noFill/>
          </a:ln>
        </p:spPr>
        <p:txBody>
          <a:bodyPr anchorCtr="0" anchor="b" bIns="46575" lIns="93175" spcFirstLastPara="1" rIns="93175" wrap="square" tIns="46575">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g3bda3d096ad_0_62:notes"/>
          <p:cNvSpPr/>
          <p:nvPr>
            <p:ph idx="2" type="sldImg"/>
          </p:nvPr>
        </p:nvSpPr>
        <p:spPr>
          <a:xfrm>
            <a:off x="717550" y="1162050"/>
            <a:ext cx="5575200" cy="3136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6" name="Google Shape;466;g3bda3d096ad_0_62:notes"/>
          <p:cNvSpPr txBox="1"/>
          <p:nvPr>
            <p:ph idx="1" type="body"/>
          </p:nvPr>
        </p:nvSpPr>
        <p:spPr>
          <a:xfrm>
            <a:off x="701040" y="4473892"/>
            <a:ext cx="5608200" cy="36606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467" name="Google Shape;467;g3bda3d096ad_0_62:notes"/>
          <p:cNvSpPr txBox="1"/>
          <p:nvPr>
            <p:ph idx="12" type="sldNum"/>
          </p:nvPr>
        </p:nvSpPr>
        <p:spPr>
          <a:xfrm>
            <a:off x="3970938" y="8829967"/>
            <a:ext cx="3037800" cy="466500"/>
          </a:xfrm>
          <a:prstGeom prst="rect">
            <a:avLst/>
          </a:prstGeom>
          <a:noFill/>
          <a:ln>
            <a:noFill/>
          </a:ln>
        </p:spPr>
        <p:txBody>
          <a:bodyPr anchorCtr="0" anchor="b" bIns="46575" lIns="93175" spcFirstLastPara="1" rIns="93175" wrap="square" tIns="46575">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3" name="Shape 473"/>
        <p:cNvGrpSpPr/>
        <p:nvPr/>
      </p:nvGrpSpPr>
      <p:grpSpPr>
        <a:xfrm>
          <a:off x="0" y="0"/>
          <a:ext cx="0" cy="0"/>
          <a:chOff x="0" y="0"/>
          <a:chExt cx="0" cy="0"/>
        </a:xfrm>
      </p:grpSpPr>
      <p:sp>
        <p:nvSpPr>
          <p:cNvPr id="474" name="Google Shape;474;g3bda3d096ad_0_75:notes"/>
          <p:cNvSpPr/>
          <p:nvPr>
            <p:ph idx="2" type="sldImg"/>
          </p:nvPr>
        </p:nvSpPr>
        <p:spPr>
          <a:xfrm>
            <a:off x="717550" y="1162050"/>
            <a:ext cx="5575200" cy="3136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5" name="Google Shape;475;g3bda3d096ad_0_75:notes"/>
          <p:cNvSpPr txBox="1"/>
          <p:nvPr>
            <p:ph idx="1" type="body"/>
          </p:nvPr>
        </p:nvSpPr>
        <p:spPr>
          <a:xfrm>
            <a:off x="701040" y="4473892"/>
            <a:ext cx="5608200" cy="36606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476" name="Google Shape;476;g3bda3d096ad_0_75:notes"/>
          <p:cNvSpPr txBox="1"/>
          <p:nvPr>
            <p:ph idx="12" type="sldNum"/>
          </p:nvPr>
        </p:nvSpPr>
        <p:spPr>
          <a:xfrm>
            <a:off x="3970938" y="8829967"/>
            <a:ext cx="3037800" cy="466500"/>
          </a:xfrm>
          <a:prstGeom prst="rect">
            <a:avLst/>
          </a:prstGeom>
          <a:noFill/>
          <a:ln>
            <a:noFill/>
          </a:ln>
        </p:spPr>
        <p:txBody>
          <a:bodyPr anchorCtr="0" anchor="b" bIns="46575" lIns="93175" spcFirstLastPara="1" rIns="93175" wrap="square" tIns="46575">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2" name="Shape 482"/>
        <p:cNvGrpSpPr/>
        <p:nvPr/>
      </p:nvGrpSpPr>
      <p:grpSpPr>
        <a:xfrm>
          <a:off x="0" y="0"/>
          <a:ext cx="0" cy="0"/>
          <a:chOff x="0" y="0"/>
          <a:chExt cx="0" cy="0"/>
        </a:xfrm>
      </p:grpSpPr>
      <p:sp>
        <p:nvSpPr>
          <p:cNvPr id="483" name="Google Shape;483;g3bda3d096ad_0_94:notes"/>
          <p:cNvSpPr/>
          <p:nvPr>
            <p:ph idx="2" type="sldImg"/>
          </p:nvPr>
        </p:nvSpPr>
        <p:spPr>
          <a:xfrm>
            <a:off x="717550" y="1162050"/>
            <a:ext cx="5575200" cy="3136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4" name="Google Shape;484;g3bda3d096ad_0_94:notes"/>
          <p:cNvSpPr txBox="1"/>
          <p:nvPr>
            <p:ph idx="1" type="body"/>
          </p:nvPr>
        </p:nvSpPr>
        <p:spPr>
          <a:xfrm>
            <a:off x="701040" y="4473892"/>
            <a:ext cx="5608200" cy="36606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485" name="Google Shape;485;g3bda3d096ad_0_94:notes"/>
          <p:cNvSpPr txBox="1"/>
          <p:nvPr>
            <p:ph idx="12" type="sldNum"/>
          </p:nvPr>
        </p:nvSpPr>
        <p:spPr>
          <a:xfrm>
            <a:off x="3970938" y="8829967"/>
            <a:ext cx="3037800" cy="466500"/>
          </a:xfrm>
          <a:prstGeom prst="rect">
            <a:avLst/>
          </a:prstGeom>
          <a:noFill/>
          <a:ln>
            <a:noFill/>
          </a:ln>
        </p:spPr>
        <p:txBody>
          <a:bodyPr anchorCtr="0" anchor="b" bIns="46575" lIns="93175" spcFirstLastPara="1" rIns="93175" wrap="square" tIns="46575">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1" name="Shape 491"/>
        <p:cNvGrpSpPr/>
        <p:nvPr/>
      </p:nvGrpSpPr>
      <p:grpSpPr>
        <a:xfrm>
          <a:off x="0" y="0"/>
          <a:ext cx="0" cy="0"/>
          <a:chOff x="0" y="0"/>
          <a:chExt cx="0" cy="0"/>
        </a:xfrm>
      </p:grpSpPr>
      <p:sp>
        <p:nvSpPr>
          <p:cNvPr id="492" name="Google Shape;492;g3bda3d096ad_0_113:notes"/>
          <p:cNvSpPr/>
          <p:nvPr>
            <p:ph idx="2" type="sldImg"/>
          </p:nvPr>
        </p:nvSpPr>
        <p:spPr>
          <a:xfrm>
            <a:off x="717550" y="1162050"/>
            <a:ext cx="5575200" cy="3136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3" name="Google Shape;493;g3bda3d096ad_0_113:notes"/>
          <p:cNvSpPr txBox="1"/>
          <p:nvPr>
            <p:ph idx="1" type="body"/>
          </p:nvPr>
        </p:nvSpPr>
        <p:spPr>
          <a:xfrm>
            <a:off x="701040" y="4473892"/>
            <a:ext cx="5608200" cy="36606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494" name="Google Shape;494;g3bda3d096ad_0_113:notes"/>
          <p:cNvSpPr txBox="1"/>
          <p:nvPr>
            <p:ph idx="12" type="sldNum"/>
          </p:nvPr>
        </p:nvSpPr>
        <p:spPr>
          <a:xfrm>
            <a:off x="3970938" y="8829967"/>
            <a:ext cx="3037800" cy="466500"/>
          </a:xfrm>
          <a:prstGeom prst="rect">
            <a:avLst/>
          </a:prstGeom>
          <a:noFill/>
          <a:ln>
            <a:noFill/>
          </a:ln>
        </p:spPr>
        <p:txBody>
          <a:bodyPr anchorCtr="0" anchor="b" bIns="46575" lIns="93175" spcFirstLastPara="1" rIns="93175" wrap="square" tIns="46575">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0" name="Shape 500"/>
        <p:cNvGrpSpPr/>
        <p:nvPr/>
      </p:nvGrpSpPr>
      <p:grpSpPr>
        <a:xfrm>
          <a:off x="0" y="0"/>
          <a:ext cx="0" cy="0"/>
          <a:chOff x="0" y="0"/>
          <a:chExt cx="0" cy="0"/>
        </a:xfrm>
      </p:grpSpPr>
      <p:sp>
        <p:nvSpPr>
          <p:cNvPr id="501" name="Google Shape;501;g3bda3d096ad_0_164:notes"/>
          <p:cNvSpPr/>
          <p:nvPr>
            <p:ph idx="2" type="sldImg"/>
          </p:nvPr>
        </p:nvSpPr>
        <p:spPr>
          <a:xfrm>
            <a:off x="717550" y="1162050"/>
            <a:ext cx="5575200" cy="3136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2" name="Google Shape;502;g3bda3d096ad_0_164:notes"/>
          <p:cNvSpPr txBox="1"/>
          <p:nvPr>
            <p:ph idx="1" type="body"/>
          </p:nvPr>
        </p:nvSpPr>
        <p:spPr>
          <a:xfrm>
            <a:off x="701040" y="4473892"/>
            <a:ext cx="5608200" cy="36606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503" name="Google Shape;503;g3bda3d096ad_0_164:notes"/>
          <p:cNvSpPr txBox="1"/>
          <p:nvPr>
            <p:ph idx="12" type="sldNum"/>
          </p:nvPr>
        </p:nvSpPr>
        <p:spPr>
          <a:xfrm>
            <a:off x="3970938" y="8829967"/>
            <a:ext cx="3037800" cy="466500"/>
          </a:xfrm>
          <a:prstGeom prst="rect">
            <a:avLst/>
          </a:prstGeom>
          <a:noFill/>
          <a:ln>
            <a:noFill/>
          </a:ln>
        </p:spPr>
        <p:txBody>
          <a:bodyPr anchorCtr="0" anchor="b" bIns="46575" lIns="93175" spcFirstLastPara="1" rIns="93175" wrap="square" tIns="46575">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g3bda3d096ad_0_156:notes"/>
          <p:cNvSpPr/>
          <p:nvPr>
            <p:ph idx="2" type="sldImg"/>
          </p:nvPr>
        </p:nvSpPr>
        <p:spPr>
          <a:xfrm>
            <a:off x="717550" y="1162050"/>
            <a:ext cx="5575200" cy="3136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1" name="Google Shape;511;g3bda3d096ad_0_156:notes"/>
          <p:cNvSpPr txBox="1"/>
          <p:nvPr>
            <p:ph idx="1" type="body"/>
          </p:nvPr>
        </p:nvSpPr>
        <p:spPr>
          <a:xfrm>
            <a:off x="701040" y="4473892"/>
            <a:ext cx="5608200" cy="36606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512" name="Google Shape;512;g3bda3d096ad_0_156:notes"/>
          <p:cNvSpPr txBox="1"/>
          <p:nvPr>
            <p:ph idx="12" type="sldNum"/>
          </p:nvPr>
        </p:nvSpPr>
        <p:spPr>
          <a:xfrm>
            <a:off x="3970938" y="8829967"/>
            <a:ext cx="3037800" cy="466500"/>
          </a:xfrm>
          <a:prstGeom prst="rect">
            <a:avLst/>
          </a:prstGeom>
          <a:noFill/>
          <a:ln>
            <a:noFill/>
          </a:ln>
        </p:spPr>
        <p:txBody>
          <a:bodyPr anchorCtr="0" anchor="b" bIns="46575" lIns="93175" spcFirstLastPara="1" rIns="93175" wrap="square" tIns="46575">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8" name="Shape 518"/>
        <p:cNvGrpSpPr/>
        <p:nvPr/>
      </p:nvGrpSpPr>
      <p:grpSpPr>
        <a:xfrm>
          <a:off x="0" y="0"/>
          <a:ext cx="0" cy="0"/>
          <a:chOff x="0" y="0"/>
          <a:chExt cx="0" cy="0"/>
        </a:xfrm>
      </p:grpSpPr>
      <p:sp>
        <p:nvSpPr>
          <p:cNvPr id="519" name="Google Shape;519;g3bd943db8a6_0_60:notes"/>
          <p:cNvSpPr/>
          <p:nvPr>
            <p:ph idx="2" type="sldImg"/>
          </p:nvPr>
        </p:nvSpPr>
        <p:spPr>
          <a:xfrm>
            <a:off x="717550" y="1162050"/>
            <a:ext cx="5575200" cy="3136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0" name="Google Shape;520;g3bd943db8a6_0_60:notes"/>
          <p:cNvSpPr txBox="1"/>
          <p:nvPr>
            <p:ph idx="1" type="body"/>
          </p:nvPr>
        </p:nvSpPr>
        <p:spPr>
          <a:xfrm>
            <a:off x="701040" y="4473892"/>
            <a:ext cx="5608200" cy="36606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521" name="Google Shape;521;g3bd943db8a6_0_60:notes"/>
          <p:cNvSpPr txBox="1"/>
          <p:nvPr>
            <p:ph idx="12" type="sldNum"/>
          </p:nvPr>
        </p:nvSpPr>
        <p:spPr>
          <a:xfrm>
            <a:off x="3970938" y="8829967"/>
            <a:ext cx="3037800" cy="466500"/>
          </a:xfrm>
          <a:prstGeom prst="rect">
            <a:avLst/>
          </a:prstGeom>
          <a:noFill/>
          <a:ln>
            <a:noFill/>
          </a:ln>
        </p:spPr>
        <p:txBody>
          <a:bodyPr anchorCtr="0" anchor="b" bIns="46575" lIns="93175" spcFirstLastPara="1" rIns="93175" wrap="square" tIns="46575">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7" name="Shape 17"/>
        <p:cNvGrpSpPr/>
        <p:nvPr/>
      </p:nvGrpSpPr>
      <p:grpSpPr>
        <a:xfrm>
          <a:off x="0" y="0"/>
          <a:ext cx="0" cy="0"/>
          <a:chOff x="0" y="0"/>
          <a:chExt cx="0" cy="0"/>
        </a:xfrm>
      </p:grpSpPr>
      <p:sp>
        <p:nvSpPr>
          <p:cNvPr id="18" name="Google Shape;18;p4"/>
          <p:cNvSpPr txBox="1"/>
          <p:nvPr>
            <p:ph type="ctrTitle"/>
          </p:nvPr>
        </p:nvSpPr>
        <p:spPr>
          <a:xfrm>
            <a:off x="3848103" y="983674"/>
            <a:ext cx="6819900" cy="28173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9B1D23"/>
              </a:buClr>
              <a:buSzPts val="5333"/>
              <a:buFont typeface="Arial Black"/>
              <a:buNone/>
              <a:defRPr sz="5333"/>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4"/>
          <p:cNvSpPr txBox="1"/>
          <p:nvPr>
            <p:ph idx="1" type="subTitle"/>
          </p:nvPr>
        </p:nvSpPr>
        <p:spPr>
          <a:xfrm>
            <a:off x="3848103" y="3892984"/>
            <a:ext cx="6819900" cy="165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1333"/>
              </a:spcBef>
              <a:spcAft>
                <a:spcPts val="0"/>
              </a:spcAft>
              <a:buClr>
                <a:schemeClr val="dk1"/>
              </a:buClr>
              <a:buSzPts val="2134"/>
              <a:buNone/>
              <a:defRPr sz="2667"/>
            </a:lvl1pPr>
            <a:lvl2pPr lvl="1" algn="ctr">
              <a:lnSpc>
                <a:spcPct val="90000"/>
              </a:lnSpc>
              <a:spcBef>
                <a:spcPts val="667"/>
              </a:spcBef>
              <a:spcAft>
                <a:spcPts val="0"/>
              </a:spcAft>
              <a:buClr>
                <a:schemeClr val="dk1"/>
              </a:buClr>
              <a:buSzPts val="2134"/>
              <a:buNone/>
              <a:defRPr sz="2667"/>
            </a:lvl2pPr>
            <a:lvl3pPr lvl="2" algn="ctr">
              <a:lnSpc>
                <a:spcPct val="90000"/>
              </a:lnSpc>
              <a:spcBef>
                <a:spcPts val="667"/>
              </a:spcBef>
              <a:spcAft>
                <a:spcPts val="0"/>
              </a:spcAft>
              <a:buClr>
                <a:schemeClr val="dk1"/>
              </a:buClr>
              <a:buSzPts val="1920"/>
              <a:buNone/>
              <a:defRPr sz="2400"/>
            </a:lvl3pPr>
            <a:lvl4pPr lvl="3" algn="ctr">
              <a:lnSpc>
                <a:spcPct val="90000"/>
              </a:lnSpc>
              <a:spcBef>
                <a:spcPts val="667"/>
              </a:spcBef>
              <a:spcAft>
                <a:spcPts val="0"/>
              </a:spcAft>
              <a:buClr>
                <a:schemeClr val="dk1"/>
              </a:buClr>
              <a:buSzPts val="1706"/>
              <a:buNone/>
              <a:defRPr sz="2133"/>
            </a:lvl4pPr>
            <a:lvl5pPr lvl="4" algn="ctr">
              <a:lnSpc>
                <a:spcPct val="90000"/>
              </a:lnSpc>
              <a:spcBef>
                <a:spcPts val="667"/>
              </a:spcBef>
              <a:spcAft>
                <a:spcPts val="0"/>
              </a:spcAft>
              <a:buClr>
                <a:schemeClr val="dk1"/>
              </a:buClr>
              <a:buSzPts val="1706"/>
              <a:buNone/>
              <a:defRPr sz="2133"/>
            </a:lvl5pPr>
            <a:lvl6pPr lvl="5" algn="ctr">
              <a:lnSpc>
                <a:spcPct val="90000"/>
              </a:lnSpc>
              <a:spcBef>
                <a:spcPts val="667"/>
              </a:spcBef>
              <a:spcAft>
                <a:spcPts val="0"/>
              </a:spcAft>
              <a:buClr>
                <a:schemeClr val="dk1"/>
              </a:buClr>
              <a:buSzPts val="2133"/>
              <a:buNone/>
              <a:defRPr sz="2133"/>
            </a:lvl6pPr>
            <a:lvl7pPr lvl="6" algn="ctr">
              <a:lnSpc>
                <a:spcPct val="90000"/>
              </a:lnSpc>
              <a:spcBef>
                <a:spcPts val="667"/>
              </a:spcBef>
              <a:spcAft>
                <a:spcPts val="0"/>
              </a:spcAft>
              <a:buClr>
                <a:schemeClr val="dk1"/>
              </a:buClr>
              <a:buSzPts val="2133"/>
              <a:buNone/>
              <a:defRPr sz="2133"/>
            </a:lvl7pPr>
            <a:lvl8pPr lvl="7" algn="ctr">
              <a:lnSpc>
                <a:spcPct val="90000"/>
              </a:lnSpc>
              <a:spcBef>
                <a:spcPts val="667"/>
              </a:spcBef>
              <a:spcAft>
                <a:spcPts val="0"/>
              </a:spcAft>
              <a:buClr>
                <a:schemeClr val="dk1"/>
              </a:buClr>
              <a:buSzPts val="2133"/>
              <a:buNone/>
              <a:defRPr sz="2133"/>
            </a:lvl8pPr>
            <a:lvl9pPr lvl="8" algn="ctr">
              <a:lnSpc>
                <a:spcPct val="90000"/>
              </a:lnSpc>
              <a:spcBef>
                <a:spcPts val="667"/>
              </a:spcBef>
              <a:spcAft>
                <a:spcPts val="0"/>
              </a:spcAft>
              <a:buClr>
                <a:schemeClr val="dk1"/>
              </a:buClr>
              <a:buSzPts val="2133"/>
              <a:buNone/>
              <a:defRPr sz="2133"/>
            </a:lvl9pPr>
          </a:lstStyle>
          <a:p/>
        </p:txBody>
      </p:sp>
      <p:sp>
        <p:nvSpPr>
          <p:cNvPr id="20" name="Google Shape;20;p4"/>
          <p:cNvSpPr txBox="1"/>
          <p:nvPr>
            <p:ph idx="12" type="sldNum"/>
          </p:nvPr>
        </p:nvSpPr>
        <p:spPr>
          <a:xfrm>
            <a:off x="0" y="6455664"/>
            <a:ext cx="1016100" cy="402300"/>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1pPr>
            <a:lvl2pPr indent="0" lvl="1"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2pPr>
            <a:lvl3pPr indent="0" lvl="2"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3pPr>
            <a:lvl4pPr indent="0" lvl="3"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4pPr>
            <a:lvl5pPr indent="0" lvl="4"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5pPr>
            <a:lvl6pPr indent="0" lvl="5"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6pPr>
            <a:lvl7pPr indent="0" lvl="6"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7pPr>
            <a:lvl8pPr indent="0" lvl="7"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8pPr>
            <a:lvl9pPr indent="0" lvl="8"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9pPr>
          </a:lstStyle>
          <a:p>
            <a:pPr indent="0" lvl="0" marL="0" rtl="0" algn="ctr">
              <a:spcBef>
                <a:spcPts val="0"/>
              </a:spcBef>
              <a:spcAft>
                <a:spcPts val="0"/>
              </a:spcAft>
              <a:buNone/>
            </a:pPr>
            <a:fld id="{00000000-1234-1234-1234-123412341234}" type="slidenum">
              <a:rPr lang="en-US"/>
              <a:t>‹#›</a:t>
            </a:fld>
            <a:endParaRPr/>
          </a:p>
        </p:txBody>
      </p:sp>
      <p:cxnSp>
        <p:nvCxnSpPr>
          <p:cNvPr id="21" name="Google Shape;21;p4"/>
          <p:cNvCxnSpPr/>
          <p:nvPr/>
        </p:nvCxnSpPr>
        <p:spPr>
          <a:xfrm>
            <a:off x="3610897" y="976745"/>
            <a:ext cx="0" cy="4572000"/>
          </a:xfrm>
          <a:prstGeom prst="straightConnector1">
            <a:avLst/>
          </a:prstGeom>
          <a:noFill/>
          <a:ln cap="flat" cmpd="sng" w="28575">
            <a:solidFill>
              <a:srgbClr val="9B1D23"/>
            </a:solidFill>
            <a:prstDash val="solid"/>
            <a:miter lim="800000"/>
            <a:headEnd len="sm" w="sm" type="none"/>
            <a:tailEnd len="sm" w="sm" type="none"/>
          </a:ln>
        </p:spPr>
      </p:cxnSp>
      <p:sp>
        <p:nvSpPr>
          <p:cNvPr id="22" name="Google Shape;22;p4"/>
          <p:cNvSpPr/>
          <p:nvPr/>
        </p:nvSpPr>
        <p:spPr>
          <a:xfrm>
            <a:off x="10668000" y="0"/>
            <a:ext cx="1422300" cy="787500"/>
          </a:xfrm>
          <a:prstGeom prst="rect">
            <a:avLst/>
          </a:prstGeom>
          <a:solidFill>
            <a:schemeClr val="lt1"/>
          </a:solidFill>
          <a:ln cap="flat" cmpd="sng" w="127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rgbClr val="FFFFFF"/>
              </a:solidFill>
              <a:latin typeface="Calibri"/>
              <a:ea typeface="Calibri"/>
              <a:cs typeface="Calibri"/>
              <a:sym typeface="Calibri"/>
            </a:endParaRPr>
          </a:p>
        </p:txBody>
      </p:sp>
      <p:pic>
        <p:nvPicPr>
          <p:cNvPr id="23" name="Google Shape;23;p4"/>
          <p:cNvPicPr preferRelativeResize="0"/>
          <p:nvPr/>
        </p:nvPicPr>
        <p:blipFill rotWithShape="1">
          <a:blip r:embed="rId2">
            <a:alphaModFix/>
          </a:blip>
          <a:srcRect b="0" l="0" r="0" t="0"/>
          <a:stretch/>
        </p:blipFill>
        <p:spPr>
          <a:xfrm>
            <a:off x="101738" y="2087880"/>
            <a:ext cx="3479663" cy="268224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4" name="Shape 24"/>
        <p:cNvGrpSpPr/>
        <p:nvPr/>
      </p:nvGrpSpPr>
      <p:grpSpPr>
        <a:xfrm>
          <a:off x="0" y="0"/>
          <a:ext cx="0" cy="0"/>
          <a:chOff x="0" y="0"/>
          <a:chExt cx="0" cy="0"/>
        </a:xfrm>
      </p:grpSpPr>
      <p:sp>
        <p:nvSpPr>
          <p:cNvPr id="25" name="Google Shape;25;p5"/>
          <p:cNvSpPr txBox="1"/>
          <p:nvPr>
            <p:ph type="title"/>
          </p:nvPr>
        </p:nvSpPr>
        <p:spPr>
          <a:xfrm>
            <a:off x="501400" y="643909"/>
            <a:ext cx="11175900" cy="660300"/>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rgbClr val="9B1D23"/>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5"/>
          <p:cNvSpPr txBox="1"/>
          <p:nvPr>
            <p:ph idx="1" type="body"/>
          </p:nvPr>
        </p:nvSpPr>
        <p:spPr>
          <a:xfrm>
            <a:off x="505968" y="1600201"/>
            <a:ext cx="11180100" cy="4469100"/>
          </a:xfrm>
          <a:prstGeom prst="rect">
            <a:avLst/>
          </a:prstGeom>
          <a:noFill/>
          <a:ln>
            <a:noFill/>
          </a:ln>
        </p:spPr>
        <p:txBody>
          <a:bodyPr anchorCtr="0" anchor="t" bIns="45700" lIns="91425" spcFirstLastPara="1" rIns="91425" wrap="square" tIns="45700">
            <a:normAutofit/>
          </a:bodyPr>
          <a:lstStyle>
            <a:lvl1pPr indent="-391160" lvl="0" marL="457200" algn="l">
              <a:lnSpc>
                <a:spcPct val="90000"/>
              </a:lnSpc>
              <a:spcBef>
                <a:spcPts val="1333"/>
              </a:spcBef>
              <a:spcAft>
                <a:spcPts val="0"/>
              </a:spcAft>
              <a:buClr>
                <a:schemeClr val="dk1"/>
              </a:buClr>
              <a:buSzPts val="2560"/>
              <a:buChar char="•"/>
              <a:defRPr>
                <a:latin typeface="Calibri"/>
                <a:ea typeface="Calibri"/>
                <a:cs typeface="Calibri"/>
                <a:sym typeface="Calibri"/>
              </a:defRPr>
            </a:lvl1pPr>
            <a:lvl2pPr indent="-364108" lvl="1" marL="914400" algn="l">
              <a:lnSpc>
                <a:spcPct val="90000"/>
              </a:lnSpc>
              <a:spcBef>
                <a:spcPts val="667"/>
              </a:spcBef>
              <a:spcAft>
                <a:spcPts val="0"/>
              </a:spcAft>
              <a:buClr>
                <a:schemeClr val="dk1"/>
              </a:buClr>
              <a:buSzPts val="2134"/>
              <a:buChar char="•"/>
              <a:defRPr>
                <a:latin typeface="Calibri"/>
                <a:ea typeface="Calibri"/>
                <a:cs typeface="Calibri"/>
                <a:sym typeface="Calibri"/>
              </a:defRPr>
            </a:lvl2pPr>
            <a:lvl3pPr indent="-350519" lvl="2" marL="1371600" algn="l">
              <a:lnSpc>
                <a:spcPct val="90000"/>
              </a:lnSpc>
              <a:spcBef>
                <a:spcPts val="667"/>
              </a:spcBef>
              <a:spcAft>
                <a:spcPts val="0"/>
              </a:spcAft>
              <a:buClr>
                <a:schemeClr val="dk1"/>
              </a:buClr>
              <a:buSzPts val="1920"/>
              <a:buChar char="•"/>
              <a:defRPr>
                <a:latin typeface="Calibri"/>
                <a:ea typeface="Calibri"/>
                <a:cs typeface="Calibri"/>
                <a:sym typeface="Calibri"/>
              </a:defRPr>
            </a:lvl3pPr>
            <a:lvl4pPr indent="-336931" lvl="3" marL="1828800" algn="l">
              <a:lnSpc>
                <a:spcPct val="90000"/>
              </a:lnSpc>
              <a:spcBef>
                <a:spcPts val="667"/>
              </a:spcBef>
              <a:spcAft>
                <a:spcPts val="0"/>
              </a:spcAft>
              <a:buClr>
                <a:schemeClr val="dk1"/>
              </a:buClr>
              <a:buSzPts val="1706"/>
              <a:buChar char="•"/>
              <a:defRPr>
                <a:latin typeface="Calibri"/>
                <a:ea typeface="Calibri"/>
                <a:cs typeface="Calibri"/>
                <a:sym typeface="Calibri"/>
              </a:defRPr>
            </a:lvl4pPr>
            <a:lvl5pPr indent="-336931" lvl="4" marL="2286000" algn="l">
              <a:lnSpc>
                <a:spcPct val="90000"/>
              </a:lnSpc>
              <a:spcBef>
                <a:spcPts val="667"/>
              </a:spcBef>
              <a:spcAft>
                <a:spcPts val="0"/>
              </a:spcAft>
              <a:buClr>
                <a:schemeClr val="dk1"/>
              </a:buClr>
              <a:buSzPts val="1706"/>
              <a:buChar char="•"/>
              <a:defRPr>
                <a:latin typeface="Calibri"/>
                <a:ea typeface="Calibri"/>
                <a:cs typeface="Calibri"/>
                <a:sym typeface="Calibri"/>
              </a:defRPr>
            </a:lvl5pPr>
            <a:lvl6pPr indent="-342900" lvl="5" marL="2743200" algn="l">
              <a:lnSpc>
                <a:spcPct val="90000"/>
              </a:lnSpc>
              <a:spcBef>
                <a:spcPts val="667"/>
              </a:spcBef>
              <a:spcAft>
                <a:spcPts val="0"/>
              </a:spcAft>
              <a:buClr>
                <a:schemeClr val="dk1"/>
              </a:buClr>
              <a:buSzPts val="1800"/>
              <a:buChar char="•"/>
              <a:defRPr/>
            </a:lvl6pPr>
            <a:lvl7pPr indent="-342900" lvl="6" marL="3200400" algn="l">
              <a:lnSpc>
                <a:spcPct val="90000"/>
              </a:lnSpc>
              <a:spcBef>
                <a:spcPts val="667"/>
              </a:spcBef>
              <a:spcAft>
                <a:spcPts val="0"/>
              </a:spcAft>
              <a:buClr>
                <a:schemeClr val="dk1"/>
              </a:buClr>
              <a:buSzPts val="1800"/>
              <a:buChar char="•"/>
              <a:defRPr/>
            </a:lvl7pPr>
            <a:lvl8pPr indent="-342900" lvl="7" marL="3657600" algn="l">
              <a:lnSpc>
                <a:spcPct val="90000"/>
              </a:lnSpc>
              <a:spcBef>
                <a:spcPts val="667"/>
              </a:spcBef>
              <a:spcAft>
                <a:spcPts val="0"/>
              </a:spcAft>
              <a:buClr>
                <a:schemeClr val="dk1"/>
              </a:buClr>
              <a:buSzPts val="1800"/>
              <a:buChar char="•"/>
              <a:defRPr/>
            </a:lvl8pPr>
            <a:lvl9pPr indent="-342900" lvl="8" marL="4114800" algn="l">
              <a:lnSpc>
                <a:spcPct val="90000"/>
              </a:lnSpc>
              <a:spcBef>
                <a:spcPts val="667"/>
              </a:spcBef>
              <a:spcAft>
                <a:spcPts val="0"/>
              </a:spcAft>
              <a:buClr>
                <a:schemeClr val="dk1"/>
              </a:buClr>
              <a:buSzPts val="1800"/>
              <a:buChar char="•"/>
              <a:defRPr/>
            </a:lvl9pPr>
          </a:lstStyle>
          <a:p/>
        </p:txBody>
      </p:sp>
      <p:sp>
        <p:nvSpPr>
          <p:cNvPr id="27" name="Google Shape;27;p5"/>
          <p:cNvSpPr txBox="1"/>
          <p:nvPr>
            <p:ph idx="12" type="sldNum"/>
          </p:nvPr>
        </p:nvSpPr>
        <p:spPr>
          <a:xfrm>
            <a:off x="0" y="6455664"/>
            <a:ext cx="1016100" cy="402300"/>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1pPr>
            <a:lvl2pPr indent="0" lvl="1"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2pPr>
            <a:lvl3pPr indent="0" lvl="2"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3pPr>
            <a:lvl4pPr indent="0" lvl="3"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4pPr>
            <a:lvl5pPr indent="0" lvl="4"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5pPr>
            <a:lvl6pPr indent="0" lvl="5"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6pPr>
            <a:lvl7pPr indent="0" lvl="6"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7pPr>
            <a:lvl8pPr indent="0" lvl="7"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8pPr>
            <a:lvl9pPr indent="0" lvl="8"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ubtitle and Content">
  <p:cSld name="Title, Subtitle and Content">
    <p:spTree>
      <p:nvGrpSpPr>
        <p:cNvPr id="28" name="Shape 28"/>
        <p:cNvGrpSpPr/>
        <p:nvPr/>
      </p:nvGrpSpPr>
      <p:grpSpPr>
        <a:xfrm>
          <a:off x="0" y="0"/>
          <a:ext cx="0" cy="0"/>
          <a:chOff x="0" y="0"/>
          <a:chExt cx="0" cy="0"/>
        </a:xfrm>
      </p:grpSpPr>
      <p:sp>
        <p:nvSpPr>
          <p:cNvPr id="29" name="Google Shape;29;p6"/>
          <p:cNvSpPr txBox="1"/>
          <p:nvPr>
            <p:ph type="title"/>
          </p:nvPr>
        </p:nvSpPr>
        <p:spPr>
          <a:xfrm>
            <a:off x="501400" y="643909"/>
            <a:ext cx="11175900" cy="660300"/>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rgbClr val="9B1D23"/>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6"/>
          <p:cNvSpPr txBox="1"/>
          <p:nvPr>
            <p:ph idx="1" type="body"/>
          </p:nvPr>
        </p:nvSpPr>
        <p:spPr>
          <a:xfrm>
            <a:off x="495300" y="1905001"/>
            <a:ext cx="11180100" cy="4164300"/>
          </a:xfrm>
          <a:prstGeom prst="rect">
            <a:avLst/>
          </a:prstGeom>
          <a:noFill/>
          <a:ln>
            <a:noFill/>
          </a:ln>
        </p:spPr>
        <p:txBody>
          <a:bodyPr anchorCtr="0" anchor="t" bIns="45700" lIns="91425" spcFirstLastPara="1" rIns="91425" wrap="square" tIns="45700">
            <a:normAutofit/>
          </a:bodyPr>
          <a:lstStyle>
            <a:lvl1pPr indent="-391160" lvl="0" marL="457200" algn="l">
              <a:lnSpc>
                <a:spcPct val="90000"/>
              </a:lnSpc>
              <a:spcBef>
                <a:spcPts val="1333"/>
              </a:spcBef>
              <a:spcAft>
                <a:spcPts val="0"/>
              </a:spcAft>
              <a:buClr>
                <a:schemeClr val="dk1"/>
              </a:buClr>
              <a:buSzPts val="2560"/>
              <a:buChar char="•"/>
              <a:defRPr sz="3200">
                <a:latin typeface="Calibri"/>
                <a:ea typeface="Calibri"/>
                <a:cs typeface="Calibri"/>
                <a:sym typeface="Calibri"/>
              </a:defRPr>
            </a:lvl1pPr>
            <a:lvl2pPr indent="-364108" lvl="1" marL="914400" algn="l">
              <a:lnSpc>
                <a:spcPct val="90000"/>
              </a:lnSpc>
              <a:spcBef>
                <a:spcPts val="667"/>
              </a:spcBef>
              <a:spcAft>
                <a:spcPts val="0"/>
              </a:spcAft>
              <a:buClr>
                <a:schemeClr val="dk1"/>
              </a:buClr>
              <a:buSzPts val="2134"/>
              <a:buChar char="•"/>
              <a:defRPr sz="2667">
                <a:latin typeface="Calibri"/>
                <a:ea typeface="Calibri"/>
                <a:cs typeface="Calibri"/>
                <a:sym typeface="Calibri"/>
              </a:defRPr>
            </a:lvl2pPr>
            <a:lvl3pPr indent="-350519" lvl="2" marL="1371600" algn="l">
              <a:lnSpc>
                <a:spcPct val="90000"/>
              </a:lnSpc>
              <a:spcBef>
                <a:spcPts val="667"/>
              </a:spcBef>
              <a:spcAft>
                <a:spcPts val="0"/>
              </a:spcAft>
              <a:buClr>
                <a:schemeClr val="dk1"/>
              </a:buClr>
              <a:buSzPts val="1920"/>
              <a:buChar char="•"/>
              <a:defRPr sz="2400">
                <a:latin typeface="Calibri"/>
                <a:ea typeface="Calibri"/>
                <a:cs typeface="Calibri"/>
                <a:sym typeface="Calibri"/>
              </a:defRPr>
            </a:lvl3pPr>
            <a:lvl4pPr indent="-336931" lvl="3" marL="1828800" algn="l">
              <a:lnSpc>
                <a:spcPct val="90000"/>
              </a:lnSpc>
              <a:spcBef>
                <a:spcPts val="667"/>
              </a:spcBef>
              <a:spcAft>
                <a:spcPts val="0"/>
              </a:spcAft>
              <a:buClr>
                <a:schemeClr val="dk1"/>
              </a:buClr>
              <a:buSzPts val="1706"/>
              <a:buChar char="•"/>
              <a:defRPr sz="2133">
                <a:latin typeface="Calibri"/>
                <a:ea typeface="Calibri"/>
                <a:cs typeface="Calibri"/>
                <a:sym typeface="Calibri"/>
              </a:defRPr>
            </a:lvl4pPr>
            <a:lvl5pPr indent="-336931" lvl="4" marL="2286000" algn="l">
              <a:lnSpc>
                <a:spcPct val="90000"/>
              </a:lnSpc>
              <a:spcBef>
                <a:spcPts val="667"/>
              </a:spcBef>
              <a:spcAft>
                <a:spcPts val="0"/>
              </a:spcAft>
              <a:buClr>
                <a:schemeClr val="dk1"/>
              </a:buClr>
              <a:buSzPts val="1706"/>
              <a:buChar char="•"/>
              <a:defRPr sz="2133">
                <a:latin typeface="Calibri"/>
                <a:ea typeface="Calibri"/>
                <a:cs typeface="Calibri"/>
                <a:sym typeface="Calibri"/>
              </a:defRPr>
            </a:lvl5pPr>
            <a:lvl6pPr indent="-342900" lvl="5" marL="2743200" algn="l">
              <a:lnSpc>
                <a:spcPct val="90000"/>
              </a:lnSpc>
              <a:spcBef>
                <a:spcPts val="667"/>
              </a:spcBef>
              <a:spcAft>
                <a:spcPts val="0"/>
              </a:spcAft>
              <a:buClr>
                <a:schemeClr val="dk1"/>
              </a:buClr>
              <a:buSzPts val="1800"/>
              <a:buChar char="•"/>
              <a:defRPr/>
            </a:lvl6pPr>
            <a:lvl7pPr indent="-342900" lvl="6" marL="3200400" algn="l">
              <a:lnSpc>
                <a:spcPct val="90000"/>
              </a:lnSpc>
              <a:spcBef>
                <a:spcPts val="667"/>
              </a:spcBef>
              <a:spcAft>
                <a:spcPts val="0"/>
              </a:spcAft>
              <a:buClr>
                <a:schemeClr val="dk1"/>
              </a:buClr>
              <a:buSzPts val="1800"/>
              <a:buChar char="•"/>
              <a:defRPr/>
            </a:lvl7pPr>
            <a:lvl8pPr indent="-342900" lvl="7" marL="3657600" algn="l">
              <a:lnSpc>
                <a:spcPct val="90000"/>
              </a:lnSpc>
              <a:spcBef>
                <a:spcPts val="667"/>
              </a:spcBef>
              <a:spcAft>
                <a:spcPts val="0"/>
              </a:spcAft>
              <a:buClr>
                <a:schemeClr val="dk1"/>
              </a:buClr>
              <a:buSzPts val="1800"/>
              <a:buChar char="•"/>
              <a:defRPr/>
            </a:lvl8pPr>
            <a:lvl9pPr indent="-342900" lvl="8" marL="4114800" algn="l">
              <a:lnSpc>
                <a:spcPct val="90000"/>
              </a:lnSpc>
              <a:spcBef>
                <a:spcPts val="667"/>
              </a:spcBef>
              <a:spcAft>
                <a:spcPts val="0"/>
              </a:spcAft>
              <a:buClr>
                <a:schemeClr val="dk1"/>
              </a:buClr>
              <a:buSzPts val="1800"/>
              <a:buChar char="•"/>
              <a:defRPr/>
            </a:lvl9pPr>
          </a:lstStyle>
          <a:p/>
        </p:txBody>
      </p:sp>
      <p:sp>
        <p:nvSpPr>
          <p:cNvPr id="31" name="Google Shape;31;p6"/>
          <p:cNvSpPr txBox="1"/>
          <p:nvPr>
            <p:ph idx="12" type="sldNum"/>
          </p:nvPr>
        </p:nvSpPr>
        <p:spPr>
          <a:xfrm>
            <a:off x="0" y="6455664"/>
            <a:ext cx="1016100" cy="402300"/>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1pPr>
            <a:lvl2pPr indent="0" lvl="1"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2pPr>
            <a:lvl3pPr indent="0" lvl="2"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3pPr>
            <a:lvl4pPr indent="0" lvl="3"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4pPr>
            <a:lvl5pPr indent="0" lvl="4"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5pPr>
            <a:lvl6pPr indent="0" lvl="5"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6pPr>
            <a:lvl7pPr indent="0" lvl="6"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7pPr>
            <a:lvl8pPr indent="0" lvl="7"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8pPr>
            <a:lvl9pPr indent="0" lvl="8"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9pPr>
          </a:lstStyle>
          <a:p>
            <a:pPr indent="0" lvl="0" marL="0" rtl="0" algn="ctr">
              <a:spcBef>
                <a:spcPts val="0"/>
              </a:spcBef>
              <a:spcAft>
                <a:spcPts val="0"/>
              </a:spcAft>
              <a:buNone/>
            </a:pPr>
            <a:fld id="{00000000-1234-1234-1234-123412341234}" type="slidenum">
              <a:rPr lang="en-US"/>
              <a:t>‹#›</a:t>
            </a:fld>
            <a:endParaRPr/>
          </a:p>
        </p:txBody>
      </p:sp>
      <p:sp>
        <p:nvSpPr>
          <p:cNvPr id="32" name="Google Shape;32;p6"/>
          <p:cNvSpPr txBox="1"/>
          <p:nvPr>
            <p:ph idx="2" type="body"/>
          </p:nvPr>
        </p:nvSpPr>
        <p:spPr>
          <a:xfrm flipH="1">
            <a:off x="495264" y="1315720"/>
            <a:ext cx="11180100" cy="487800"/>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333"/>
              </a:spcBef>
              <a:spcAft>
                <a:spcPts val="0"/>
              </a:spcAft>
              <a:buClr>
                <a:schemeClr val="dk1"/>
              </a:buClr>
              <a:buSzPts val="2134"/>
              <a:buFont typeface="Calibri"/>
              <a:buNone/>
              <a:defRPr i="1" sz="2667"/>
            </a:lvl1pPr>
            <a:lvl2pPr indent="-228600" lvl="1" marL="914400" algn="l">
              <a:lnSpc>
                <a:spcPct val="90000"/>
              </a:lnSpc>
              <a:spcBef>
                <a:spcPts val="667"/>
              </a:spcBef>
              <a:spcAft>
                <a:spcPts val="0"/>
              </a:spcAft>
              <a:buClr>
                <a:schemeClr val="dk1"/>
              </a:buClr>
              <a:buSzPts val="2134"/>
              <a:buFont typeface="Calibri"/>
              <a:buNone/>
              <a:defRPr/>
            </a:lvl2pPr>
            <a:lvl3pPr indent="-228600" lvl="2" marL="1371600" algn="l">
              <a:lnSpc>
                <a:spcPct val="90000"/>
              </a:lnSpc>
              <a:spcBef>
                <a:spcPts val="667"/>
              </a:spcBef>
              <a:spcAft>
                <a:spcPts val="0"/>
              </a:spcAft>
              <a:buClr>
                <a:schemeClr val="dk1"/>
              </a:buClr>
              <a:buSzPts val="1920"/>
              <a:buFont typeface="Calibri"/>
              <a:buNone/>
              <a:defRPr/>
            </a:lvl3pPr>
            <a:lvl4pPr indent="-228600" lvl="3" marL="1828800" algn="l">
              <a:lnSpc>
                <a:spcPct val="90000"/>
              </a:lnSpc>
              <a:spcBef>
                <a:spcPts val="667"/>
              </a:spcBef>
              <a:spcAft>
                <a:spcPts val="0"/>
              </a:spcAft>
              <a:buClr>
                <a:schemeClr val="dk1"/>
              </a:buClr>
              <a:buSzPts val="1706"/>
              <a:buFont typeface="Calibri"/>
              <a:buNone/>
              <a:defRPr/>
            </a:lvl4pPr>
            <a:lvl5pPr indent="-228600" lvl="4" marL="2286000" algn="l">
              <a:lnSpc>
                <a:spcPct val="90000"/>
              </a:lnSpc>
              <a:spcBef>
                <a:spcPts val="667"/>
              </a:spcBef>
              <a:spcAft>
                <a:spcPts val="0"/>
              </a:spcAft>
              <a:buClr>
                <a:schemeClr val="dk1"/>
              </a:buClr>
              <a:buSzPts val="1706"/>
              <a:buFont typeface="Calibri"/>
              <a:buNone/>
              <a:defRPr/>
            </a:lvl5pPr>
            <a:lvl6pPr indent="-342900" lvl="5" marL="2743200" algn="l">
              <a:lnSpc>
                <a:spcPct val="90000"/>
              </a:lnSpc>
              <a:spcBef>
                <a:spcPts val="667"/>
              </a:spcBef>
              <a:spcAft>
                <a:spcPts val="0"/>
              </a:spcAft>
              <a:buClr>
                <a:schemeClr val="dk1"/>
              </a:buClr>
              <a:buSzPts val="1800"/>
              <a:buChar char="•"/>
              <a:defRPr/>
            </a:lvl6pPr>
            <a:lvl7pPr indent="-342900" lvl="6" marL="3200400" algn="l">
              <a:lnSpc>
                <a:spcPct val="90000"/>
              </a:lnSpc>
              <a:spcBef>
                <a:spcPts val="667"/>
              </a:spcBef>
              <a:spcAft>
                <a:spcPts val="0"/>
              </a:spcAft>
              <a:buClr>
                <a:schemeClr val="dk1"/>
              </a:buClr>
              <a:buSzPts val="1800"/>
              <a:buChar char="•"/>
              <a:defRPr/>
            </a:lvl7pPr>
            <a:lvl8pPr indent="-342900" lvl="7" marL="3657600" algn="l">
              <a:lnSpc>
                <a:spcPct val="90000"/>
              </a:lnSpc>
              <a:spcBef>
                <a:spcPts val="667"/>
              </a:spcBef>
              <a:spcAft>
                <a:spcPts val="0"/>
              </a:spcAft>
              <a:buClr>
                <a:schemeClr val="dk1"/>
              </a:buClr>
              <a:buSzPts val="1800"/>
              <a:buChar char="•"/>
              <a:defRPr/>
            </a:lvl8pPr>
            <a:lvl9pPr indent="-342900" lvl="8" marL="4114800" algn="l">
              <a:lnSpc>
                <a:spcPct val="90000"/>
              </a:lnSpc>
              <a:spcBef>
                <a:spcPts val="667"/>
              </a:spcBef>
              <a:spcAft>
                <a:spcPts val="0"/>
              </a:spcAft>
              <a:buClr>
                <a:schemeClr val="dk1"/>
              </a:buClr>
              <a:buSzPts val="1800"/>
              <a:buChar char="•"/>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3" name="Shape 33"/>
        <p:cNvGrpSpPr/>
        <p:nvPr/>
      </p:nvGrpSpPr>
      <p:grpSpPr>
        <a:xfrm>
          <a:off x="0" y="0"/>
          <a:ext cx="0" cy="0"/>
          <a:chOff x="0" y="0"/>
          <a:chExt cx="0" cy="0"/>
        </a:xfrm>
      </p:grpSpPr>
      <p:sp>
        <p:nvSpPr>
          <p:cNvPr id="34" name="Google Shape;34;p7"/>
          <p:cNvSpPr txBox="1"/>
          <p:nvPr>
            <p:ph type="title"/>
          </p:nvPr>
        </p:nvSpPr>
        <p:spPr>
          <a:xfrm>
            <a:off x="812800" y="2218267"/>
            <a:ext cx="10515600" cy="1097400"/>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rgbClr val="9B1D23"/>
              </a:buClr>
              <a:buSzPts val="4800"/>
              <a:buFont typeface="Arial Black"/>
              <a:buNone/>
              <a:defRPr sz="48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7"/>
          <p:cNvSpPr txBox="1"/>
          <p:nvPr>
            <p:ph idx="1" type="body"/>
          </p:nvPr>
        </p:nvSpPr>
        <p:spPr>
          <a:xfrm>
            <a:off x="812800" y="3530600"/>
            <a:ext cx="10515600" cy="9753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333"/>
              </a:spcBef>
              <a:spcAft>
                <a:spcPts val="0"/>
              </a:spcAft>
              <a:buClr>
                <a:srgbClr val="888888"/>
              </a:buClr>
              <a:buSzPts val="1920"/>
              <a:buNone/>
              <a:defRPr sz="2400">
                <a:solidFill>
                  <a:srgbClr val="888888"/>
                </a:solidFill>
              </a:defRPr>
            </a:lvl1pPr>
            <a:lvl2pPr indent="-228600" lvl="1" marL="914400" algn="l">
              <a:lnSpc>
                <a:spcPct val="90000"/>
              </a:lnSpc>
              <a:spcBef>
                <a:spcPts val="667"/>
              </a:spcBef>
              <a:spcAft>
                <a:spcPts val="0"/>
              </a:spcAft>
              <a:buClr>
                <a:srgbClr val="888888"/>
              </a:buClr>
              <a:buSzPts val="2134"/>
              <a:buNone/>
              <a:defRPr sz="2667">
                <a:solidFill>
                  <a:srgbClr val="888888"/>
                </a:solidFill>
              </a:defRPr>
            </a:lvl2pPr>
            <a:lvl3pPr indent="-228600" lvl="2" marL="1371600" algn="l">
              <a:lnSpc>
                <a:spcPct val="90000"/>
              </a:lnSpc>
              <a:spcBef>
                <a:spcPts val="667"/>
              </a:spcBef>
              <a:spcAft>
                <a:spcPts val="0"/>
              </a:spcAft>
              <a:buClr>
                <a:srgbClr val="888888"/>
              </a:buClr>
              <a:buSzPts val="1920"/>
              <a:buNone/>
              <a:defRPr sz="2400">
                <a:solidFill>
                  <a:srgbClr val="888888"/>
                </a:solidFill>
              </a:defRPr>
            </a:lvl3pPr>
            <a:lvl4pPr indent="-228600" lvl="3" marL="1828800" algn="l">
              <a:lnSpc>
                <a:spcPct val="90000"/>
              </a:lnSpc>
              <a:spcBef>
                <a:spcPts val="667"/>
              </a:spcBef>
              <a:spcAft>
                <a:spcPts val="0"/>
              </a:spcAft>
              <a:buClr>
                <a:srgbClr val="888888"/>
              </a:buClr>
              <a:buSzPts val="1706"/>
              <a:buNone/>
              <a:defRPr sz="2133">
                <a:solidFill>
                  <a:srgbClr val="888888"/>
                </a:solidFill>
              </a:defRPr>
            </a:lvl4pPr>
            <a:lvl5pPr indent="-228600" lvl="4" marL="2286000" algn="l">
              <a:lnSpc>
                <a:spcPct val="90000"/>
              </a:lnSpc>
              <a:spcBef>
                <a:spcPts val="667"/>
              </a:spcBef>
              <a:spcAft>
                <a:spcPts val="0"/>
              </a:spcAft>
              <a:buClr>
                <a:srgbClr val="888888"/>
              </a:buClr>
              <a:buSzPts val="1706"/>
              <a:buNone/>
              <a:defRPr sz="2133">
                <a:solidFill>
                  <a:srgbClr val="888888"/>
                </a:solidFill>
              </a:defRPr>
            </a:lvl5pPr>
            <a:lvl6pPr indent="-228600" lvl="5" marL="2743200" algn="l">
              <a:lnSpc>
                <a:spcPct val="90000"/>
              </a:lnSpc>
              <a:spcBef>
                <a:spcPts val="667"/>
              </a:spcBef>
              <a:spcAft>
                <a:spcPts val="0"/>
              </a:spcAft>
              <a:buClr>
                <a:srgbClr val="888888"/>
              </a:buClr>
              <a:buSzPts val="2133"/>
              <a:buNone/>
              <a:defRPr sz="2133">
                <a:solidFill>
                  <a:srgbClr val="888888"/>
                </a:solidFill>
              </a:defRPr>
            </a:lvl6pPr>
            <a:lvl7pPr indent="-228600" lvl="6" marL="3200400" algn="l">
              <a:lnSpc>
                <a:spcPct val="90000"/>
              </a:lnSpc>
              <a:spcBef>
                <a:spcPts val="667"/>
              </a:spcBef>
              <a:spcAft>
                <a:spcPts val="0"/>
              </a:spcAft>
              <a:buClr>
                <a:srgbClr val="888888"/>
              </a:buClr>
              <a:buSzPts val="2133"/>
              <a:buNone/>
              <a:defRPr sz="2133">
                <a:solidFill>
                  <a:srgbClr val="888888"/>
                </a:solidFill>
              </a:defRPr>
            </a:lvl7pPr>
            <a:lvl8pPr indent="-228600" lvl="7" marL="3657600" algn="l">
              <a:lnSpc>
                <a:spcPct val="90000"/>
              </a:lnSpc>
              <a:spcBef>
                <a:spcPts val="667"/>
              </a:spcBef>
              <a:spcAft>
                <a:spcPts val="0"/>
              </a:spcAft>
              <a:buClr>
                <a:srgbClr val="888888"/>
              </a:buClr>
              <a:buSzPts val="2133"/>
              <a:buNone/>
              <a:defRPr sz="2133">
                <a:solidFill>
                  <a:srgbClr val="888888"/>
                </a:solidFill>
              </a:defRPr>
            </a:lvl8pPr>
            <a:lvl9pPr indent="-228600" lvl="8" marL="4114800" algn="l">
              <a:lnSpc>
                <a:spcPct val="90000"/>
              </a:lnSpc>
              <a:spcBef>
                <a:spcPts val="667"/>
              </a:spcBef>
              <a:spcAft>
                <a:spcPts val="0"/>
              </a:spcAft>
              <a:buClr>
                <a:srgbClr val="888888"/>
              </a:buClr>
              <a:buSzPts val="2133"/>
              <a:buNone/>
              <a:defRPr sz="2133">
                <a:solidFill>
                  <a:srgbClr val="888888"/>
                </a:solidFill>
              </a:defRPr>
            </a:lvl9pPr>
          </a:lstStyle>
          <a:p/>
        </p:txBody>
      </p:sp>
      <p:sp>
        <p:nvSpPr>
          <p:cNvPr id="36" name="Google Shape;36;p7"/>
          <p:cNvSpPr txBox="1"/>
          <p:nvPr>
            <p:ph idx="12" type="sldNum"/>
          </p:nvPr>
        </p:nvSpPr>
        <p:spPr>
          <a:xfrm>
            <a:off x="0" y="6455664"/>
            <a:ext cx="1016100" cy="402300"/>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1pPr>
            <a:lvl2pPr indent="0" lvl="1"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2pPr>
            <a:lvl3pPr indent="0" lvl="2"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3pPr>
            <a:lvl4pPr indent="0" lvl="3"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4pPr>
            <a:lvl5pPr indent="0" lvl="4"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5pPr>
            <a:lvl6pPr indent="0" lvl="5"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6pPr>
            <a:lvl7pPr indent="0" lvl="6"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7pPr>
            <a:lvl8pPr indent="0" lvl="7"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8pPr>
            <a:lvl9pPr indent="0" lvl="8"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37" name="Shape 37"/>
        <p:cNvGrpSpPr/>
        <p:nvPr/>
      </p:nvGrpSpPr>
      <p:grpSpPr>
        <a:xfrm>
          <a:off x="0" y="0"/>
          <a:ext cx="0" cy="0"/>
          <a:chOff x="0" y="0"/>
          <a:chExt cx="0" cy="0"/>
        </a:xfrm>
      </p:grpSpPr>
      <p:sp>
        <p:nvSpPr>
          <p:cNvPr id="38" name="Google Shape;38;p8"/>
          <p:cNvSpPr txBox="1"/>
          <p:nvPr>
            <p:ph type="title"/>
          </p:nvPr>
        </p:nvSpPr>
        <p:spPr>
          <a:xfrm>
            <a:off x="501400" y="643909"/>
            <a:ext cx="11175900" cy="660300"/>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rgbClr val="9B1D23"/>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8"/>
          <p:cNvSpPr txBox="1"/>
          <p:nvPr>
            <p:ph idx="12" type="sldNum"/>
          </p:nvPr>
        </p:nvSpPr>
        <p:spPr>
          <a:xfrm>
            <a:off x="0" y="6455664"/>
            <a:ext cx="1016100" cy="402300"/>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1pPr>
            <a:lvl2pPr indent="0" lvl="1"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2pPr>
            <a:lvl3pPr indent="0" lvl="2"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3pPr>
            <a:lvl4pPr indent="0" lvl="3"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4pPr>
            <a:lvl5pPr indent="0" lvl="4"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5pPr>
            <a:lvl6pPr indent="0" lvl="5"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6pPr>
            <a:lvl7pPr indent="0" lvl="6"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7pPr>
            <a:lvl8pPr indent="0" lvl="7"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8pPr>
            <a:lvl9pPr indent="0" lvl="8"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9pPr>
          </a:lstStyle>
          <a:p>
            <a:pPr indent="0" lvl="0" marL="0" rtl="0" algn="ctr">
              <a:spcBef>
                <a:spcPts val="0"/>
              </a:spcBef>
              <a:spcAft>
                <a:spcPts val="0"/>
              </a:spcAft>
              <a:buNone/>
            </a:pPr>
            <a:fld id="{00000000-1234-1234-1234-123412341234}" type="slidenum">
              <a:rPr lang="en-US"/>
              <a:t>‹#›</a:t>
            </a:fld>
            <a:endParaRPr/>
          </a:p>
        </p:txBody>
      </p:sp>
      <p:sp>
        <p:nvSpPr>
          <p:cNvPr id="40" name="Google Shape;40;p8"/>
          <p:cNvSpPr txBox="1"/>
          <p:nvPr>
            <p:ph idx="1" type="body"/>
          </p:nvPr>
        </p:nvSpPr>
        <p:spPr>
          <a:xfrm>
            <a:off x="519273" y="1603104"/>
            <a:ext cx="5486400" cy="4511100"/>
          </a:xfrm>
          <a:prstGeom prst="rect">
            <a:avLst/>
          </a:prstGeom>
          <a:noFill/>
          <a:ln>
            <a:noFill/>
          </a:ln>
        </p:spPr>
        <p:txBody>
          <a:bodyPr anchorCtr="0" anchor="t" bIns="45700" lIns="91425" spcFirstLastPara="1" rIns="91425" wrap="square" tIns="45700">
            <a:normAutofit/>
          </a:bodyPr>
          <a:lstStyle>
            <a:lvl1pPr indent="-364109" lvl="0" marL="457200" algn="l">
              <a:lnSpc>
                <a:spcPct val="90000"/>
              </a:lnSpc>
              <a:spcBef>
                <a:spcPts val="1333"/>
              </a:spcBef>
              <a:spcAft>
                <a:spcPts val="0"/>
              </a:spcAft>
              <a:buClr>
                <a:schemeClr val="dk1"/>
              </a:buClr>
              <a:buSzPts val="2134"/>
              <a:buChar char="•"/>
              <a:defRPr sz="2667">
                <a:latin typeface="Calibri"/>
                <a:ea typeface="Calibri"/>
                <a:cs typeface="Calibri"/>
                <a:sym typeface="Calibri"/>
              </a:defRPr>
            </a:lvl1pPr>
            <a:lvl2pPr indent="-350519" lvl="1" marL="914400" algn="l">
              <a:lnSpc>
                <a:spcPct val="90000"/>
              </a:lnSpc>
              <a:spcBef>
                <a:spcPts val="667"/>
              </a:spcBef>
              <a:spcAft>
                <a:spcPts val="0"/>
              </a:spcAft>
              <a:buClr>
                <a:schemeClr val="dk1"/>
              </a:buClr>
              <a:buSzPts val="1920"/>
              <a:buChar char="•"/>
              <a:defRPr sz="2400">
                <a:latin typeface="Calibri"/>
                <a:ea typeface="Calibri"/>
                <a:cs typeface="Calibri"/>
                <a:sym typeface="Calibri"/>
              </a:defRPr>
            </a:lvl2pPr>
            <a:lvl3pPr indent="-336931" lvl="2" marL="1371600" algn="l">
              <a:lnSpc>
                <a:spcPct val="90000"/>
              </a:lnSpc>
              <a:spcBef>
                <a:spcPts val="667"/>
              </a:spcBef>
              <a:spcAft>
                <a:spcPts val="0"/>
              </a:spcAft>
              <a:buClr>
                <a:schemeClr val="dk1"/>
              </a:buClr>
              <a:buSzPts val="1706"/>
              <a:buChar char="•"/>
              <a:defRPr sz="2133">
                <a:latin typeface="Calibri"/>
                <a:ea typeface="Calibri"/>
                <a:cs typeface="Calibri"/>
                <a:sym typeface="Calibri"/>
              </a:defRPr>
            </a:lvl3pPr>
            <a:lvl4pPr indent="-323469" lvl="3" marL="1828800" algn="l">
              <a:lnSpc>
                <a:spcPct val="90000"/>
              </a:lnSpc>
              <a:spcBef>
                <a:spcPts val="667"/>
              </a:spcBef>
              <a:spcAft>
                <a:spcPts val="0"/>
              </a:spcAft>
              <a:buClr>
                <a:schemeClr val="dk1"/>
              </a:buClr>
              <a:buSzPts val="1494"/>
              <a:buChar char="•"/>
              <a:defRPr sz="1867">
                <a:latin typeface="Calibri"/>
                <a:ea typeface="Calibri"/>
                <a:cs typeface="Calibri"/>
                <a:sym typeface="Calibri"/>
              </a:defRPr>
            </a:lvl4pPr>
            <a:lvl5pPr indent="-323469" lvl="4" marL="2286000" algn="l">
              <a:lnSpc>
                <a:spcPct val="90000"/>
              </a:lnSpc>
              <a:spcBef>
                <a:spcPts val="667"/>
              </a:spcBef>
              <a:spcAft>
                <a:spcPts val="0"/>
              </a:spcAft>
              <a:buClr>
                <a:schemeClr val="dk1"/>
              </a:buClr>
              <a:buSzPts val="1494"/>
              <a:buChar char="•"/>
              <a:defRPr sz="1867">
                <a:latin typeface="Calibri"/>
                <a:ea typeface="Calibri"/>
                <a:cs typeface="Calibri"/>
                <a:sym typeface="Calibri"/>
              </a:defRPr>
            </a:lvl5pPr>
            <a:lvl6pPr indent="-342900" lvl="5" marL="2743200" algn="l">
              <a:lnSpc>
                <a:spcPct val="90000"/>
              </a:lnSpc>
              <a:spcBef>
                <a:spcPts val="667"/>
              </a:spcBef>
              <a:spcAft>
                <a:spcPts val="0"/>
              </a:spcAft>
              <a:buClr>
                <a:schemeClr val="dk1"/>
              </a:buClr>
              <a:buSzPts val="1800"/>
              <a:buChar char="•"/>
              <a:defRPr/>
            </a:lvl6pPr>
            <a:lvl7pPr indent="-342900" lvl="6" marL="3200400" algn="l">
              <a:lnSpc>
                <a:spcPct val="90000"/>
              </a:lnSpc>
              <a:spcBef>
                <a:spcPts val="667"/>
              </a:spcBef>
              <a:spcAft>
                <a:spcPts val="0"/>
              </a:spcAft>
              <a:buClr>
                <a:schemeClr val="dk1"/>
              </a:buClr>
              <a:buSzPts val="1800"/>
              <a:buChar char="•"/>
              <a:defRPr/>
            </a:lvl7pPr>
            <a:lvl8pPr indent="-342900" lvl="7" marL="3657600" algn="l">
              <a:lnSpc>
                <a:spcPct val="90000"/>
              </a:lnSpc>
              <a:spcBef>
                <a:spcPts val="667"/>
              </a:spcBef>
              <a:spcAft>
                <a:spcPts val="0"/>
              </a:spcAft>
              <a:buClr>
                <a:schemeClr val="dk1"/>
              </a:buClr>
              <a:buSzPts val="1800"/>
              <a:buChar char="•"/>
              <a:defRPr/>
            </a:lvl8pPr>
            <a:lvl9pPr indent="-342900" lvl="8" marL="4114800" algn="l">
              <a:lnSpc>
                <a:spcPct val="90000"/>
              </a:lnSpc>
              <a:spcBef>
                <a:spcPts val="667"/>
              </a:spcBef>
              <a:spcAft>
                <a:spcPts val="0"/>
              </a:spcAft>
              <a:buClr>
                <a:schemeClr val="dk1"/>
              </a:buClr>
              <a:buSzPts val="1800"/>
              <a:buChar char="•"/>
              <a:defRPr/>
            </a:lvl9pPr>
          </a:lstStyle>
          <a:p/>
        </p:txBody>
      </p:sp>
      <p:sp>
        <p:nvSpPr>
          <p:cNvPr id="41" name="Google Shape;41;p8"/>
          <p:cNvSpPr txBox="1"/>
          <p:nvPr>
            <p:ph idx="2" type="body"/>
          </p:nvPr>
        </p:nvSpPr>
        <p:spPr>
          <a:xfrm>
            <a:off x="6196173" y="1603104"/>
            <a:ext cx="5486400" cy="4511100"/>
          </a:xfrm>
          <a:prstGeom prst="rect">
            <a:avLst/>
          </a:prstGeom>
          <a:noFill/>
          <a:ln>
            <a:noFill/>
          </a:ln>
        </p:spPr>
        <p:txBody>
          <a:bodyPr anchorCtr="0" anchor="t" bIns="45700" lIns="91425" spcFirstLastPara="1" rIns="91425" wrap="square" tIns="45700">
            <a:normAutofit/>
          </a:bodyPr>
          <a:lstStyle>
            <a:lvl1pPr indent="-364109" lvl="0" marL="457200" algn="l">
              <a:lnSpc>
                <a:spcPct val="90000"/>
              </a:lnSpc>
              <a:spcBef>
                <a:spcPts val="1333"/>
              </a:spcBef>
              <a:spcAft>
                <a:spcPts val="0"/>
              </a:spcAft>
              <a:buClr>
                <a:schemeClr val="dk1"/>
              </a:buClr>
              <a:buSzPts val="2134"/>
              <a:buChar char="•"/>
              <a:defRPr sz="2667">
                <a:latin typeface="Calibri"/>
                <a:ea typeface="Calibri"/>
                <a:cs typeface="Calibri"/>
                <a:sym typeface="Calibri"/>
              </a:defRPr>
            </a:lvl1pPr>
            <a:lvl2pPr indent="-350519" lvl="1" marL="914400" algn="l">
              <a:lnSpc>
                <a:spcPct val="90000"/>
              </a:lnSpc>
              <a:spcBef>
                <a:spcPts val="667"/>
              </a:spcBef>
              <a:spcAft>
                <a:spcPts val="0"/>
              </a:spcAft>
              <a:buClr>
                <a:schemeClr val="dk1"/>
              </a:buClr>
              <a:buSzPts val="1920"/>
              <a:buChar char="•"/>
              <a:defRPr sz="2400">
                <a:latin typeface="Calibri"/>
                <a:ea typeface="Calibri"/>
                <a:cs typeface="Calibri"/>
                <a:sym typeface="Calibri"/>
              </a:defRPr>
            </a:lvl2pPr>
            <a:lvl3pPr indent="-336931" lvl="2" marL="1371600" algn="l">
              <a:lnSpc>
                <a:spcPct val="90000"/>
              </a:lnSpc>
              <a:spcBef>
                <a:spcPts val="667"/>
              </a:spcBef>
              <a:spcAft>
                <a:spcPts val="0"/>
              </a:spcAft>
              <a:buClr>
                <a:schemeClr val="dk1"/>
              </a:buClr>
              <a:buSzPts val="1706"/>
              <a:buChar char="•"/>
              <a:defRPr sz="2133">
                <a:latin typeface="Calibri"/>
                <a:ea typeface="Calibri"/>
                <a:cs typeface="Calibri"/>
                <a:sym typeface="Calibri"/>
              </a:defRPr>
            </a:lvl3pPr>
            <a:lvl4pPr indent="-323469" lvl="3" marL="1828800" algn="l">
              <a:lnSpc>
                <a:spcPct val="90000"/>
              </a:lnSpc>
              <a:spcBef>
                <a:spcPts val="667"/>
              </a:spcBef>
              <a:spcAft>
                <a:spcPts val="0"/>
              </a:spcAft>
              <a:buClr>
                <a:schemeClr val="dk1"/>
              </a:buClr>
              <a:buSzPts val="1494"/>
              <a:buChar char="•"/>
              <a:defRPr sz="1867">
                <a:latin typeface="Calibri"/>
                <a:ea typeface="Calibri"/>
                <a:cs typeface="Calibri"/>
                <a:sym typeface="Calibri"/>
              </a:defRPr>
            </a:lvl4pPr>
            <a:lvl5pPr indent="-323469" lvl="4" marL="2286000" algn="l">
              <a:lnSpc>
                <a:spcPct val="90000"/>
              </a:lnSpc>
              <a:spcBef>
                <a:spcPts val="667"/>
              </a:spcBef>
              <a:spcAft>
                <a:spcPts val="0"/>
              </a:spcAft>
              <a:buClr>
                <a:schemeClr val="dk1"/>
              </a:buClr>
              <a:buSzPts val="1494"/>
              <a:buChar char="•"/>
              <a:defRPr sz="1867">
                <a:latin typeface="Calibri"/>
                <a:ea typeface="Calibri"/>
                <a:cs typeface="Calibri"/>
                <a:sym typeface="Calibri"/>
              </a:defRPr>
            </a:lvl5pPr>
            <a:lvl6pPr indent="-342900" lvl="5" marL="2743200" algn="l">
              <a:lnSpc>
                <a:spcPct val="90000"/>
              </a:lnSpc>
              <a:spcBef>
                <a:spcPts val="667"/>
              </a:spcBef>
              <a:spcAft>
                <a:spcPts val="0"/>
              </a:spcAft>
              <a:buClr>
                <a:schemeClr val="dk1"/>
              </a:buClr>
              <a:buSzPts val="1800"/>
              <a:buChar char="•"/>
              <a:defRPr/>
            </a:lvl6pPr>
            <a:lvl7pPr indent="-342900" lvl="6" marL="3200400" algn="l">
              <a:lnSpc>
                <a:spcPct val="90000"/>
              </a:lnSpc>
              <a:spcBef>
                <a:spcPts val="667"/>
              </a:spcBef>
              <a:spcAft>
                <a:spcPts val="0"/>
              </a:spcAft>
              <a:buClr>
                <a:schemeClr val="dk1"/>
              </a:buClr>
              <a:buSzPts val="1800"/>
              <a:buChar char="•"/>
              <a:defRPr/>
            </a:lvl7pPr>
            <a:lvl8pPr indent="-342900" lvl="7" marL="3657600" algn="l">
              <a:lnSpc>
                <a:spcPct val="90000"/>
              </a:lnSpc>
              <a:spcBef>
                <a:spcPts val="667"/>
              </a:spcBef>
              <a:spcAft>
                <a:spcPts val="0"/>
              </a:spcAft>
              <a:buClr>
                <a:schemeClr val="dk1"/>
              </a:buClr>
              <a:buSzPts val="1800"/>
              <a:buChar char="•"/>
              <a:defRPr/>
            </a:lvl8pPr>
            <a:lvl9pPr indent="-342900" lvl="8" marL="4114800" algn="l">
              <a:lnSpc>
                <a:spcPct val="90000"/>
              </a:lnSpc>
              <a:spcBef>
                <a:spcPts val="667"/>
              </a:spcBef>
              <a:spcAft>
                <a:spcPts val="0"/>
              </a:spcAft>
              <a:buClr>
                <a:schemeClr val="dk1"/>
              </a:buClr>
              <a:buSzPts val="1800"/>
              <a:buChar char="•"/>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title and Two Content">
  <p:cSld name="Subtitle and Two Content">
    <p:spTree>
      <p:nvGrpSpPr>
        <p:cNvPr id="42" name="Shape 42"/>
        <p:cNvGrpSpPr/>
        <p:nvPr/>
      </p:nvGrpSpPr>
      <p:grpSpPr>
        <a:xfrm>
          <a:off x="0" y="0"/>
          <a:ext cx="0" cy="0"/>
          <a:chOff x="0" y="0"/>
          <a:chExt cx="0" cy="0"/>
        </a:xfrm>
      </p:grpSpPr>
      <p:sp>
        <p:nvSpPr>
          <p:cNvPr id="43" name="Google Shape;43;p9"/>
          <p:cNvSpPr txBox="1"/>
          <p:nvPr>
            <p:ph type="title"/>
          </p:nvPr>
        </p:nvSpPr>
        <p:spPr>
          <a:xfrm>
            <a:off x="501400" y="643909"/>
            <a:ext cx="11175900" cy="660300"/>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rgbClr val="9B1D23"/>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9"/>
          <p:cNvSpPr txBox="1"/>
          <p:nvPr>
            <p:ph idx="1" type="body"/>
          </p:nvPr>
        </p:nvSpPr>
        <p:spPr>
          <a:xfrm>
            <a:off x="508401" y="1916384"/>
            <a:ext cx="5486400" cy="4145400"/>
          </a:xfrm>
          <a:prstGeom prst="rect">
            <a:avLst/>
          </a:prstGeom>
          <a:noFill/>
          <a:ln>
            <a:noFill/>
          </a:ln>
        </p:spPr>
        <p:txBody>
          <a:bodyPr anchorCtr="0" anchor="t" bIns="45700" lIns="91425" spcFirstLastPara="1" rIns="91425" wrap="square" tIns="45700">
            <a:normAutofit/>
          </a:bodyPr>
          <a:lstStyle>
            <a:lvl1pPr indent="-364109" lvl="0" marL="457200" algn="l">
              <a:lnSpc>
                <a:spcPct val="90000"/>
              </a:lnSpc>
              <a:spcBef>
                <a:spcPts val="1333"/>
              </a:spcBef>
              <a:spcAft>
                <a:spcPts val="0"/>
              </a:spcAft>
              <a:buClr>
                <a:schemeClr val="dk1"/>
              </a:buClr>
              <a:buSzPts val="2134"/>
              <a:buChar char="•"/>
              <a:defRPr sz="2667">
                <a:latin typeface="Calibri"/>
                <a:ea typeface="Calibri"/>
                <a:cs typeface="Calibri"/>
                <a:sym typeface="Calibri"/>
              </a:defRPr>
            </a:lvl1pPr>
            <a:lvl2pPr indent="-350519" lvl="1" marL="914400" algn="l">
              <a:lnSpc>
                <a:spcPct val="90000"/>
              </a:lnSpc>
              <a:spcBef>
                <a:spcPts val="667"/>
              </a:spcBef>
              <a:spcAft>
                <a:spcPts val="0"/>
              </a:spcAft>
              <a:buClr>
                <a:schemeClr val="dk1"/>
              </a:buClr>
              <a:buSzPts val="1920"/>
              <a:buChar char="•"/>
              <a:defRPr sz="2400">
                <a:latin typeface="Calibri"/>
                <a:ea typeface="Calibri"/>
                <a:cs typeface="Calibri"/>
                <a:sym typeface="Calibri"/>
              </a:defRPr>
            </a:lvl2pPr>
            <a:lvl3pPr indent="-336931" lvl="2" marL="1371600" algn="l">
              <a:lnSpc>
                <a:spcPct val="90000"/>
              </a:lnSpc>
              <a:spcBef>
                <a:spcPts val="667"/>
              </a:spcBef>
              <a:spcAft>
                <a:spcPts val="0"/>
              </a:spcAft>
              <a:buClr>
                <a:schemeClr val="dk1"/>
              </a:buClr>
              <a:buSzPts val="1706"/>
              <a:buChar char="•"/>
              <a:defRPr sz="2133">
                <a:latin typeface="Calibri"/>
                <a:ea typeface="Calibri"/>
                <a:cs typeface="Calibri"/>
                <a:sym typeface="Calibri"/>
              </a:defRPr>
            </a:lvl3pPr>
            <a:lvl4pPr indent="-323469" lvl="3" marL="1828800" algn="l">
              <a:lnSpc>
                <a:spcPct val="90000"/>
              </a:lnSpc>
              <a:spcBef>
                <a:spcPts val="667"/>
              </a:spcBef>
              <a:spcAft>
                <a:spcPts val="0"/>
              </a:spcAft>
              <a:buClr>
                <a:schemeClr val="dk1"/>
              </a:buClr>
              <a:buSzPts val="1494"/>
              <a:buChar char="•"/>
              <a:defRPr sz="1867">
                <a:latin typeface="Calibri"/>
                <a:ea typeface="Calibri"/>
                <a:cs typeface="Calibri"/>
                <a:sym typeface="Calibri"/>
              </a:defRPr>
            </a:lvl4pPr>
            <a:lvl5pPr indent="-323469" lvl="4" marL="2286000" algn="l">
              <a:lnSpc>
                <a:spcPct val="90000"/>
              </a:lnSpc>
              <a:spcBef>
                <a:spcPts val="667"/>
              </a:spcBef>
              <a:spcAft>
                <a:spcPts val="0"/>
              </a:spcAft>
              <a:buClr>
                <a:schemeClr val="dk1"/>
              </a:buClr>
              <a:buSzPts val="1494"/>
              <a:buChar char="•"/>
              <a:defRPr sz="1867">
                <a:latin typeface="Calibri"/>
                <a:ea typeface="Calibri"/>
                <a:cs typeface="Calibri"/>
                <a:sym typeface="Calibri"/>
              </a:defRPr>
            </a:lvl5pPr>
            <a:lvl6pPr indent="-342900" lvl="5" marL="2743200" algn="l">
              <a:lnSpc>
                <a:spcPct val="90000"/>
              </a:lnSpc>
              <a:spcBef>
                <a:spcPts val="667"/>
              </a:spcBef>
              <a:spcAft>
                <a:spcPts val="0"/>
              </a:spcAft>
              <a:buClr>
                <a:schemeClr val="dk1"/>
              </a:buClr>
              <a:buSzPts val="1800"/>
              <a:buChar char="•"/>
              <a:defRPr/>
            </a:lvl6pPr>
            <a:lvl7pPr indent="-342900" lvl="6" marL="3200400" algn="l">
              <a:lnSpc>
                <a:spcPct val="90000"/>
              </a:lnSpc>
              <a:spcBef>
                <a:spcPts val="667"/>
              </a:spcBef>
              <a:spcAft>
                <a:spcPts val="0"/>
              </a:spcAft>
              <a:buClr>
                <a:schemeClr val="dk1"/>
              </a:buClr>
              <a:buSzPts val="1800"/>
              <a:buChar char="•"/>
              <a:defRPr/>
            </a:lvl7pPr>
            <a:lvl8pPr indent="-342900" lvl="7" marL="3657600" algn="l">
              <a:lnSpc>
                <a:spcPct val="90000"/>
              </a:lnSpc>
              <a:spcBef>
                <a:spcPts val="667"/>
              </a:spcBef>
              <a:spcAft>
                <a:spcPts val="0"/>
              </a:spcAft>
              <a:buClr>
                <a:schemeClr val="dk1"/>
              </a:buClr>
              <a:buSzPts val="1800"/>
              <a:buChar char="•"/>
              <a:defRPr/>
            </a:lvl8pPr>
            <a:lvl9pPr indent="-342900" lvl="8" marL="4114800" algn="l">
              <a:lnSpc>
                <a:spcPct val="90000"/>
              </a:lnSpc>
              <a:spcBef>
                <a:spcPts val="667"/>
              </a:spcBef>
              <a:spcAft>
                <a:spcPts val="0"/>
              </a:spcAft>
              <a:buClr>
                <a:schemeClr val="dk1"/>
              </a:buClr>
              <a:buSzPts val="1800"/>
              <a:buChar char="•"/>
              <a:defRPr/>
            </a:lvl9pPr>
          </a:lstStyle>
          <a:p/>
        </p:txBody>
      </p:sp>
      <p:sp>
        <p:nvSpPr>
          <p:cNvPr id="45" name="Google Shape;45;p9"/>
          <p:cNvSpPr txBox="1"/>
          <p:nvPr>
            <p:ph idx="2" type="body"/>
          </p:nvPr>
        </p:nvSpPr>
        <p:spPr>
          <a:xfrm>
            <a:off x="6190365" y="1916384"/>
            <a:ext cx="5486400" cy="4145400"/>
          </a:xfrm>
          <a:prstGeom prst="rect">
            <a:avLst/>
          </a:prstGeom>
          <a:noFill/>
          <a:ln>
            <a:noFill/>
          </a:ln>
        </p:spPr>
        <p:txBody>
          <a:bodyPr anchorCtr="0" anchor="t" bIns="45700" lIns="91425" spcFirstLastPara="1" rIns="91425" wrap="square" tIns="45700">
            <a:normAutofit/>
          </a:bodyPr>
          <a:lstStyle>
            <a:lvl1pPr indent="-364109" lvl="0" marL="457200" algn="l">
              <a:lnSpc>
                <a:spcPct val="90000"/>
              </a:lnSpc>
              <a:spcBef>
                <a:spcPts val="1333"/>
              </a:spcBef>
              <a:spcAft>
                <a:spcPts val="0"/>
              </a:spcAft>
              <a:buClr>
                <a:schemeClr val="dk1"/>
              </a:buClr>
              <a:buSzPts val="2134"/>
              <a:buChar char="•"/>
              <a:defRPr sz="2667">
                <a:latin typeface="Calibri"/>
                <a:ea typeface="Calibri"/>
                <a:cs typeface="Calibri"/>
                <a:sym typeface="Calibri"/>
              </a:defRPr>
            </a:lvl1pPr>
            <a:lvl2pPr indent="-350519" lvl="1" marL="914400" algn="l">
              <a:lnSpc>
                <a:spcPct val="90000"/>
              </a:lnSpc>
              <a:spcBef>
                <a:spcPts val="667"/>
              </a:spcBef>
              <a:spcAft>
                <a:spcPts val="0"/>
              </a:spcAft>
              <a:buClr>
                <a:schemeClr val="dk1"/>
              </a:buClr>
              <a:buSzPts val="1920"/>
              <a:buChar char="•"/>
              <a:defRPr sz="2400">
                <a:latin typeface="Calibri"/>
                <a:ea typeface="Calibri"/>
                <a:cs typeface="Calibri"/>
                <a:sym typeface="Calibri"/>
              </a:defRPr>
            </a:lvl2pPr>
            <a:lvl3pPr indent="-336931" lvl="2" marL="1371600" algn="l">
              <a:lnSpc>
                <a:spcPct val="90000"/>
              </a:lnSpc>
              <a:spcBef>
                <a:spcPts val="667"/>
              </a:spcBef>
              <a:spcAft>
                <a:spcPts val="0"/>
              </a:spcAft>
              <a:buClr>
                <a:schemeClr val="dk1"/>
              </a:buClr>
              <a:buSzPts val="1706"/>
              <a:buChar char="•"/>
              <a:defRPr sz="2133">
                <a:latin typeface="Calibri"/>
                <a:ea typeface="Calibri"/>
                <a:cs typeface="Calibri"/>
                <a:sym typeface="Calibri"/>
              </a:defRPr>
            </a:lvl3pPr>
            <a:lvl4pPr indent="-323469" lvl="3" marL="1828800" algn="l">
              <a:lnSpc>
                <a:spcPct val="90000"/>
              </a:lnSpc>
              <a:spcBef>
                <a:spcPts val="667"/>
              </a:spcBef>
              <a:spcAft>
                <a:spcPts val="0"/>
              </a:spcAft>
              <a:buClr>
                <a:schemeClr val="dk1"/>
              </a:buClr>
              <a:buSzPts val="1494"/>
              <a:buChar char="•"/>
              <a:defRPr sz="1867">
                <a:latin typeface="Calibri"/>
                <a:ea typeface="Calibri"/>
                <a:cs typeface="Calibri"/>
                <a:sym typeface="Calibri"/>
              </a:defRPr>
            </a:lvl4pPr>
            <a:lvl5pPr indent="-323469" lvl="4" marL="2286000" algn="l">
              <a:lnSpc>
                <a:spcPct val="90000"/>
              </a:lnSpc>
              <a:spcBef>
                <a:spcPts val="667"/>
              </a:spcBef>
              <a:spcAft>
                <a:spcPts val="0"/>
              </a:spcAft>
              <a:buClr>
                <a:schemeClr val="dk1"/>
              </a:buClr>
              <a:buSzPts val="1494"/>
              <a:buChar char="•"/>
              <a:defRPr sz="1867">
                <a:latin typeface="Calibri"/>
                <a:ea typeface="Calibri"/>
                <a:cs typeface="Calibri"/>
                <a:sym typeface="Calibri"/>
              </a:defRPr>
            </a:lvl5pPr>
            <a:lvl6pPr indent="-342900" lvl="5" marL="2743200" algn="l">
              <a:lnSpc>
                <a:spcPct val="90000"/>
              </a:lnSpc>
              <a:spcBef>
                <a:spcPts val="667"/>
              </a:spcBef>
              <a:spcAft>
                <a:spcPts val="0"/>
              </a:spcAft>
              <a:buClr>
                <a:schemeClr val="dk1"/>
              </a:buClr>
              <a:buSzPts val="1800"/>
              <a:buChar char="•"/>
              <a:defRPr/>
            </a:lvl6pPr>
            <a:lvl7pPr indent="-342900" lvl="6" marL="3200400" algn="l">
              <a:lnSpc>
                <a:spcPct val="90000"/>
              </a:lnSpc>
              <a:spcBef>
                <a:spcPts val="667"/>
              </a:spcBef>
              <a:spcAft>
                <a:spcPts val="0"/>
              </a:spcAft>
              <a:buClr>
                <a:schemeClr val="dk1"/>
              </a:buClr>
              <a:buSzPts val="1800"/>
              <a:buChar char="•"/>
              <a:defRPr/>
            </a:lvl7pPr>
            <a:lvl8pPr indent="-342900" lvl="7" marL="3657600" algn="l">
              <a:lnSpc>
                <a:spcPct val="90000"/>
              </a:lnSpc>
              <a:spcBef>
                <a:spcPts val="667"/>
              </a:spcBef>
              <a:spcAft>
                <a:spcPts val="0"/>
              </a:spcAft>
              <a:buClr>
                <a:schemeClr val="dk1"/>
              </a:buClr>
              <a:buSzPts val="1800"/>
              <a:buChar char="•"/>
              <a:defRPr/>
            </a:lvl8pPr>
            <a:lvl9pPr indent="-342900" lvl="8" marL="4114800" algn="l">
              <a:lnSpc>
                <a:spcPct val="90000"/>
              </a:lnSpc>
              <a:spcBef>
                <a:spcPts val="667"/>
              </a:spcBef>
              <a:spcAft>
                <a:spcPts val="0"/>
              </a:spcAft>
              <a:buClr>
                <a:schemeClr val="dk1"/>
              </a:buClr>
              <a:buSzPts val="1800"/>
              <a:buChar char="•"/>
              <a:defRPr/>
            </a:lvl9pPr>
          </a:lstStyle>
          <a:p/>
        </p:txBody>
      </p:sp>
      <p:sp>
        <p:nvSpPr>
          <p:cNvPr id="46" name="Google Shape;46;p9"/>
          <p:cNvSpPr txBox="1"/>
          <p:nvPr>
            <p:ph idx="12" type="sldNum"/>
          </p:nvPr>
        </p:nvSpPr>
        <p:spPr>
          <a:xfrm>
            <a:off x="0" y="6455664"/>
            <a:ext cx="1016100" cy="402300"/>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1pPr>
            <a:lvl2pPr indent="0" lvl="1"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2pPr>
            <a:lvl3pPr indent="0" lvl="2"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3pPr>
            <a:lvl4pPr indent="0" lvl="3"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4pPr>
            <a:lvl5pPr indent="0" lvl="4"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5pPr>
            <a:lvl6pPr indent="0" lvl="5"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6pPr>
            <a:lvl7pPr indent="0" lvl="6"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7pPr>
            <a:lvl8pPr indent="0" lvl="7"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8pPr>
            <a:lvl9pPr indent="0" lvl="8"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9pPr>
          </a:lstStyle>
          <a:p>
            <a:pPr indent="0" lvl="0" marL="0" rtl="0" algn="ctr">
              <a:spcBef>
                <a:spcPts val="0"/>
              </a:spcBef>
              <a:spcAft>
                <a:spcPts val="0"/>
              </a:spcAft>
              <a:buNone/>
            </a:pPr>
            <a:fld id="{00000000-1234-1234-1234-123412341234}" type="slidenum">
              <a:rPr lang="en-US"/>
              <a:t>‹#›</a:t>
            </a:fld>
            <a:endParaRPr/>
          </a:p>
        </p:txBody>
      </p:sp>
      <p:sp>
        <p:nvSpPr>
          <p:cNvPr id="47" name="Google Shape;47;p9"/>
          <p:cNvSpPr txBox="1"/>
          <p:nvPr>
            <p:ph idx="3" type="body"/>
          </p:nvPr>
        </p:nvSpPr>
        <p:spPr>
          <a:xfrm flipH="1">
            <a:off x="498731" y="1315720"/>
            <a:ext cx="11180100" cy="4878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333"/>
              </a:spcBef>
              <a:spcAft>
                <a:spcPts val="0"/>
              </a:spcAft>
              <a:buClr>
                <a:schemeClr val="dk1"/>
              </a:buClr>
              <a:buSzPts val="2134"/>
              <a:buFont typeface="Calibri"/>
              <a:buNone/>
              <a:defRPr i="1" sz="2667"/>
            </a:lvl1pPr>
            <a:lvl2pPr indent="-228600" lvl="1" marL="914400" algn="l">
              <a:lnSpc>
                <a:spcPct val="90000"/>
              </a:lnSpc>
              <a:spcBef>
                <a:spcPts val="667"/>
              </a:spcBef>
              <a:spcAft>
                <a:spcPts val="0"/>
              </a:spcAft>
              <a:buClr>
                <a:schemeClr val="dk1"/>
              </a:buClr>
              <a:buSzPts val="2134"/>
              <a:buFont typeface="Calibri"/>
              <a:buNone/>
              <a:defRPr/>
            </a:lvl2pPr>
            <a:lvl3pPr indent="-228600" lvl="2" marL="1371600" algn="l">
              <a:lnSpc>
                <a:spcPct val="90000"/>
              </a:lnSpc>
              <a:spcBef>
                <a:spcPts val="667"/>
              </a:spcBef>
              <a:spcAft>
                <a:spcPts val="0"/>
              </a:spcAft>
              <a:buClr>
                <a:schemeClr val="dk1"/>
              </a:buClr>
              <a:buSzPts val="1920"/>
              <a:buFont typeface="Calibri"/>
              <a:buNone/>
              <a:defRPr/>
            </a:lvl3pPr>
            <a:lvl4pPr indent="-228600" lvl="3" marL="1828800" algn="l">
              <a:lnSpc>
                <a:spcPct val="90000"/>
              </a:lnSpc>
              <a:spcBef>
                <a:spcPts val="667"/>
              </a:spcBef>
              <a:spcAft>
                <a:spcPts val="0"/>
              </a:spcAft>
              <a:buClr>
                <a:schemeClr val="dk1"/>
              </a:buClr>
              <a:buSzPts val="1706"/>
              <a:buFont typeface="Calibri"/>
              <a:buNone/>
              <a:defRPr/>
            </a:lvl4pPr>
            <a:lvl5pPr indent="-228600" lvl="4" marL="2286000" algn="l">
              <a:lnSpc>
                <a:spcPct val="90000"/>
              </a:lnSpc>
              <a:spcBef>
                <a:spcPts val="667"/>
              </a:spcBef>
              <a:spcAft>
                <a:spcPts val="0"/>
              </a:spcAft>
              <a:buClr>
                <a:schemeClr val="dk1"/>
              </a:buClr>
              <a:buSzPts val="1706"/>
              <a:buFont typeface="Calibri"/>
              <a:buNone/>
              <a:defRPr/>
            </a:lvl5pPr>
            <a:lvl6pPr indent="-342900" lvl="5" marL="2743200" algn="l">
              <a:lnSpc>
                <a:spcPct val="90000"/>
              </a:lnSpc>
              <a:spcBef>
                <a:spcPts val="667"/>
              </a:spcBef>
              <a:spcAft>
                <a:spcPts val="0"/>
              </a:spcAft>
              <a:buClr>
                <a:schemeClr val="dk1"/>
              </a:buClr>
              <a:buSzPts val="1800"/>
              <a:buChar char="•"/>
              <a:defRPr/>
            </a:lvl6pPr>
            <a:lvl7pPr indent="-342900" lvl="6" marL="3200400" algn="l">
              <a:lnSpc>
                <a:spcPct val="90000"/>
              </a:lnSpc>
              <a:spcBef>
                <a:spcPts val="667"/>
              </a:spcBef>
              <a:spcAft>
                <a:spcPts val="0"/>
              </a:spcAft>
              <a:buClr>
                <a:schemeClr val="dk1"/>
              </a:buClr>
              <a:buSzPts val="1800"/>
              <a:buChar char="•"/>
              <a:defRPr/>
            </a:lvl7pPr>
            <a:lvl8pPr indent="-342900" lvl="7" marL="3657600" algn="l">
              <a:lnSpc>
                <a:spcPct val="90000"/>
              </a:lnSpc>
              <a:spcBef>
                <a:spcPts val="667"/>
              </a:spcBef>
              <a:spcAft>
                <a:spcPts val="0"/>
              </a:spcAft>
              <a:buClr>
                <a:schemeClr val="dk1"/>
              </a:buClr>
              <a:buSzPts val="1800"/>
              <a:buChar char="•"/>
              <a:defRPr/>
            </a:lvl8pPr>
            <a:lvl9pPr indent="-342900" lvl="8" marL="4114800" algn="l">
              <a:lnSpc>
                <a:spcPct val="90000"/>
              </a:lnSpc>
              <a:spcBef>
                <a:spcPts val="667"/>
              </a:spcBef>
              <a:spcAft>
                <a:spcPts val="0"/>
              </a:spcAft>
              <a:buClr>
                <a:schemeClr val="dk1"/>
              </a:buClr>
              <a:buSzPts val="1800"/>
              <a:buChar char="•"/>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p:cSld name="Comparison">
    <p:spTree>
      <p:nvGrpSpPr>
        <p:cNvPr id="48" name="Shape 48"/>
        <p:cNvGrpSpPr/>
        <p:nvPr/>
      </p:nvGrpSpPr>
      <p:grpSpPr>
        <a:xfrm>
          <a:off x="0" y="0"/>
          <a:ext cx="0" cy="0"/>
          <a:chOff x="0" y="0"/>
          <a:chExt cx="0" cy="0"/>
        </a:xfrm>
      </p:grpSpPr>
      <p:sp>
        <p:nvSpPr>
          <p:cNvPr id="49" name="Google Shape;49;p10"/>
          <p:cNvSpPr txBox="1"/>
          <p:nvPr>
            <p:ph idx="1" type="body"/>
          </p:nvPr>
        </p:nvSpPr>
        <p:spPr>
          <a:xfrm>
            <a:off x="508000" y="1397000"/>
            <a:ext cx="5486400" cy="609600"/>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333"/>
              </a:spcBef>
              <a:spcAft>
                <a:spcPts val="0"/>
              </a:spcAft>
              <a:buClr>
                <a:schemeClr val="dk1"/>
              </a:buClr>
              <a:buSzPts val="2560"/>
              <a:buNone/>
              <a:defRPr b="1" sz="3200">
                <a:latin typeface="Calibri"/>
                <a:ea typeface="Calibri"/>
                <a:cs typeface="Calibri"/>
                <a:sym typeface="Calibri"/>
              </a:defRPr>
            </a:lvl1pPr>
            <a:lvl2pPr indent="-228600" lvl="1" marL="914400" algn="l">
              <a:lnSpc>
                <a:spcPct val="90000"/>
              </a:lnSpc>
              <a:spcBef>
                <a:spcPts val="667"/>
              </a:spcBef>
              <a:spcAft>
                <a:spcPts val="0"/>
              </a:spcAft>
              <a:buClr>
                <a:schemeClr val="dk1"/>
              </a:buClr>
              <a:buSzPts val="2134"/>
              <a:buNone/>
              <a:defRPr b="1" sz="2667"/>
            </a:lvl2pPr>
            <a:lvl3pPr indent="-228600" lvl="2" marL="1371600" algn="l">
              <a:lnSpc>
                <a:spcPct val="90000"/>
              </a:lnSpc>
              <a:spcBef>
                <a:spcPts val="667"/>
              </a:spcBef>
              <a:spcAft>
                <a:spcPts val="0"/>
              </a:spcAft>
              <a:buClr>
                <a:schemeClr val="dk1"/>
              </a:buClr>
              <a:buSzPts val="1920"/>
              <a:buNone/>
              <a:defRPr b="1" sz="2400"/>
            </a:lvl3pPr>
            <a:lvl4pPr indent="-228600" lvl="3" marL="1828800" algn="l">
              <a:lnSpc>
                <a:spcPct val="90000"/>
              </a:lnSpc>
              <a:spcBef>
                <a:spcPts val="667"/>
              </a:spcBef>
              <a:spcAft>
                <a:spcPts val="0"/>
              </a:spcAft>
              <a:buClr>
                <a:schemeClr val="dk1"/>
              </a:buClr>
              <a:buSzPts val="1706"/>
              <a:buNone/>
              <a:defRPr b="1" sz="2133"/>
            </a:lvl4pPr>
            <a:lvl5pPr indent="-228600" lvl="4" marL="2286000" algn="l">
              <a:lnSpc>
                <a:spcPct val="90000"/>
              </a:lnSpc>
              <a:spcBef>
                <a:spcPts val="667"/>
              </a:spcBef>
              <a:spcAft>
                <a:spcPts val="0"/>
              </a:spcAft>
              <a:buClr>
                <a:schemeClr val="dk1"/>
              </a:buClr>
              <a:buSzPts val="1706"/>
              <a:buNone/>
              <a:defRPr b="1" sz="2133"/>
            </a:lvl5pPr>
            <a:lvl6pPr indent="-228600" lvl="5" marL="2743200" algn="l">
              <a:lnSpc>
                <a:spcPct val="90000"/>
              </a:lnSpc>
              <a:spcBef>
                <a:spcPts val="667"/>
              </a:spcBef>
              <a:spcAft>
                <a:spcPts val="0"/>
              </a:spcAft>
              <a:buClr>
                <a:schemeClr val="dk1"/>
              </a:buClr>
              <a:buSzPts val="2133"/>
              <a:buNone/>
              <a:defRPr b="1" sz="2133"/>
            </a:lvl6pPr>
            <a:lvl7pPr indent="-228600" lvl="6" marL="3200400" algn="l">
              <a:lnSpc>
                <a:spcPct val="90000"/>
              </a:lnSpc>
              <a:spcBef>
                <a:spcPts val="667"/>
              </a:spcBef>
              <a:spcAft>
                <a:spcPts val="0"/>
              </a:spcAft>
              <a:buClr>
                <a:schemeClr val="dk1"/>
              </a:buClr>
              <a:buSzPts val="2133"/>
              <a:buNone/>
              <a:defRPr b="1" sz="2133"/>
            </a:lvl7pPr>
            <a:lvl8pPr indent="-228600" lvl="7" marL="3657600" algn="l">
              <a:lnSpc>
                <a:spcPct val="90000"/>
              </a:lnSpc>
              <a:spcBef>
                <a:spcPts val="667"/>
              </a:spcBef>
              <a:spcAft>
                <a:spcPts val="0"/>
              </a:spcAft>
              <a:buClr>
                <a:schemeClr val="dk1"/>
              </a:buClr>
              <a:buSzPts val="2133"/>
              <a:buNone/>
              <a:defRPr b="1" sz="2133"/>
            </a:lvl8pPr>
            <a:lvl9pPr indent="-228600" lvl="8" marL="4114800" algn="l">
              <a:lnSpc>
                <a:spcPct val="90000"/>
              </a:lnSpc>
              <a:spcBef>
                <a:spcPts val="667"/>
              </a:spcBef>
              <a:spcAft>
                <a:spcPts val="0"/>
              </a:spcAft>
              <a:buClr>
                <a:schemeClr val="dk1"/>
              </a:buClr>
              <a:buSzPts val="2133"/>
              <a:buNone/>
              <a:defRPr b="1" sz="2133"/>
            </a:lvl9pPr>
          </a:lstStyle>
          <a:p/>
        </p:txBody>
      </p:sp>
      <p:sp>
        <p:nvSpPr>
          <p:cNvPr id="50" name="Google Shape;50;p10"/>
          <p:cNvSpPr txBox="1"/>
          <p:nvPr>
            <p:ph idx="2" type="body"/>
          </p:nvPr>
        </p:nvSpPr>
        <p:spPr>
          <a:xfrm>
            <a:off x="515816" y="2216140"/>
            <a:ext cx="5486400" cy="3779400"/>
          </a:xfrm>
          <a:prstGeom prst="rect">
            <a:avLst/>
          </a:prstGeom>
          <a:noFill/>
          <a:ln>
            <a:noFill/>
          </a:ln>
        </p:spPr>
        <p:txBody>
          <a:bodyPr anchorCtr="0" anchor="t" bIns="45700" lIns="91425" spcFirstLastPara="1" rIns="91425" wrap="square" tIns="45700">
            <a:normAutofit/>
          </a:bodyPr>
          <a:lstStyle>
            <a:lvl1pPr indent="-364109" lvl="0" marL="457200" algn="l">
              <a:lnSpc>
                <a:spcPct val="90000"/>
              </a:lnSpc>
              <a:spcBef>
                <a:spcPts val="1333"/>
              </a:spcBef>
              <a:spcAft>
                <a:spcPts val="0"/>
              </a:spcAft>
              <a:buClr>
                <a:schemeClr val="dk1"/>
              </a:buClr>
              <a:buSzPts val="2134"/>
              <a:buChar char="•"/>
              <a:defRPr sz="2667">
                <a:latin typeface="Calibri"/>
                <a:ea typeface="Calibri"/>
                <a:cs typeface="Calibri"/>
                <a:sym typeface="Calibri"/>
              </a:defRPr>
            </a:lvl1pPr>
            <a:lvl2pPr indent="-350519" lvl="1" marL="914400" algn="l">
              <a:lnSpc>
                <a:spcPct val="90000"/>
              </a:lnSpc>
              <a:spcBef>
                <a:spcPts val="667"/>
              </a:spcBef>
              <a:spcAft>
                <a:spcPts val="0"/>
              </a:spcAft>
              <a:buClr>
                <a:schemeClr val="dk1"/>
              </a:buClr>
              <a:buSzPts val="1920"/>
              <a:buChar char="•"/>
              <a:defRPr sz="2400">
                <a:latin typeface="Calibri"/>
                <a:ea typeface="Calibri"/>
                <a:cs typeface="Calibri"/>
                <a:sym typeface="Calibri"/>
              </a:defRPr>
            </a:lvl2pPr>
            <a:lvl3pPr indent="-336931" lvl="2" marL="1371600" algn="l">
              <a:lnSpc>
                <a:spcPct val="90000"/>
              </a:lnSpc>
              <a:spcBef>
                <a:spcPts val="667"/>
              </a:spcBef>
              <a:spcAft>
                <a:spcPts val="0"/>
              </a:spcAft>
              <a:buClr>
                <a:schemeClr val="dk1"/>
              </a:buClr>
              <a:buSzPts val="1706"/>
              <a:buChar char="•"/>
              <a:defRPr sz="2133">
                <a:latin typeface="Calibri"/>
                <a:ea typeface="Calibri"/>
                <a:cs typeface="Calibri"/>
                <a:sym typeface="Calibri"/>
              </a:defRPr>
            </a:lvl3pPr>
            <a:lvl4pPr indent="-323469" lvl="3" marL="1828800" algn="l">
              <a:lnSpc>
                <a:spcPct val="90000"/>
              </a:lnSpc>
              <a:spcBef>
                <a:spcPts val="667"/>
              </a:spcBef>
              <a:spcAft>
                <a:spcPts val="0"/>
              </a:spcAft>
              <a:buClr>
                <a:schemeClr val="dk1"/>
              </a:buClr>
              <a:buSzPts val="1494"/>
              <a:buChar char="•"/>
              <a:defRPr sz="1867">
                <a:latin typeface="Calibri"/>
                <a:ea typeface="Calibri"/>
                <a:cs typeface="Calibri"/>
                <a:sym typeface="Calibri"/>
              </a:defRPr>
            </a:lvl4pPr>
            <a:lvl5pPr indent="-323469" lvl="4" marL="2286000" algn="l">
              <a:lnSpc>
                <a:spcPct val="90000"/>
              </a:lnSpc>
              <a:spcBef>
                <a:spcPts val="667"/>
              </a:spcBef>
              <a:spcAft>
                <a:spcPts val="0"/>
              </a:spcAft>
              <a:buClr>
                <a:schemeClr val="dk1"/>
              </a:buClr>
              <a:buSzPts val="1494"/>
              <a:buChar char="•"/>
              <a:defRPr sz="1867">
                <a:latin typeface="Calibri"/>
                <a:ea typeface="Calibri"/>
                <a:cs typeface="Calibri"/>
                <a:sym typeface="Calibri"/>
              </a:defRPr>
            </a:lvl5pPr>
            <a:lvl6pPr indent="-342900" lvl="5" marL="2743200" algn="l">
              <a:lnSpc>
                <a:spcPct val="90000"/>
              </a:lnSpc>
              <a:spcBef>
                <a:spcPts val="667"/>
              </a:spcBef>
              <a:spcAft>
                <a:spcPts val="0"/>
              </a:spcAft>
              <a:buClr>
                <a:schemeClr val="dk1"/>
              </a:buClr>
              <a:buSzPts val="1800"/>
              <a:buChar char="•"/>
              <a:defRPr/>
            </a:lvl6pPr>
            <a:lvl7pPr indent="-342900" lvl="6" marL="3200400" algn="l">
              <a:lnSpc>
                <a:spcPct val="90000"/>
              </a:lnSpc>
              <a:spcBef>
                <a:spcPts val="667"/>
              </a:spcBef>
              <a:spcAft>
                <a:spcPts val="0"/>
              </a:spcAft>
              <a:buClr>
                <a:schemeClr val="dk1"/>
              </a:buClr>
              <a:buSzPts val="1800"/>
              <a:buChar char="•"/>
              <a:defRPr/>
            </a:lvl7pPr>
            <a:lvl8pPr indent="-342900" lvl="7" marL="3657600" algn="l">
              <a:lnSpc>
                <a:spcPct val="90000"/>
              </a:lnSpc>
              <a:spcBef>
                <a:spcPts val="667"/>
              </a:spcBef>
              <a:spcAft>
                <a:spcPts val="0"/>
              </a:spcAft>
              <a:buClr>
                <a:schemeClr val="dk1"/>
              </a:buClr>
              <a:buSzPts val="1800"/>
              <a:buChar char="•"/>
              <a:defRPr/>
            </a:lvl8pPr>
            <a:lvl9pPr indent="-342900" lvl="8" marL="4114800" algn="l">
              <a:lnSpc>
                <a:spcPct val="90000"/>
              </a:lnSpc>
              <a:spcBef>
                <a:spcPts val="667"/>
              </a:spcBef>
              <a:spcAft>
                <a:spcPts val="0"/>
              </a:spcAft>
              <a:buClr>
                <a:schemeClr val="dk1"/>
              </a:buClr>
              <a:buSzPts val="1800"/>
              <a:buChar char="•"/>
              <a:defRPr/>
            </a:lvl9pPr>
          </a:lstStyle>
          <a:p/>
        </p:txBody>
      </p:sp>
      <p:sp>
        <p:nvSpPr>
          <p:cNvPr id="51" name="Google Shape;51;p10"/>
          <p:cNvSpPr txBox="1"/>
          <p:nvPr>
            <p:ph idx="3" type="body"/>
          </p:nvPr>
        </p:nvSpPr>
        <p:spPr>
          <a:xfrm>
            <a:off x="6184924" y="1397000"/>
            <a:ext cx="5486400" cy="609600"/>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333"/>
              </a:spcBef>
              <a:spcAft>
                <a:spcPts val="0"/>
              </a:spcAft>
              <a:buClr>
                <a:schemeClr val="dk1"/>
              </a:buClr>
              <a:buSzPts val="2560"/>
              <a:buNone/>
              <a:defRPr b="1" sz="3200">
                <a:latin typeface="Calibri"/>
                <a:ea typeface="Calibri"/>
                <a:cs typeface="Calibri"/>
                <a:sym typeface="Calibri"/>
              </a:defRPr>
            </a:lvl1pPr>
            <a:lvl2pPr indent="-228600" lvl="1" marL="914400" algn="l">
              <a:lnSpc>
                <a:spcPct val="90000"/>
              </a:lnSpc>
              <a:spcBef>
                <a:spcPts val="667"/>
              </a:spcBef>
              <a:spcAft>
                <a:spcPts val="0"/>
              </a:spcAft>
              <a:buClr>
                <a:schemeClr val="dk1"/>
              </a:buClr>
              <a:buSzPts val="2134"/>
              <a:buNone/>
              <a:defRPr b="1" sz="2667"/>
            </a:lvl2pPr>
            <a:lvl3pPr indent="-228600" lvl="2" marL="1371600" algn="l">
              <a:lnSpc>
                <a:spcPct val="90000"/>
              </a:lnSpc>
              <a:spcBef>
                <a:spcPts val="667"/>
              </a:spcBef>
              <a:spcAft>
                <a:spcPts val="0"/>
              </a:spcAft>
              <a:buClr>
                <a:schemeClr val="dk1"/>
              </a:buClr>
              <a:buSzPts val="1920"/>
              <a:buNone/>
              <a:defRPr b="1" sz="2400"/>
            </a:lvl3pPr>
            <a:lvl4pPr indent="-228600" lvl="3" marL="1828800" algn="l">
              <a:lnSpc>
                <a:spcPct val="90000"/>
              </a:lnSpc>
              <a:spcBef>
                <a:spcPts val="667"/>
              </a:spcBef>
              <a:spcAft>
                <a:spcPts val="0"/>
              </a:spcAft>
              <a:buClr>
                <a:schemeClr val="dk1"/>
              </a:buClr>
              <a:buSzPts val="1706"/>
              <a:buNone/>
              <a:defRPr b="1" sz="2133"/>
            </a:lvl4pPr>
            <a:lvl5pPr indent="-228600" lvl="4" marL="2286000" algn="l">
              <a:lnSpc>
                <a:spcPct val="90000"/>
              </a:lnSpc>
              <a:spcBef>
                <a:spcPts val="667"/>
              </a:spcBef>
              <a:spcAft>
                <a:spcPts val="0"/>
              </a:spcAft>
              <a:buClr>
                <a:schemeClr val="dk1"/>
              </a:buClr>
              <a:buSzPts val="1706"/>
              <a:buNone/>
              <a:defRPr b="1" sz="2133"/>
            </a:lvl5pPr>
            <a:lvl6pPr indent="-228600" lvl="5" marL="2743200" algn="l">
              <a:lnSpc>
                <a:spcPct val="90000"/>
              </a:lnSpc>
              <a:spcBef>
                <a:spcPts val="667"/>
              </a:spcBef>
              <a:spcAft>
                <a:spcPts val="0"/>
              </a:spcAft>
              <a:buClr>
                <a:schemeClr val="dk1"/>
              </a:buClr>
              <a:buSzPts val="2133"/>
              <a:buNone/>
              <a:defRPr b="1" sz="2133"/>
            </a:lvl6pPr>
            <a:lvl7pPr indent="-228600" lvl="6" marL="3200400" algn="l">
              <a:lnSpc>
                <a:spcPct val="90000"/>
              </a:lnSpc>
              <a:spcBef>
                <a:spcPts val="667"/>
              </a:spcBef>
              <a:spcAft>
                <a:spcPts val="0"/>
              </a:spcAft>
              <a:buClr>
                <a:schemeClr val="dk1"/>
              </a:buClr>
              <a:buSzPts val="2133"/>
              <a:buNone/>
              <a:defRPr b="1" sz="2133"/>
            </a:lvl7pPr>
            <a:lvl8pPr indent="-228600" lvl="7" marL="3657600" algn="l">
              <a:lnSpc>
                <a:spcPct val="90000"/>
              </a:lnSpc>
              <a:spcBef>
                <a:spcPts val="667"/>
              </a:spcBef>
              <a:spcAft>
                <a:spcPts val="0"/>
              </a:spcAft>
              <a:buClr>
                <a:schemeClr val="dk1"/>
              </a:buClr>
              <a:buSzPts val="2133"/>
              <a:buNone/>
              <a:defRPr b="1" sz="2133"/>
            </a:lvl8pPr>
            <a:lvl9pPr indent="-228600" lvl="8" marL="4114800" algn="l">
              <a:lnSpc>
                <a:spcPct val="90000"/>
              </a:lnSpc>
              <a:spcBef>
                <a:spcPts val="667"/>
              </a:spcBef>
              <a:spcAft>
                <a:spcPts val="0"/>
              </a:spcAft>
              <a:buClr>
                <a:schemeClr val="dk1"/>
              </a:buClr>
              <a:buSzPts val="2133"/>
              <a:buNone/>
              <a:defRPr b="1" sz="2133"/>
            </a:lvl9pPr>
          </a:lstStyle>
          <a:p/>
        </p:txBody>
      </p:sp>
      <p:sp>
        <p:nvSpPr>
          <p:cNvPr id="52" name="Google Shape;52;p10"/>
          <p:cNvSpPr txBox="1"/>
          <p:nvPr>
            <p:ph idx="4" type="body"/>
          </p:nvPr>
        </p:nvSpPr>
        <p:spPr>
          <a:xfrm>
            <a:off x="6192740" y="2216140"/>
            <a:ext cx="5486400" cy="3779400"/>
          </a:xfrm>
          <a:prstGeom prst="rect">
            <a:avLst/>
          </a:prstGeom>
          <a:noFill/>
          <a:ln>
            <a:noFill/>
          </a:ln>
        </p:spPr>
        <p:txBody>
          <a:bodyPr anchorCtr="0" anchor="t" bIns="45700" lIns="91425" spcFirstLastPara="1" rIns="91425" wrap="square" tIns="45700">
            <a:normAutofit/>
          </a:bodyPr>
          <a:lstStyle>
            <a:lvl1pPr indent="-364109" lvl="0" marL="457200" algn="l">
              <a:lnSpc>
                <a:spcPct val="90000"/>
              </a:lnSpc>
              <a:spcBef>
                <a:spcPts val="1333"/>
              </a:spcBef>
              <a:spcAft>
                <a:spcPts val="0"/>
              </a:spcAft>
              <a:buClr>
                <a:schemeClr val="dk1"/>
              </a:buClr>
              <a:buSzPts val="2134"/>
              <a:buChar char="•"/>
              <a:defRPr sz="2667">
                <a:latin typeface="Calibri"/>
                <a:ea typeface="Calibri"/>
                <a:cs typeface="Calibri"/>
                <a:sym typeface="Calibri"/>
              </a:defRPr>
            </a:lvl1pPr>
            <a:lvl2pPr indent="-350519" lvl="1" marL="914400" algn="l">
              <a:lnSpc>
                <a:spcPct val="90000"/>
              </a:lnSpc>
              <a:spcBef>
                <a:spcPts val="667"/>
              </a:spcBef>
              <a:spcAft>
                <a:spcPts val="0"/>
              </a:spcAft>
              <a:buClr>
                <a:schemeClr val="dk1"/>
              </a:buClr>
              <a:buSzPts val="1920"/>
              <a:buChar char="•"/>
              <a:defRPr sz="2400">
                <a:latin typeface="Calibri"/>
                <a:ea typeface="Calibri"/>
                <a:cs typeface="Calibri"/>
                <a:sym typeface="Calibri"/>
              </a:defRPr>
            </a:lvl2pPr>
            <a:lvl3pPr indent="-336931" lvl="2" marL="1371600" algn="l">
              <a:lnSpc>
                <a:spcPct val="90000"/>
              </a:lnSpc>
              <a:spcBef>
                <a:spcPts val="667"/>
              </a:spcBef>
              <a:spcAft>
                <a:spcPts val="0"/>
              </a:spcAft>
              <a:buClr>
                <a:schemeClr val="dk1"/>
              </a:buClr>
              <a:buSzPts val="1706"/>
              <a:buChar char="•"/>
              <a:defRPr sz="2133">
                <a:latin typeface="Calibri"/>
                <a:ea typeface="Calibri"/>
                <a:cs typeface="Calibri"/>
                <a:sym typeface="Calibri"/>
              </a:defRPr>
            </a:lvl3pPr>
            <a:lvl4pPr indent="-323469" lvl="3" marL="1828800" algn="l">
              <a:lnSpc>
                <a:spcPct val="90000"/>
              </a:lnSpc>
              <a:spcBef>
                <a:spcPts val="667"/>
              </a:spcBef>
              <a:spcAft>
                <a:spcPts val="0"/>
              </a:spcAft>
              <a:buClr>
                <a:schemeClr val="dk1"/>
              </a:buClr>
              <a:buSzPts val="1494"/>
              <a:buChar char="•"/>
              <a:defRPr sz="1867">
                <a:latin typeface="Calibri"/>
                <a:ea typeface="Calibri"/>
                <a:cs typeface="Calibri"/>
                <a:sym typeface="Calibri"/>
              </a:defRPr>
            </a:lvl4pPr>
            <a:lvl5pPr indent="-323469" lvl="4" marL="2286000" algn="l">
              <a:lnSpc>
                <a:spcPct val="90000"/>
              </a:lnSpc>
              <a:spcBef>
                <a:spcPts val="667"/>
              </a:spcBef>
              <a:spcAft>
                <a:spcPts val="0"/>
              </a:spcAft>
              <a:buClr>
                <a:schemeClr val="dk1"/>
              </a:buClr>
              <a:buSzPts val="1494"/>
              <a:buChar char="•"/>
              <a:defRPr sz="1867">
                <a:latin typeface="Calibri"/>
                <a:ea typeface="Calibri"/>
                <a:cs typeface="Calibri"/>
                <a:sym typeface="Calibri"/>
              </a:defRPr>
            </a:lvl5pPr>
            <a:lvl6pPr indent="-342900" lvl="5" marL="2743200" algn="l">
              <a:lnSpc>
                <a:spcPct val="90000"/>
              </a:lnSpc>
              <a:spcBef>
                <a:spcPts val="667"/>
              </a:spcBef>
              <a:spcAft>
                <a:spcPts val="0"/>
              </a:spcAft>
              <a:buClr>
                <a:schemeClr val="dk1"/>
              </a:buClr>
              <a:buSzPts val="1800"/>
              <a:buChar char="•"/>
              <a:defRPr/>
            </a:lvl6pPr>
            <a:lvl7pPr indent="-342900" lvl="6" marL="3200400" algn="l">
              <a:lnSpc>
                <a:spcPct val="90000"/>
              </a:lnSpc>
              <a:spcBef>
                <a:spcPts val="667"/>
              </a:spcBef>
              <a:spcAft>
                <a:spcPts val="0"/>
              </a:spcAft>
              <a:buClr>
                <a:schemeClr val="dk1"/>
              </a:buClr>
              <a:buSzPts val="1800"/>
              <a:buChar char="•"/>
              <a:defRPr/>
            </a:lvl7pPr>
            <a:lvl8pPr indent="-342900" lvl="7" marL="3657600" algn="l">
              <a:lnSpc>
                <a:spcPct val="90000"/>
              </a:lnSpc>
              <a:spcBef>
                <a:spcPts val="667"/>
              </a:spcBef>
              <a:spcAft>
                <a:spcPts val="0"/>
              </a:spcAft>
              <a:buClr>
                <a:schemeClr val="dk1"/>
              </a:buClr>
              <a:buSzPts val="1800"/>
              <a:buChar char="•"/>
              <a:defRPr/>
            </a:lvl8pPr>
            <a:lvl9pPr indent="-342900" lvl="8" marL="4114800" algn="l">
              <a:lnSpc>
                <a:spcPct val="90000"/>
              </a:lnSpc>
              <a:spcBef>
                <a:spcPts val="667"/>
              </a:spcBef>
              <a:spcAft>
                <a:spcPts val="0"/>
              </a:spcAft>
              <a:buClr>
                <a:schemeClr val="dk1"/>
              </a:buClr>
              <a:buSzPts val="1800"/>
              <a:buChar char="•"/>
              <a:defRPr/>
            </a:lvl9pPr>
          </a:lstStyle>
          <a:p/>
        </p:txBody>
      </p:sp>
      <p:sp>
        <p:nvSpPr>
          <p:cNvPr id="53" name="Google Shape;53;p10"/>
          <p:cNvSpPr txBox="1"/>
          <p:nvPr>
            <p:ph idx="12" type="sldNum"/>
          </p:nvPr>
        </p:nvSpPr>
        <p:spPr>
          <a:xfrm>
            <a:off x="0" y="6455664"/>
            <a:ext cx="1016100" cy="402300"/>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1pPr>
            <a:lvl2pPr indent="0" lvl="1"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2pPr>
            <a:lvl3pPr indent="0" lvl="2"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3pPr>
            <a:lvl4pPr indent="0" lvl="3"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4pPr>
            <a:lvl5pPr indent="0" lvl="4"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5pPr>
            <a:lvl6pPr indent="0" lvl="5"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6pPr>
            <a:lvl7pPr indent="0" lvl="6"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7pPr>
            <a:lvl8pPr indent="0" lvl="7"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8pPr>
            <a:lvl9pPr indent="0" lvl="8"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9pPr>
          </a:lstStyle>
          <a:p>
            <a:pPr indent="0" lvl="0" marL="0" rtl="0" algn="ctr">
              <a:spcBef>
                <a:spcPts val="0"/>
              </a:spcBef>
              <a:spcAft>
                <a:spcPts val="0"/>
              </a:spcAft>
              <a:buNone/>
            </a:pPr>
            <a:fld id="{00000000-1234-1234-1234-123412341234}" type="slidenum">
              <a:rPr lang="en-US"/>
              <a:t>‹#›</a:t>
            </a:fld>
            <a:endParaRPr/>
          </a:p>
        </p:txBody>
      </p:sp>
      <p:sp>
        <p:nvSpPr>
          <p:cNvPr id="54" name="Google Shape;54;p10"/>
          <p:cNvSpPr txBox="1"/>
          <p:nvPr>
            <p:ph type="title"/>
          </p:nvPr>
        </p:nvSpPr>
        <p:spPr>
          <a:xfrm>
            <a:off x="501400" y="643909"/>
            <a:ext cx="11175900" cy="660300"/>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rgbClr val="9B1D23"/>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5" name="Shape 55"/>
        <p:cNvGrpSpPr/>
        <p:nvPr/>
      </p:nvGrpSpPr>
      <p:grpSpPr>
        <a:xfrm>
          <a:off x="0" y="0"/>
          <a:ext cx="0" cy="0"/>
          <a:chOff x="0" y="0"/>
          <a:chExt cx="0" cy="0"/>
        </a:xfrm>
      </p:grpSpPr>
      <p:sp>
        <p:nvSpPr>
          <p:cNvPr id="56" name="Google Shape;56;p11"/>
          <p:cNvSpPr txBox="1"/>
          <p:nvPr>
            <p:ph type="title"/>
          </p:nvPr>
        </p:nvSpPr>
        <p:spPr>
          <a:xfrm>
            <a:off x="501400" y="643909"/>
            <a:ext cx="11175900" cy="660300"/>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rgbClr val="9B1D23"/>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11"/>
          <p:cNvSpPr txBox="1"/>
          <p:nvPr>
            <p:ph idx="12" type="sldNum"/>
          </p:nvPr>
        </p:nvSpPr>
        <p:spPr>
          <a:xfrm>
            <a:off x="0" y="6455664"/>
            <a:ext cx="1016100" cy="402300"/>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1pPr>
            <a:lvl2pPr indent="0" lvl="1"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2pPr>
            <a:lvl3pPr indent="0" lvl="2"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3pPr>
            <a:lvl4pPr indent="0" lvl="3"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4pPr>
            <a:lvl5pPr indent="0" lvl="4"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5pPr>
            <a:lvl6pPr indent="0" lvl="5"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6pPr>
            <a:lvl7pPr indent="0" lvl="6"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7pPr>
            <a:lvl8pPr indent="0" lvl="7"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8pPr>
            <a:lvl9pPr indent="0" lvl="8"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ubtitle Only">
  <p:cSld name="Title and Subtitle Only">
    <p:spTree>
      <p:nvGrpSpPr>
        <p:cNvPr id="58" name="Shape 58"/>
        <p:cNvGrpSpPr/>
        <p:nvPr/>
      </p:nvGrpSpPr>
      <p:grpSpPr>
        <a:xfrm>
          <a:off x="0" y="0"/>
          <a:ext cx="0" cy="0"/>
          <a:chOff x="0" y="0"/>
          <a:chExt cx="0" cy="0"/>
        </a:xfrm>
      </p:grpSpPr>
      <p:sp>
        <p:nvSpPr>
          <p:cNvPr id="59" name="Google Shape;59;p12"/>
          <p:cNvSpPr txBox="1"/>
          <p:nvPr>
            <p:ph type="title"/>
          </p:nvPr>
        </p:nvSpPr>
        <p:spPr>
          <a:xfrm>
            <a:off x="501400" y="643909"/>
            <a:ext cx="11175900" cy="660300"/>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rgbClr val="9B1D23"/>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12"/>
          <p:cNvSpPr txBox="1"/>
          <p:nvPr>
            <p:ph idx="12" type="sldNum"/>
          </p:nvPr>
        </p:nvSpPr>
        <p:spPr>
          <a:xfrm>
            <a:off x="0" y="6455664"/>
            <a:ext cx="1016100" cy="402300"/>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1pPr>
            <a:lvl2pPr indent="0" lvl="1"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2pPr>
            <a:lvl3pPr indent="0" lvl="2"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3pPr>
            <a:lvl4pPr indent="0" lvl="3"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4pPr>
            <a:lvl5pPr indent="0" lvl="4"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5pPr>
            <a:lvl6pPr indent="0" lvl="5"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6pPr>
            <a:lvl7pPr indent="0" lvl="6"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7pPr>
            <a:lvl8pPr indent="0" lvl="7"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8pPr>
            <a:lvl9pPr indent="0" lvl="8"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9pPr>
          </a:lstStyle>
          <a:p>
            <a:pPr indent="0" lvl="0" marL="0" rtl="0" algn="ctr">
              <a:spcBef>
                <a:spcPts val="0"/>
              </a:spcBef>
              <a:spcAft>
                <a:spcPts val="0"/>
              </a:spcAft>
              <a:buNone/>
            </a:pPr>
            <a:fld id="{00000000-1234-1234-1234-123412341234}" type="slidenum">
              <a:rPr lang="en-US"/>
              <a:t>‹#›</a:t>
            </a:fld>
            <a:endParaRPr/>
          </a:p>
        </p:txBody>
      </p:sp>
      <p:sp>
        <p:nvSpPr>
          <p:cNvPr id="61" name="Google Shape;61;p12"/>
          <p:cNvSpPr txBox="1"/>
          <p:nvPr>
            <p:ph idx="1" type="body"/>
          </p:nvPr>
        </p:nvSpPr>
        <p:spPr>
          <a:xfrm flipH="1">
            <a:off x="498135" y="1307957"/>
            <a:ext cx="11180100" cy="4878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333"/>
              </a:spcBef>
              <a:spcAft>
                <a:spcPts val="0"/>
              </a:spcAft>
              <a:buClr>
                <a:schemeClr val="dk1"/>
              </a:buClr>
              <a:buSzPts val="2134"/>
              <a:buFont typeface="Calibri"/>
              <a:buNone/>
              <a:defRPr i="1" sz="2667"/>
            </a:lvl1pPr>
            <a:lvl2pPr indent="-228600" lvl="1" marL="914400" algn="l">
              <a:lnSpc>
                <a:spcPct val="90000"/>
              </a:lnSpc>
              <a:spcBef>
                <a:spcPts val="667"/>
              </a:spcBef>
              <a:spcAft>
                <a:spcPts val="0"/>
              </a:spcAft>
              <a:buClr>
                <a:schemeClr val="dk1"/>
              </a:buClr>
              <a:buSzPts val="2134"/>
              <a:buFont typeface="Calibri"/>
              <a:buNone/>
              <a:defRPr/>
            </a:lvl2pPr>
            <a:lvl3pPr indent="-228600" lvl="2" marL="1371600" algn="l">
              <a:lnSpc>
                <a:spcPct val="90000"/>
              </a:lnSpc>
              <a:spcBef>
                <a:spcPts val="667"/>
              </a:spcBef>
              <a:spcAft>
                <a:spcPts val="0"/>
              </a:spcAft>
              <a:buClr>
                <a:schemeClr val="dk1"/>
              </a:buClr>
              <a:buSzPts val="1920"/>
              <a:buFont typeface="Calibri"/>
              <a:buNone/>
              <a:defRPr/>
            </a:lvl3pPr>
            <a:lvl4pPr indent="-228600" lvl="3" marL="1828800" algn="l">
              <a:lnSpc>
                <a:spcPct val="90000"/>
              </a:lnSpc>
              <a:spcBef>
                <a:spcPts val="667"/>
              </a:spcBef>
              <a:spcAft>
                <a:spcPts val="0"/>
              </a:spcAft>
              <a:buClr>
                <a:schemeClr val="dk1"/>
              </a:buClr>
              <a:buSzPts val="1706"/>
              <a:buFont typeface="Calibri"/>
              <a:buNone/>
              <a:defRPr/>
            </a:lvl4pPr>
            <a:lvl5pPr indent="-228600" lvl="4" marL="2286000" algn="l">
              <a:lnSpc>
                <a:spcPct val="90000"/>
              </a:lnSpc>
              <a:spcBef>
                <a:spcPts val="667"/>
              </a:spcBef>
              <a:spcAft>
                <a:spcPts val="0"/>
              </a:spcAft>
              <a:buClr>
                <a:schemeClr val="dk1"/>
              </a:buClr>
              <a:buSzPts val="1706"/>
              <a:buFont typeface="Calibri"/>
              <a:buNone/>
              <a:defRPr/>
            </a:lvl5pPr>
            <a:lvl6pPr indent="-342900" lvl="5" marL="2743200" algn="l">
              <a:lnSpc>
                <a:spcPct val="90000"/>
              </a:lnSpc>
              <a:spcBef>
                <a:spcPts val="667"/>
              </a:spcBef>
              <a:spcAft>
                <a:spcPts val="0"/>
              </a:spcAft>
              <a:buClr>
                <a:schemeClr val="dk1"/>
              </a:buClr>
              <a:buSzPts val="1800"/>
              <a:buChar char="•"/>
              <a:defRPr/>
            </a:lvl6pPr>
            <a:lvl7pPr indent="-342900" lvl="6" marL="3200400" algn="l">
              <a:lnSpc>
                <a:spcPct val="90000"/>
              </a:lnSpc>
              <a:spcBef>
                <a:spcPts val="667"/>
              </a:spcBef>
              <a:spcAft>
                <a:spcPts val="0"/>
              </a:spcAft>
              <a:buClr>
                <a:schemeClr val="dk1"/>
              </a:buClr>
              <a:buSzPts val="1800"/>
              <a:buChar char="•"/>
              <a:defRPr/>
            </a:lvl7pPr>
            <a:lvl8pPr indent="-342900" lvl="7" marL="3657600" algn="l">
              <a:lnSpc>
                <a:spcPct val="90000"/>
              </a:lnSpc>
              <a:spcBef>
                <a:spcPts val="667"/>
              </a:spcBef>
              <a:spcAft>
                <a:spcPts val="0"/>
              </a:spcAft>
              <a:buClr>
                <a:schemeClr val="dk1"/>
              </a:buClr>
              <a:buSzPts val="1800"/>
              <a:buChar char="•"/>
              <a:defRPr/>
            </a:lvl8pPr>
            <a:lvl9pPr indent="-342900" lvl="8" marL="4114800" algn="l">
              <a:lnSpc>
                <a:spcPct val="90000"/>
              </a:lnSpc>
              <a:spcBef>
                <a:spcPts val="667"/>
              </a:spcBef>
              <a:spcAft>
                <a:spcPts val="0"/>
              </a:spcAft>
              <a:buClr>
                <a:schemeClr val="dk1"/>
              </a:buClr>
              <a:buSzPts val="1800"/>
              <a:buChar char="•"/>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2" name="Shape 62"/>
        <p:cNvGrpSpPr/>
        <p:nvPr/>
      </p:nvGrpSpPr>
      <p:grpSpPr>
        <a:xfrm>
          <a:off x="0" y="0"/>
          <a:ext cx="0" cy="0"/>
          <a:chOff x="0" y="0"/>
          <a:chExt cx="0" cy="0"/>
        </a:xfrm>
      </p:grpSpPr>
      <p:sp>
        <p:nvSpPr>
          <p:cNvPr id="63" name="Google Shape;63;p13"/>
          <p:cNvSpPr txBox="1"/>
          <p:nvPr>
            <p:ph idx="12" type="sldNum"/>
          </p:nvPr>
        </p:nvSpPr>
        <p:spPr>
          <a:xfrm>
            <a:off x="0" y="6455664"/>
            <a:ext cx="1016100" cy="402300"/>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1pPr>
            <a:lvl2pPr indent="0" lvl="1"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2pPr>
            <a:lvl3pPr indent="0" lvl="2"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3pPr>
            <a:lvl4pPr indent="0" lvl="3"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4pPr>
            <a:lvl5pPr indent="0" lvl="4"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5pPr>
            <a:lvl6pPr indent="0" lvl="5"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6pPr>
            <a:lvl7pPr indent="0" lvl="6"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7pPr>
            <a:lvl8pPr indent="0" lvl="7"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8pPr>
            <a:lvl9pPr indent="0" lvl="8"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4" name="Shape 64"/>
        <p:cNvGrpSpPr/>
        <p:nvPr/>
      </p:nvGrpSpPr>
      <p:grpSpPr>
        <a:xfrm>
          <a:off x="0" y="0"/>
          <a:ext cx="0" cy="0"/>
          <a:chOff x="0" y="0"/>
          <a:chExt cx="0" cy="0"/>
        </a:xfrm>
      </p:grpSpPr>
      <p:sp>
        <p:nvSpPr>
          <p:cNvPr id="65" name="Google Shape;65;p14"/>
          <p:cNvSpPr txBox="1"/>
          <p:nvPr>
            <p:ph type="title"/>
          </p:nvPr>
        </p:nvSpPr>
        <p:spPr>
          <a:xfrm>
            <a:off x="840318" y="457200"/>
            <a:ext cx="3932700" cy="1600200"/>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rgbClr val="9B1D23"/>
              </a:buClr>
              <a:buSzPts val="3733"/>
              <a:buFont typeface="Arial Black"/>
              <a:buNone/>
              <a:defRPr sz="3733"/>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14"/>
          <p:cNvSpPr txBox="1"/>
          <p:nvPr>
            <p:ph idx="1" type="body"/>
          </p:nvPr>
        </p:nvSpPr>
        <p:spPr>
          <a:xfrm>
            <a:off x="5183717" y="988485"/>
            <a:ext cx="6172200" cy="4872600"/>
          </a:xfrm>
          <a:prstGeom prst="rect">
            <a:avLst/>
          </a:prstGeom>
          <a:noFill/>
          <a:ln>
            <a:noFill/>
          </a:ln>
        </p:spPr>
        <p:txBody>
          <a:bodyPr anchorCtr="0" anchor="t" bIns="45700" lIns="91425" spcFirstLastPara="1" rIns="91425" wrap="square" tIns="45700">
            <a:normAutofit/>
          </a:bodyPr>
          <a:lstStyle>
            <a:lvl1pPr indent="-418211" lvl="0" marL="457200" algn="l">
              <a:lnSpc>
                <a:spcPct val="90000"/>
              </a:lnSpc>
              <a:spcBef>
                <a:spcPts val="1333"/>
              </a:spcBef>
              <a:spcAft>
                <a:spcPts val="0"/>
              </a:spcAft>
              <a:buClr>
                <a:schemeClr val="dk1"/>
              </a:buClr>
              <a:buSzPts val="2986"/>
              <a:buChar char="•"/>
              <a:defRPr sz="3733"/>
            </a:lvl1pPr>
            <a:lvl2pPr indent="-391160" lvl="1" marL="914400" algn="l">
              <a:lnSpc>
                <a:spcPct val="90000"/>
              </a:lnSpc>
              <a:spcBef>
                <a:spcPts val="667"/>
              </a:spcBef>
              <a:spcAft>
                <a:spcPts val="0"/>
              </a:spcAft>
              <a:buClr>
                <a:schemeClr val="dk1"/>
              </a:buClr>
              <a:buSzPts val="2560"/>
              <a:buChar char="•"/>
              <a:defRPr sz="3200"/>
            </a:lvl2pPr>
            <a:lvl3pPr indent="-364108" lvl="2" marL="1371600" algn="l">
              <a:lnSpc>
                <a:spcPct val="90000"/>
              </a:lnSpc>
              <a:spcBef>
                <a:spcPts val="667"/>
              </a:spcBef>
              <a:spcAft>
                <a:spcPts val="0"/>
              </a:spcAft>
              <a:buClr>
                <a:schemeClr val="dk1"/>
              </a:buClr>
              <a:buSzPts val="2134"/>
              <a:buChar char="•"/>
              <a:defRPr sz="2667"/>
            </a:lvl3pPr>
            <a:lvl4pPr indent="-350519" lvl="3" marL="1828800" algn="l">
              <a:lnSpc>
                <a:spcPct val="90000"/>
              </a:lnSpc>
              <a:spcBef>
                <a:spcPts val="667"/>
              </a:spcBef>
              <a:spcAft>
                <a:spcPts val="0"/>
              </a:spcAft>
              <a:buClr>
                <a:schemeClr val="dk1"/>
              </a:buClr>
              <a:buSzPts val="1920"/>
              <a:buChar char="•"/>
              <a:defRPr sz="2400"/>
            </a:lvl4pPr>
            <a:lvl5pPr indent="-350520" lvl="4" marL="2286000" algn="l">
              <a:lnSpc>
                <a:spcPct val="90000"/>
              </a:lnSpc>
              <a:spcBef>
                <a:spcPts val="667"/>
              </a:spcBef>
              <a:spcAft>
                <a:spcPts val="0"/>
              </a:spcAft>
              <a:buClr>
                <a:schemeClr val="dk1"/>
              </a:buClr>
              <a:buSzPts val="1920"/>
              <a:buChar char="•"/>
              <a:defRPr sz="2400"/>
            </a:lvl5pPr>
            <a:lvl6pPr indent="-397954" lvl="5" marL="2743200" algn="l">
              <a:lnSpc>
                <a:spcPct val="90000"/>
              </a:lnSpc>
              <a:spcBef>
                <a:spcPts val="667"/>
              </a:spcBef>
              <a:spcAft>
                <a:spcPts val="0"/>
              </a:spcAft>
              <a:buClr>
                <a:schemeClr val="dk1"/>
              </a:buClr>
              <a:buSzPts val="2667"/>
              <a:buChar char="•"/>
              <a:defRPr sz="2667"/>
            </a:lvl6pPr>
            <a:lvl7pPr indent="-397954" lvl="6" marL="3200400" algn="l">
              <a:lnSpc>
                <a:spcPct val="90000"/>
              </a:lnSpc>
              <a:spcBef>
                <a:spcPts val="667"/>
              </a:spcBef>
              <a:spcAft>
                <a:spcPts val="0"/>
              </a:spcAft>
              <a:buClr>
                <a:schemeClr val="dk1"/>
              </a:buClr>
              <a:buSzPts val="2667"/>
              <a:buChar char="•"/>
              <a:defRPr sz="2667"/>
            </a:lvl7pPr>
            <a:lvl8pPr indent="-397954" lvl="7" marL="3657600" algn="l">
              <a:lnSpc>
                <a:spcPct val="90000"/>
              </a:lnSpc>
              <a:spcBef>
                <a:spcPts val="667"/>
              </a:spcBef>
              <a:spcAft>
                <a:spcPts val="0"/>
              </a:spcAft>
              <a:buClr>
                <a:schemeClr val="dk1"/>
              </a:buClr>
              <a:buSzPts val="2667"/>
              <a:buChar char="•"/>
              <a:defRPr sz="2667"/>
            </a:lvl8pPr>
            <a:lvl9pPr indent="-397954" lvl="8" marL="4114800" algn="l">
              <a:lnSpc>
                <a:spcPct val="90000"/>
              </a:lnSpc>
              <a:spcBef>
                <a:spcPts val="667"/>
              </a:spcBef>
              <a:spcAft>
                <a:spcPts val="0"/>
              </a:spcAft>
              <a:buClr>
                <a:schemeClr val="dk1"/>
              </a:buClr>
              <a:buSzPts val="2667"/>
              <a:buChar char="•"/>
              <a:defRPr sz="2667"/>
            </a:lvl9pPr>
          </a:lstStyle>
          <a:p/>
        </p:txBody>
      </p:sp>
      <p:sp>
        <p:nvSpPr>
          <p:cNvPr id="67" name="Google Shape;67;p14"/>
          <p:cNvSpPr txBox="1"/>
          <p:nvPr>
            <p:ph idx="2" type="body"/>
          </p:nvPr>
        </p:nvSpPr>
        <p:spPr>
          <a:xfrm>
            <a:off x="840318" y="2057400"/>
            <a:ext cx="3932700" cy="38121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333"/>
              </a:spcBef>
              <a:spcAft>
                <a:spcPts val="0"/>
              </a:spcAft>
              <a:buClr>
                <a:schemeClr val="dk1"/>
              </a:buClr>
              <a:buSzPts val="1706"/>
              <a:buNone/>
              <a:defRPr sz="2133"/>
            </a:lvl1pPr>
            <a:lvl2pPr indent="-228600" lvl="1" marL="914400" algn="l">
              <a:lnSpc>
                <a:spcPct val="90000"/>
              </a:lnSpc>
              <a:spcBef>
                <a:spcPts val="667"/>
              </a:spcBef>
              <a:spcAft>
                <a:spcPts val="0"/>
              </a:spcAft>
              <a:buClr>
                <a:schemeClr val="dk1"/>
              </a:buClr>
              <a:buSzPts val="1494"/>
              <a:buNone/>
              <a:defRPr sz="1867"/>
            </a:lvl2pPr>
            <a:lvl3pPr indent="-228600" lvl="2" marL="1371600" algn="l">
              <a:lnSpc>
                <a:spcPct val="90000"/>
              </a:lnSpc>
              <a:spcBef>
                <a:spcPts val="667"/>
              </a:spcBef>
              <a:spcAft>
                <a:spcPts val="0"/>
              </a:spcAft>
              <a:buClr>
                <a:schemeClr val="dk1"/>
              </a:buClr>
              <a:buSzPts val="1280"/>
              <a:buNone/>
              <a:defRPr sz="1600"/>
            </a:lvl3pPr>
            <a:lvl4pPr indent="-228600" lvl="3" marL="1828800" algn="l">
              <a:lnSpc>
                <a:spcPct val="90000"/>
              </a:lnSpc>
              <a:spcBef>
                <a:spcPts val="667"/>
              </a:spcBef>
              <a:spcAft>
                <a:spcPts val="0"/>
              </a:spcAft>
              <a:buClr>
                <a:schemeClr val="dk1"/>
              </a:buClr>
              <a:buSzPts val="1066"/>
              <a:buNone/>
              <a:defRPr sz="1333"/>
            </a:lvl4pPr>
            <a:lvl5pPr indent="-228600" lvl="4" marL="2286000" algn="l">
              <a:lnSpc>
                <a:spcPct val="90000"/>
              </a:lnSpc>
              <a:spcBef>
                <a:spcPts val="667"/>
              </a:spcBef>
              <a:spcAft>
                <a:spcPts val="0"/>
              </a:spcAft>
              <a:buClr>
                <a:schemeClr val="dk1"/>
              </a:buClr>
              <a:buSzPts val="1066"/>
              <a:buNone/>
              <a:defRPr sz="1333"/>
            </a:lvl5pPr>
            <a:lvl6pPr indent="-228600" lvl="5" marL="2743200" algn="l">
              <a:lnSpc>
                <a:spcPct val="90000"/>
              </a:lnSpc>
              <a:spcBef>
                <a:spcPts val="667"/>
              </a:spcBef>
              <a:spcAft>
                <a:spcPts val="0"/>
              </a:spcAft>
              <a:buClr>
                <a:schemeClr val="dk1"/>
              </a:buClr>
              <a:buSzPts val="1333"/>
              <a:buNone/>
              <a:defRPr sz="1333"/>
            </a:lvl6pPr>
            <a:lvl7pPr indent="-228600" lvl="6" marL="3200400" algn="l">
              <a:lnSpc>
                <a:spcPct val="90000"/>
              </a:lnSpc>
              <a:spcBef>
                <a:spcPts val="667"/>
              </a:spcBef>
              <a:spcAft>
                <a:spcPts val="0"/>
              </a:spcAft>
              <a:buClr>
                <a:schemeClr val="dk1"/>
              </a:buClr>
              <a:buSzPts val="1333"/>
              <a:buNone/>
              <a:defRPr sz="1333"/>
            </a:lvl7pPr>
            <a:lvl8pPr indent="-228600" lvl="7" marL="3657600" algn="l">
              <a:lnSpc>
                <a:spcPct val="90000"/>
              </a:lnSpc>
              <a:spcBef>
                <a:spcPts val="667"/>
              </a:spcBef>
              <a:spcAft>
                <a:spcPts val="0"/>
              </a:spcAft>
              <a:buClr>
                <a:schemeClr val="dk1"/>
              </a:buClr>
              <a:buSzPts val="1333"/>
              <a:buNone/>
              <a:defRPr sz="1333"/>
            </a:lvl8pPr>
            <a:lvl9pPr indent="-228600" lvl="8" marL="4114800" algn="l">
              <a:lnSpc>
                <a:spcPct val="90000"/>
              </a:lnSpc>
              <a:spcBef>
                <a:spcPts val="667"/>
              </a:spcBef>
              <a:spcAft>
                <a:spcPts val="0"/>
              </a:spcAft>
              <a:buClr>
                <a:schemeClr val="dk1"/>
              </a:buClr>
              <a:buSzPts val="1333"/>
              <a:buNone/>
              <a:defRPr sz="1333"/>
            </a:lvl9pPr>
          </a:lstStyle>
          <a:p/>
        </p:txBody>
      </p:sp>
      <p:sp>
        <p:nvSpPr>
          <p:cNvPr id="68" name="Google Shape;68;p14"/>
          <p:cNvSpPr txBox="1"/>
          <p:nvPr>
            <p:ph idx="12" type="sldNum"/>
          </p:nvPr>
        </p:nvSpPr>
        <p:spPr>
          <a:xfrm>
            <a:off x="0" y="6455664"/>
            <a:ext cx="1016100" cy="402300"/>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1pPr>
            <a:lvl2pPr indent="0" lvl="1"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2pPr>
            <a:lvl3pPr indent="0" lvl="2"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3pPr>
            <a:lvl4pPr indent="0" lvl="3"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4pPr>
            <a:lvl5pPr indent="0" lvl="4"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5pPr>
            <a:lvl6pPr indent="0" lvl="5"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6pPr>
            <a:lvl7pPr indent="0" lvl="6"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7pPr>
            <a:lvl8pPr indent="0" lvl="7"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8pPr>
            <a:lvl9pPr indent="0" lvl="8"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9" name="Shape 69"/>
        <p:cNvGrpSpPr/>
        <p:nvPr/>
      </p:nvGrpSpPr>
      <p:grpSpPr>
        <a:xfrm>
          <a:off x="0" y="0"/>
          <a:ext cx="0" cy="0"/>
          <a:chOff x="0" y="0"/>
          <a:chExt cx="0" cy="0"/>
        </a:xfrm>
      </p:grpSpPr>
      <p:sp>
        <p:nvSpPr>
          <p:cNvPr id="70" name="Google Shape;70;p15"/>
          <p:cNvSpPr txBox="1"/>
          <p:nvPr>
            <p:ph type="title"/>
          </p:nvPr>
        </p:nvSpPr>
        <p:spPr>
          <a:xfrm>
            <a:off x="501400" y="643909"/>
            <a:ext cx="11175900" cy="660300"/>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rgbClr val="9B1D23"/>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15"/>
          <p:cNvSpPr txBox="1"/>
          <p:nvPr>
            <p:ph idx="1" type="body"/>
          </p:nvPr>
        </p:nvSpPr>
        <p:spPr>
          <a:xfrm rot="5400000">
            <a:off x="3894950" y="-1787975"/>
            <a:ext cx="4389000" cy="11175900"/>
          </a:xfrm>
          <a:prstGeom prst="rect">
            <a:avLst/>
          </a:prstGeom>
          <a:noFill/>
          <a:ln>
            <a:noFill/>
          </a:ln>
        </p:spPr>
        <p:txBody>
          <a:bodyPr anchorCtr="0" anchor="t" bIns="45700" lIns="91425" spcFirstLastPara="1" rIns="91425" wrap="square" tIns="45700">
            <a:normAutofit/>
          </a:bodyPr>
          <a:lstStyle>
            <a:lvl1pPr indent="-320040" lvl="0" marL="457200" algn="l">
              <a:lnSpc>
                <a:spcPct val="90000"/>
              </a:lnSpc>
              <a:spcBef>
                <a:spcPts val="1333"/>
              </a:spcBef>
              <a:spcAft>
                <a:spcPts val="0"/>
              </a:spcAft>
              <a:buClr>
                <a:schemeClr val="dk1"/>
              </a:buClr>
              <a:buSzPts val="1440"/>
              <a:buChar char="•"/>
              <a:defRPr/>
            </a:lvl1pPr>
            <a:lvl2pPr indent="-320040" lvl="1" marL="914400" algn="l">
              <a:lnSpc>
                <a:spcPct val="90000"/>
              </a:lnSpc>
              <a:spcBef>
                <a:spcPts val="667"/>
              </a:spcBef>
              <a:spcAft>
                <a:spcPts val="0"/>
              </a:spcAft>
              <a:buClr>
                <a:schemeClr val="dk1"/>
              </a:buClr>
              <a:buSzPts val="1440"/>
              <a:buChar char="•"/>
              <a:defRPr/>
            </a:lvl2pPr>
            <a:lvl3pPr indent="-320039" lvl="2" marL="1371600" algn="l">
              <a:lnSpc>
                <a:spcPct val="90000"/>
              </a:lnSpc>
              <a:spcBef>
                <a:spcPts val="667"/>
              </a:spcBef>
              <a:spcAft>
                <a:spcPts val="0"/>
              </a:spcAft>
              <a:buClr>
                <a:schemeClr val="dk1"/>
              </a:buClr>
              <a:buSzPts val="1440"/>
              <a:buChar char="•"/>
              <a:defRPr/>
            </a:lvl3pPr>
            <a:lvl4pPr indent="-320039" lvl="3" marL="1828800" algn="l">
              <a:lnSpc>
                <a:spcPct val="90000"/>
              </a:lnSpc>
              <a:spcBef>
                <a:spcPts val="667"/>
              </a:spcBef>
              <a:spcAft>
                <a:spcPts val="0"/>
              </a:spcAft>
              <a:buClr>
                <a:schemeClr val="dk1"/>
              </a:buClr>
              <a:buSzPts val="1440"/>
              <a:buChar char="•"/>
              <a:defRPr/>
            </a:lvl4pPr>
            <a:lvl5pPr indent="-320039" lvl="4" marL="2286000" algn="l">
              <a:lnSpc>
                <a:spcPct val="90000"/>
              </a:lnSpc>
              <a:spcBef>
                <a:spcPts val="667"/>
              </a:spcBef>
              <a:spcAft>
                <a:spcPts val="0"/>
              </a:spcAft>
              <a:buClr>
                <a:schemeClr val="dk1"/>
              </a:buClr>
              <a:buSzPts val="1440"/>
              <a:buChar char="•"/>
              <a:defRPr/>
            </a:lvl5pPr>
            <a:lvl6pPr indent="-342900" lvl="5" marL="2743200" algn="l">
              <a:lnSpc>
                <a:spcPct val="90000"/>
              </a:lnSpc>
              <a:spcBef>
                <a:spcPts val="667"/>
              </a:spcBef>
              <a:spcAft>
                <a:spcPts val="0"/>
              </a:spcAft>
              <a:buClr>
                <a:schemeClr val="dk1"/>
              </a:buClr>
              <a:buSzPts val="1800"/>
              <a:buChar char="•"/>
              <a:defRPr/>
            </a:lvl6pPr>
            <a:lvl7pPr indent="-342900" lvl="6" marL="3200400" algn="l">
              <a:lnSpc>
                <a:spcPct val="90000"/>
              </a:lnSpc>
              <a:spcBef>
                <a:spcPts val="667"/>
              </a:spcBef>
              <a:spcAft>
                <a:spcPts val="0"/>
              </a:spcAft>
              <a:buClr>
                <a:schemeClr val="dk1"/>
              </a:buClr>
              <a:buSzPts val="1800"/>
              <a:buChar char="•"/>
              <a:defRPr/>
            </a:lvl7pPr>
            <a:lvl8pPr indent="-342900" lvl="7" marL="3657600" algn="l">
              <a:lnSpc>
                <a:spcPct val="90000"/>
              </a:lnSpc>
              <a:spcBef>
                <a:spcPts val="667"/>
              </a:spcBef>
              <a:spcAft>
                <a:spcPts val="0"/>
              </a:spcAft>
              <a:buClr>
                <a:schemeClr val="dk1"/>
              </a:buClr>
              <a:buSzPts val="1800"/>
              <a:buChar char="•"/>
              <a:defRPr/>
            </a:lvl8pPr>
            <a:lvl9pPr indent="-342900" lvl="8" marL="4114800" algn="l">
              <a:lnSpc>
                <a:spcPct val="90000"/>
              </a:lnSpc>
              <a:spcBef>
                <a:spcPts val="667"/>
              </a:spcBef>
              <a:spcAft>
                <a:spcPts val="0"/>
              </a:spcAft>
              <a:buClr>
                <a:schemeClr val="dk1"/>
              </a:buClr>
              <a:buSzPts val="1800"/>
              <a:buChar char="•"/>
              <a:defRPr/>
            </a:lvl9pPr>
          </a:lstStyle>
          <a:p/>
        </p:txBody>
      </p:sp>
      <p:sp>
        <p:nvSpPr>
          <p:cNvPr id="72" name="Google Shape;72;p15"/>
          <p:cNvSpPr txBox="1"/>
          <p:nvPr>
            <p:ph idx="12" type="sldNum"/>
          </p:nvPr>
        </p:nvSpPr>
        <p:spPr>
          <a:xfrm>
            <a:off x="0" y="6455664"/>
            <a:ext cx="1016100" cy="402300"/>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1pPr>
            <a:lvl2pPr indent="0" lvl="1"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2pPr>
            <a:lvl3pPr indent="0" lvl="2"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3pPr>
            <a:lvl4pPr indent="0" lvl="3"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4pPr>
            <a:lvl5pPr indent="0" lvl="4"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5pPr>
            <a:lvl6pPr indent="0" lvl="5"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6pPr>
            <a:lvl7pPr indent="0" lvl="6"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7pPr>
            <a:lvl8pPr indent="0" lvl="7"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8pPr>
            <a:lvl9pPr indent="0" lvl="8"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3" name="Shape 73"/>
        <p:cNvGrpSpPr/>
        <p:nvPr/>
      </p:nvGrpSpPr>
      <p:grpSpPr>
        <a:xfrm>
          <a:off x="0" y="0"/>
          <a:ext cx="0" cy="0"/>
          <a:chOff x="0" y="0"/>
          <a:chExt cx="0" cy="0"/>
        </a:xfrm>
      </p:grpSpPr>
      <p:sp>
        <p:nvSpPr>
          <p:cNvPr id="74" name="Google Shape;74;p16"/>
          <p:cNvSpPr txBox="1"/>
          <p:nvPr>
            <p:ph type="title"/>
          </p:nvPr>
        </p:nvSpPr>
        <p:spPr>
          <a:xfrm rot="5400000">
            <a:off x="7134301" y="1956785"/>
            <a:ext cx="5810100" cy="2628900"/>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rgbClr val="9B1D23"/>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5" name="Google Shape;75;p16"/>
          <p:cNvSpPr txBox="1"/>
          <p:nvPr>
            <p:ph idx="1" type="body"/>
          </p:nvPr>
        </p:nvSpPr>
        <p:spPr>
          <a:xfrm rot="5400000">
            <a:off x="1774851" y="-570565"/>
            <a:ext cx="5810100" cy="7683600"/>
          </a:xfrm>
          <a:prstGeom prst="rect">
            <a:avLst/>
          </a:prstGeom>
          <a:noFill/>
          <a:ln>
            <a:noFill/>
          </a:ln>
        </p:spPr>
        <p:txBody>
          <a:bodyPr anchorCtr="0" anchor="t" bIns="45700" lIns="91425" spcFirstLastPara="1" rIns="91425" wrap="square" tIns="45700">
            <a:normAutofit/>
          </a:bodyPr>
          <a:lstStyle>
            <a:lvl1pPr indent="-320040" lvl="0" marL="457200" algn="l">
              <a:lnSpc>
                <a:spcPct val="90000"/>
              </a:lnSpc>
              <a:spcBef>
                <a:spcPts val="1333"/>
              </a:spcBef>
              <a:spcAft>
                <a:spcPts val="0"/>
              </a:spcAft>
              <a:buClr>
                <a:schemeClr val="dk1"/>
              </a:buClr>
              <a:buSzPts val="1440"/>
              <a:buChar char="•"/>
              <a:defRPr/>
            </a:lvl1pPr>
            <a:lvl2pPr indent="-320040" lvl="1" marL="914400" algn="l">
              <a:lnSpc>
                <a:spcPct val="90000"/>
              </a:lnSpc>
              <a:spcBef>
                <a:spcPts val="667"/>
              </a:spcBef>
              <a:spcAft>
                <a:spcPts val="0"/>
              </a:spcAft>
              <a:buClr>
                <a:schemeClr val="dk1"/>
              </a:buClr>
              <a:buSzPts val="1440"/>
              <a:buChar char="•"/>
              <a:defRPr/>
            </a:lvl2pPr>
            <a:lvl3pPr indent="-320039" lvl="2" marL="1371600" algn="l">
              <a:lnSpc>
                <a:spcPct val="90000"/>
              </a:lnSpc>
              <a:spcBef>
                <a:spcPts val="667"/>
              </a:spcBef>
              <a:spcAft>
                <a:spcPts val="0"/>
              </a:spcAft>
              <a:buClr>
                <a:schemeClr val="dk1"/>
              </a:buClr>
              <a:buSzPts val="1440"/>
              <a:buChar char="•"/>
              <a:defRPr/>
            </a:lvl3pPr>
            <a:lvl4pPr indent="-320039" lvl="3" marL="1828800" algn="l">
              <a:lnSpc>
                <a:spcPct val="90000"/>
              </a:lnSpc>
              <a:spcBef>
                <a:spcPts val="667"/>
              </a:spcBef>
              <a:spcAft>
                <a:spcPts val="0"/>
              </a:spcAft>
              <a:buClr>
                <a:schemeClr val="dk1"/>
              </a:buClr>
              <a:buSzPts val="1440"/>
              <a:buChar char="•"/>
              <a:defRPr/>
            </a:lvl4pPr>
            <a:lvl5pPr indent="-320039" lvl="4" marL="2286000" algn="l">
              <a:lnSpc>
                <a:spcPct val="90000"/>
              </a:lnSpc>
              <a:spcBef>
                <a:spcPts val="667"/>
              </a:spcBef>
              <a:spcAft>
                <a:spcPts val="0"/>
              </a:spcAft>
              <a:buClr>
                <a:schemeClr val="dk1"/>
              </a:buClr>
              <a:buSzPts val="1440"/>
              <a:buChar char="•"/>
              <a:defRPr/>
            </a:lvl5pPr>
            <a:lvl6pPr indent="-342900" lvl="5" marL="2743200" algn="l">
              <a:lnSpc>
                <a:spcPct val="90000"/>
              </a:lnSpc>
              <a:spcBef>
                <a:spcPts val="667"/>
              </a:spcBef>
              <a:spcAft>
                <a:spcPts val="0"/>
              </a:spcAft>
              <a:buClr>
                <a:schemeClr val="dk1"/>
              </a:buClr>
              <a:buSzPts val="1800"/>
              <a:buChar char="•"/>
              <a:defRPr/>
            </a:lvl6pPr>
            <a:lvl7pPr indent="-342900" lvl="6" marL="3200400" algn="l">
              <a:lnSpc>
                <a:spcPct val="90000"/>
              </a:lnSpc>
              <a:spcBef>
                <a:spcPts val="667"/>
              </a:spcBef>
              <a:spcAft>
                <a:spcPts val="0"/>
              </a:spcAft>
              <a:buClr>
                <a:schemeClr val="dk1"/>
              </a:buClr>
              <a:buSzPts val="1800"/>
              <a:buChar char="•"/>
              <a:defRPr/>
            </a:lvl7pPr>
            <a:lvl8pPr indent="-342900" lvl="7" marL="3657600" algn="l">
              <a:lnSpc>
                <a:spcPct val="90000"/>
              </a:lnSpc>
              <a:spcBef>
                <a:spcPts val="667"/>
              </a:spcBef>
              <a:spcAft>
                <a:spcPts val="0"/>
              </a:spcAft>
              <a:buClr>
                <a:schemeClr val="dk1"/>
              </a:buClr>
              <a:buSzPts val="1800"/>
              <a:buChar char="•"/>
              <a:defRPr/>
            </a:lvl8pPr>
            <a:lvl9pPr indent="-342900" lvl="8" marL="4114800" algn="l">
              <a:lnSpc>
                <a:spcPct val="90000"/>
              </a:lnSpc>
              <a:spcBef>
                <a:spcPts val="667"/>
              </a:spcBef>
              <a:spcAft>
                <a:spcPts val="0"/>
              </a:spcAft>
              <a:buClr>
                <a:schemeClr val="dk1"/>
              </a:buClr>
              <a:buSzPts val="1800"/>
              <a:buChar char="•"/>
              <a:defRPr/>
            </a:lvl9pPr>
          </a:lstStyle>
          <a:p/>
        </p:txBody>
      </p:sp>
      <p:sp>
        <p:nvSpPr>
          <p:cNvPr id="76" name="Google Shape;76;p16"/>
          <p:cNvSpPr txBox="1"/>
          <p:nvPr>
            <p:ph idx="12" type="sldNum"/>
          </p:nvPr>
        </p:nvSpPr>
        <p:spPr>
          <a:xfrm>
            <a:off x="0" y="6455664"/>
            <a:ext cx="1016100" cy="402300"/>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1pPr>
            <a:lvl2pPr indent="0" lvl="1"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2pPr>
            <a:lvl3pPr indent="0" lvl="2"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3pPr>
            <a:lvl4pPr indent="0" lvl="3"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4pPr>
            <a:lvl5pPr indent="0" lvl="4"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5pPr>
            <a:lvl6pPr indent="0" lvl="5"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6pPr>
            <a:lvl7pPr indent="0" lvl="6"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7pPr>
            <a:lvl8pPr indent="0" lvl="7"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8pPr>
            <a:lvl9pPr indent="0" lvl="8"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d Slide">
  <p:cSld name="End Slide">
    <p:spTree>
      <p:nvGrpSpPr>
        <p:cNvPr id="77" name="Shape 77"/>
        <p:cNvGrpSpPr/>
        <p:nvPr/>
      </p:nvGrpSpPr>
      <p:grpSpPr>
        <a:xfrm>
          <a:off x="0" y="0"/>
          <a:ext cx="0" cy="0"/>
          <a:chOff x="0" y="0"/>
          <a:chExt cx="0" cy="0"/>
        </a:xfrm>
      </p:grpSpPr>
      <p:sp>
        <p:nvSpPr>
          <p:cNvPr id="78" name="Google Shape;78;p17"/>
          <p:cNvSpPr txBox="1"/>
          <p:nvPr>
            <p:ph type="ctrTitle"/>
          </p:nvPr>
        </p:nvSpPr>
        <p:spPr>
          <a:xfrm>
            <a:off x="3962400" y="2057400"/>
            <a:ext cx="7924800" cy="822900"/>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rgbClr val="9B1D23"/>
              </a:buClr>
              <a:buSzPts val="4267"/>
              <a:buFont typeface="Arial Black"/>
              <a:buNone/>
              <a:defRPr sz="4267"/>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17"/>
          <p:cNvSpPr txBox="1"/>
          <p:nvPr>
            <p:ph idx="1" type="subTitle"/>
          </p:nvPr>
        </p:nvSpPr>
        <p:spPr>
          <a:xfrm>
            <a:off x="3962400" y="3566160"/>
            <a:ext cx="7924800" cy="320100"/>
          </a:xfrm>
          <a:prstGeom prst="rect">
            <a:avLst/>
          </a:prstGeom>
          <a:noFill/>
          <a:ln>
            <a:noFill/>
          </a:ln>
        </p:spPr>
        <p:txBody>
          <a:bodyPr anchorCtr="0" anchor="t" bIns="45700" lIns="91425" spcFirstLastPara="1" rIns="91425" wrap="square" tIns="45700">
            <a:noAutofit/>
          </a:bodyPr>
          <a:lstStyle>
            <a:lvl1pPr lvl="0" algn="l">
              <a:lnSpc>
                <a:spcPct val="90000"/>
              </a:lnSpc>
              <a:spcBef>
                <a:spcPts val="1333"/>
              </a:spcBef>
              <a:spcAft>
                <a:spcPts val="0"/>
              </a:spcAft>
              <a:buClr>
                <a:schemeClr val="dk1"/>
              </a:buClr>
              <a:buSzPts val="1494"/>
              <a:buNone/>
              <a:defRPr sz="1867">
                <a:solidFill>
                  <a:schemeClr val="dk1"/>
                </a:solidFill>
                <a:latin typeface="Calibri"/>
                <a:ea typeface="Calibri"/>
                <a:cs typeface="Calibri"/>
                <a:sym typeface="Calibri"/>
              </a:defRPr>
            </a:lvl1pPr>
            <a:lvl2pPr lvl="1" algn="ctr">
              <a:lnSpc>
                <a:spcPct val="90000"/>
              </a:lnSpc>
              <a:spcBef>
                <a:spcPts val="667"/>
              </a:spcBef>
              <a:spcAft>
                <a:spcPts val="0"/>
              </a:spcAft>
              <a:buClr>
                <a:srgbClr val="888888"/>
              </a:buClr>
              <a:buSzPts val="2134"/>
              <a:buNone/>
              <a:defRPr>
                <a:solidFill>
                  <a:srgbClr val="888888"/>
                </a:solidFill>
              </a:defRPr>
            </a:lvl2pPr>
            <a:lvl3pPr lvl="2" algn="ctr">
              <a:lnSpc>
                <a:spcPct val="90000"/>
              </a:lnSpc>
              <a:spcBef>
                <a:spcPts val="667"/>
              </a:spcBef>
              <a:spcAft>
                <a:spcPts val="0"/>
              </a:spcAft>
              <a:buClr>
                <a:srgbClr val="888888"/>
              </a:buClr>
              <a:buSzPts val="1920"/>
              <a:buNone/>
              <a:defRPr>
                <a:solidFill>
                  <a:srgbClr val="888888"/>
                </a:solidFill>
              </a:defRPr>
            </a:lvl3pPr>
            <a:lvl4pPr lvl="3" algn="ctr">
              <a:lnSpc>
                <a:spcPct val="90000"/>
              </a:lnSpc>
              <a:spcBef>
                <a:spcPts val="667"/>
              </a:spcBef>
              <a:spcAft>
                <a:spcPts val="0"/>
              </a:spcAft>
              <a:buClr>
                <a:srgbClr val="888888"/>
              </a:buClr>
              <a:buSzPts val="1706"/>
              <a:buNone/>
              <a:defRPr>
                <a:solidFill>
                  <a:srgbClr val="888888"/>
                </a:solidFill>
              </a:defRPr>
            </a:lvl4pPr>
            <a:lvl5pPr lvl="4" algn="ctr">
              <a:lnSpc>
                <a:spcPct val="90000"/>
              </a:lnSpc>
              <a:spcBef>
                <a:spcPts val="667"/>
              </a:spcBef>
              <a:spcAft>
                <a:spcPts val="0"/>
              </a:spcAft>
              <a:buClr>
                <a:srgbClr val="888888"/>
              </a:buClr>
              <a:buSzPts val="1706"/>
              <a:buNone/>
              <a:defRPr>
                <a:solidFill>
                  <a:srgbClr val="888888"/>
                </a:solidFill>
              </a:defRPr>
            </a:lvl5pPr>
            <a:lvl6pPr lvl="5" algn="ctr">
              <a:lnSpc>
                <a:spcPct val="90000"/>
              </a:lnSpc>
              <a:spcBef>
                <a:spcPts val="667"/>
              </a:spcBef>
              <a:spcAft>
                <a:spcPts val="0"/>
              </a:spcAft>
              <a:buClr>
                <a:srgbClr val="888888"/>
              </a:buClr>
              <a:buSzPts val="2400"/>
              <a:buNone/>
              <a:defRPr>
                <a:solidFill>
                  <a:srgbClr val="888888"/>
                </a:solidFill>
              </a:defRPr>
            </a:lvl6pPr>
            <a:lvl7pPr lvl="6" algn="ctr">
              <a:lnSpc>
                <a:spcPct val="90000"/>
              </a:lnSpc>
              <a:spcBef>
                <a:spcPts val="667"/>
              </a:spcBef>
              <a:spcAft>
                <a:spcPts val="0"/>
              </a:spcAft>
              <a:buClr>
                <a:srgbClr val="888888"/>
              </a:buClr>
              <a:buSzPts val="2400"/>
              <a:buNone/>
              <a:defRPr>
                <a:solidFill>
                  <a:srgbClr val="888888"/>
                </a:solidFill>
              </a:defRPr>
            </a:lvl7pPr>
            <a:lvl8pPr lvl="7" algn="ctr">
              <a:lnSpc>
                <a:spcPct val="90000"/>
              </a:lnSpc>
              <a:spcBef>
                <a:spcPts val="667"/>
              </a:spcBef>
              <a:spcAft>
                <a:spcPts val="0"/>
              </a:spcAft>
              <a:buClr>
                <a:srgbClr val="888888"/>
              </a:buClr>
              <a:buSzPts val="2400"/>
              <a:buNone/>
              <a:defRPr>
                <a:solidFill>
                  <a:srgbClr val="888888"/>
                </a:solidFill>
              </a:defRPr>
            </a:lvl8pPr>
            <a:lvl9pPr lvl="8" algn="ctr">
              <a:lnSpc>
                <a:spcPct val="90000"/>
              </a:lnSpc>
              <a:spcBef>
                <a:spcPts val="667"/>
              </a:spcBef>
              <a:spcAft>
                <a:spcPts val="0"/>
              </a:spcAft>
              <a:buClr>
                <a:srgbClr val="888888"/>
              </a:buClr>
              <a:buSzPts val="2400"/>
              <a:buNone/>
              <a:defRPr>
                <a:solidFill>
                  <a:srgbClr val="888888"/>
                </a:solidFill>
              </a:defRPr>
            </a:lvl9pPr>
          </a:lstStyle>
          <a:p/>
        </p:txBody>
      </p:sp>
      <p:sp>
        <p:nvSpPr>
          <p:cNvPr id="80" name="Google Shape;80;p17"/>
          <p:cNvSpPr txBox="1"/>
          <p:nvPr>
            <p:ph idx="2" type="body"/>
          </p:nvPr>
        </p:nvSpPr>
        <p:spPr>
          <a:xfrm>
            <a:off x="3962400" y="2971800"/>
            <a:ext cx="7924800" cy="457200"/>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333"/>
              </a:spcBef>
              <a:spcAft>
                <a:spcPts val="0"/>
              </a:spcAft>
              <a:buClr>
                <a:schemeClr val="dk1"/>
              </a:buClr>
              <a:buSzPts val="2134"/>
              <a:buNone/>
              <a:defRPr sz="2667">
                <a:latin typeface="Calibri"/>
                <a:ea typeface="Calibri"/>
                <a:cs typeface="Calibri"/>
                <a:sym typeface="Calibri"/>
              </a:defRPr>
            </a:lvl1pPr>
            <a:lvl2pPr indent="-320040" lvl="1" marL="914400" algn="l">
              <a:lnSpc>
                <a:spcPct val="90000"/>
              </a:lnSpc>
              <a:spcBef>
                <a:spcPts val="667"/>
              </a:spcBef>
              <a:spcAft>
                <a:spcPts val="0"/>
              </a:spcAft>
              <a:buClr>
                <a:schemeClr val="dk1"/>
              </a:buClr>
              <a:buSzPts val="1440"/>
              <a:buChar char="•"/>
              <a:defRPr/>
            </a:lvl2pPr>
            <a:lvl3pPr indent="-320039" lvl="2" marL="1371600" algn="l">
              <a:lnSpc>
                <a:spcPct val="90000"/>
              </a:lnSpc>
              <a:spcBef>
                <a:spcPts val="667"/>
              </a:spcBef>
              <a:spcAft>
                <a:spcPts val="0"/>
              </a:spcAft>
              <a:buClr>
                <a:schemeClr val="dk1"/>
              </a:buClr>
              <a:buSzPts val="1440"/>
              <a:buChar char="•"/>
              <a:defRPr/>
            </a:lvl3pPr>
            <a:lvl4pPr indent="-320039" lvl="3" marL="1828800" algn="l">
              <a:lnSpc>
                <a:spcPct val="90000"/>
              </a:lnSpc>
              <a:spcBef>
                <a:spcPts val="667"/>
              </a:spcBef>
              <a:spcAft>
                <a:spcPts val="0"/>
              </a:spcAft>
              <a:buClr>
                <a:schemeClr val="dk1"/>
              </a:buClr>
              <a:buSzPts val="1440"/>
              <a:buChar char="•"/>
              <a:defRPr/>
            </a:lvl4pPr>
            <a:lvl5pPr indent="-320039" lvl="4" marL="2286000" algn="l">
              <a:lnSpc>
                <a:spcPct val="90000"/>
              </a:lnSpc>
              <a:spcBef>
                <a:spcPts val="667"/>
              </a:spcBef>
              <a:spcAft>
                <a:spcPts val="0"/>
              </a:spcAft>
              <a:buClr>
                <a:schemeClr val="dk1"/>
              </a:buClr>
              <a:buSzPts val="1440"/>
              <a:buChar char="•"/>
              <a:defRPr/>
            </a:lvl5pPr>
            <a:lvl6pPr indent="-342900" lvl="5" marL="2743200" algn="l">
              <a:lnSpc>
                <a:spcPct val="90000"/>
              </a:lnSpc>
              <a:spcBef>
                <a:spcPts val="667"/>
              </a:spcBef>
              <a:spcAft>
                <a:spcPts val="0"/>
              </a:spcAft>
              <a:buClr>
                <a:schemeClr val="dk1"/>
              </a:buClr>
              <a:buSzPts val="1800"/>
              <a:buChar char="•"/>
              <a:defRPr/>
            </a:lvl6pPr>
            <a:lvl7pPr indent="-342900" lvl="6" marL="3200400" algn="l">
              <a:lnSpc>
                <a:spcPct val="90000"/>
              </a:lnSpc>
              <a:spcBef>
                <a:spcPts val="667"/>
              </a:spcBef>
              <a:spcAft>
                <a:spcPts val="0"/>
              </a:spcAft>
              <a:buClr>
                <a:schemeClr val="dk1"/>
              </a:buClr>
              <a:buSzPts val="1800"/>
              <a:buChar char="•"/>
              <a:defRPr/>
            </a:lvl7pPr>
            <a:lvl8pPr indent="-342900" lvl="7" marL="3657600" algn="l">
              <a:lnSpc>
                <a:spcPct val="90000"/>
              </a:lnSpc>
              <a:spcBef>
                <a:spcPts val="667"/>
              </a:spcBef>
              <a:spcAft>
                <a:spcPts val="0"/>
              </a:spcAft>
              <a:buClr>
                <a:schemeClr val="dk1"/>
              </a:buClr>
              <a:buSzPts val="1800"/>
              <a:buChar char="•"/>
              <a:defRPr/>
            </a:lvl8pPr>
            <a:lvl9pPr indent="-342900" lvl="8" marL="4114800" algn="l">
              <a:lnSpc>
                <a:spcPct val="90000"/>
              </a:lnSpc>
              <a:spcBef>
                <a:spcPts val="667"/>
              </a:spcBef>
              <a:spcAft>
                <a:spcPts val="0"/>
              </a:spcAft>
              <a:buClr>
                <a:schemeClr val="dk1"/>
              </a:buClr>
              <a:buSzPts val="1800"/>
              <a:buChar char="•"/>
              <a:defRPr/>
            </a:lvl9pPr>
          </a:lstStyle>
          <a:p/>
        </p:txBody>
      </p:sp>
      <p:sp>
        <p:nvSpPr>
          <p:cNvPr id="81" name="Google Shape;81;p17"/>
          <p:cNvSpPr txBox="1"/>
          <p:nvPr>
            <p:ph idx="12" type="sldNum"/>
          </p:nvPr>
        </p:nvSpPr>
        <p:spPr>
          <a:xfrm>
            <a:off x="0" y="6455664"/>
            <a:ext cx="1016100" cy="402300"/>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1pPr>
            <a:lvl2pPr indent="0" lvl="1"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2pPr>
            <a:lvl3pPr indent="0" lvl="2"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3pPr>
            <a:lvl4pPr indent="0" lvl="3"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4pPr>
            <a:lvl5pPr indent="0" lvl="4"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5pPr>
            <a:lvl6pPr indent="0" lvl="5"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6pPr>
            <a:lvl7pPr indent="0" lvl="6"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7pPr>
            <a:lvl8pPr indent="0" lvl="7"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8pPr>
            <a:lvl9pPr indent="0" lvl="8"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9pPr>
          </a:lstStyle>
          <a:p>
            <a:pPr indent="0" lvl="0" marL="0" rtl="0" algn="ctr">
              <a:spcBef>
                <a:spcPts val="0"/>
              </a:spcBef>
              <a:spcAft>
                <a:spcPts val="0"/>
              </a:spcAft>
              <a:buNone/>
            </a:pPr>
            <a:fld id="{00000000-1234-1234-1234-123412341234}" type="slidenum">
              <a:rPr lang="en-US"/>
              <a:t>‹#›</a:t>
            </a:fld>
            <a:endParaRPr/>
          </a:p>
        </p:txBody>
      </p:sp>
      <p:cxnSp>
        <p:nvCxnSpPr>
          <p:cNvPr id="82" name="Google Shape;82;p17"/>
          <p:cNvCxnSpPr/>
          <p:nvPr/>
        </p:nvCxnSpPr>
        <p:spPr>
          <a:xfrm>
            <a:off x="3610897" y="976745"/>
            <a:ext cx="0" cy="4572000"/>
          </a:xfrm>
          <a:prstGeom prst="straightConnector1">
            <a:avLst/>
          </a:prstGeom>
          <a:noFill/>
          <a:ln cap="flat" cmpd="sng" w="28575">
            <a:solidFill>
              <a:srgbClr val="9B1D23"/>
            </a:solidFill>
            <a:prstDash val="solid"/>
            <a:miter lim="800000"/>
            <a:headEnd len="sm" w="sm" type="none"/>
            <a:tailEnd len="sm" w="sm" type="none"/>
          </a:ln>
        </p:spPr>
      </p:cxnSp>
      <p:pic>
        <p:nvPicPr>
          <p:cNvPr id="83" name="Google Shape;83;p17"/>
          <p:cNvPicPr preferRelativeResize="0"/>
          <p:nvPr/>
        </p:nvPicPr>
        <p:blipFill rotWithShape="1">
          <a:blip r:embed="rId2">
            <a:alphaModFix/>
          </a:blip>
          <a:srcRect b="0" l="0" r="0" t="0"/>
          <a:stretch/>
        </p:blipFill>
        <p:spPr>
          <a:xfrm>
            <a:off x="101738" y="2087880"/>
            <a:ext cx="3479663" cy="2682240"/>
          </a:xfrm>
          <a:prstGeom prst="rect">
            <a:avLst/>
          </a:prstGeom>
          <a:noFill/>
          <a:ln>
            <a:noFill/>
          </a:ln>
        </p:spPr>
      </p:pic>
      <p:sp>
        <p:nvSpPr>
          <p:cNvPr id="84" name="Google Shape;84;p17"/>
          <p:cNvSpPr/>
          <p:nvPr/>
        </p:nvSpPr>
        <p:spPr>
          <a:xfrm>
            <a:off x="10383520" y="55880"/>
            <a:ext cx="1707000" cy="731400"/>
          </a:xfrm>
          <a:prstGeom prst="rect">
            <a:avLst/>
          </a:prstGeom>
          <a:solidFill>
            <a:schemeClr val="lt1"/>
          </a:solidFill>
          <a:ln cap="flat" cmpd="sng" w="127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rgbClr val="FFFFFF"/>
              </a:solidFill>
              <a:latin typeface="Calibri"/>
              <a:ea typeface="Calibri"/>
              <a:cs typeface="Calibri"/>
              <a:sym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1.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5" Type="http://schemas.openxmlformats.org/officeDocument/2006/relationships/slideLayout" Target="../slideLayouts/slideLayout14.xml"/><Relationship Id="rId14" Type="http://schemas.openxmlformats.org/officeDocument/2006/relationships/slideLayout" Target="../slideLayouts/slideLayout13.xml"/><Relationship Id="rId16" Type="http://schemas.openxmlformats.org/officeDocument/2006/relationships/theme" Target="../theme/theme1.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pic>
        <p:nvPicPr>
          <p:cNvPr id="10" name="Google Shape;10;p3"/>
          <p:cNvPicPr preferRelativeResize="0"/>
          <p:nvPr/>
        </p:nvPicPr>
        <p:blipFill rotWithShape="1">
          <a:blip r:embed="rId1">
            <a:alphaModFix/>
          </a:blip>
          <a:srcRect b="0" l="0" r="0" t="0"/>
          <a:stretch/>
        </p:blipFill>
        <p:spPr>
          <a:xfrm>
            <a:off x="10668000" y="3"/>
            <a:ext cx="1274928" cy="984244"/>
          </a:xfrm>
          <a:prstGeom prst="rect">
            <a:avLst/>
          </a:prstGeom>
          <a:noFill/>
          <a:ln>
            <a:noFill/>
          </a:ln>
        </p:spPr>
      </p:pic>
      <p:sp>
        <p:nvSpPr>
          <p:cNvPr id="11" name="Google Shape;11;p3"/>
          <p:cNvSpPr txBox="1"/>
          <p:nvPr>
            <p:ph type="title"/>
          </p:nvPr>
        </p:nvSpPr>
        <p:spPr>
          <a:xfrm>
            <a:off x="501400" y="643909"/>
            <a:ext cx="11175900" cy="660300"/>
          </a:xfrm>
          <a:prstGeom prst="rect">
            <a:avLst/>
          </a:prstGeom>
          <a:noFill/>
          <a:ln>
            <a:noFill/>
          </a:ln>
        </p:spPr>
        <p:txBody>
          <a:bodyPr anchorCtr="0" anchor="ctr" bIns="45700" lIns="91425" spcFirstLastPara="1" rIns="91425" wrap="square" tIns="45700">
            <a:noAutofit/>
          </a:bodyPr>
          <a:lstStyle>
            <a:lvl1pPr lvl="0" marR="0" rtl="0" algn="l">
              <a:lnSpc>
                <a:spcPct val="90000"/>
              </a:lnSpc>
              <a:spcBef>
                <a:spcPts val="0"/>
              </a:spcBef>
              <a:spcAft>
                <a:spcPts val="0"/>
              </a:spcAft>
              <a:buClr>
                <a:srgbClr val="9B1D23"/>
              </a:buClr>
              <a:buSzPts val="4267"/>
              <a:buFont typeface="Arial Black"/>
              <a:buNone/>
              <a:defRPr b="1" i="0" sz="4267" u="none" cap="none" strike="noStrike">
                <a:solidFill>
                  <a:srgbClr val="9B1D23"/>
                </a:solidFill>
                <a:latin typeface="Arial Black"/>
                <a:ea typeface="Arial Black"/>
                <a:cs typeface="Arial Black"/>
                <a:sym typeface="Arial Black"/>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2" name="Google Shape;12;p3"/>
          <p:cNvSpPr txBox="1"/>
          <p:nvPr>
            <p:ph idx="1" type="body"/>
          </p:nvPr>
        </p:nvSpPr>
        <p:spPr>
          <a:xfrm>
            <a:off x="501400" y="1605475"/>
            <a:ext cx="11175900" cy="4389000"/>
          </a:xfrm>
          <a:prstGeom prst="rect">
            <a:avLst/>
          </a:prstGeom>
          <a:noFill/>
          <a:ln>
            <a:noFill/>
          </a:ln>
        </p:spPr>
        <p:txBody>
          <a:bodyPr anchorCtr="0" anchor="t" bIns="45700" lIns="91425" spcFirstLastPara="1" rIns="91425" wrap="square" tIns="45700">
            <a:normAutofit/>
          </a:bodyPr>
          <a:lstStyle>
            <a:lvl1pPr indent="-391160" lvl="0" marL="457200" marR="0" rtl="0" algn="l">
              <a:lnSpc>
                <a:spcPct val="90000"/>
              </a:lnSpc>
              <a:spcBef>
                <a:spcPts val="1333"/>
              </a:spcBef>
              <a:spcAft>
                <a:spcPts val="0"/>
              </a:spcAft>
              <a:buClr>
                <a:schemeClr val="dk1"/>
              </a:buClr>
              <a:buSzPts val="2560"/>
              <a:buFont typeface="Arial"/>
              <a:buChar char="•"/>
              <a:defRPr b="0" i="0" sz="3200" u="none" cap="none" strike="noStrike">
                <a:solidFill>
                  <a:schemeClr val="dk1"/>
                </a:solidFill>
                <a:latin typeface="Calibri"/>
                <a:ea typeface="Calibri"/>
                <a:cs typeface="Calibri"/>
                <a:sym typeface="Calibri"/>
              </a:defRPr>
            </a:lvl1pPr>
            <a:lvl2pPr indent="-364108" lvl="1" marL="914400" marR="0" rtl="0" algn="l">
              <a:lnSpc>
                <a:spcPct val="90000"/>
              </a:lnSpc>
              <a:spcBef>
                <a:spcPts val="667"/>
              </a:spcBef>
              <a:spcAft>
                <a:spcPts val="0"/>
              </a:spcAft>
              <a:buClr>
                <a:schemeClr val="dk1"/>
              </a:buClr>
              <a:buSzPts val="2134"/>
              <a:buFont typeface="Arial"/>
              <a:buChar char="•"/>
              <a:defRPr b="0" i="0" sz="2667" u="none" cap="none" strike="noStrike">
                <a:solidFill>
                  <a:schemeClr val="dk1"/>
                </a:solidFill>
                <a:latin typeface="Calibri"/>
                <a:ea typeface="Calibri"/>
                <a:cs typeface="Calibri"/>
                <a:sym typeface="Calibri"/>
              </a:defRPr>
            </a:lvl2pPr>
            <a:lvl3pPr indent="-350519" lvl="2" marL="1371600" marR="0" rtl="0" algn="l">
              <a:lnSpc>
                <a:spcPct val="90000"/>
              </a:lnSpc>
              <a:spcBef>
                <a:spcPts val="667"/>
              </a:spcBef>
              <a:spcAft>
                <a:spcPts val="0"/>
              </a:spcAft>
              <a:buClr>
                <a:schemeClr val="dk1"/>
              </a:buClr>
              <a:buSzPts val="1920"/>
              <a:buFont typeface="Arial"/>
              <a:buChar char="•"/>
              <a:defRPr b="0" i="0" sz="2400" u="none" cap="none" strike="noStrike">
                <a:solidFill>
                  <a:schemeClr val="dk1"/>
                </a:solidFill>
                <a:latin typeface="Calibri"/>
                <a:ea typeface="Calibri"/>
                <a:cs typeface="Calibri"/>
                <a:sym typeface="Calibri"/>
              </a:defRPr>
            </a:lvl3pPr>
            <a:lvl4pPr indent="-336931" lvl="3" marL="1828800" marR="0" rtl="0" algn="l">
              <a:lnSpc>
                <a:spcPct val="90000"/>
              </a:lnSpc>
              <a:spcBef>
                <a:spcPts val="667"/>
              </a:spcBef>
              <a:spcAft>
                <a:spcPts val="0"/>
              </a:spcAft>
              <a:buClr>
                <a:schemeClr val="dk1"/>
              </a:buClr>
              <a:buSzPts val="1706"/>
              <a:buFont typeface="Arial"/>
              <a:buChar char="•"/>
              <a:defRPr b="0" i="0" sz="2133" u="none" cap="none" strike="noStrike">
                <a:solidFill>
                  <a:schemeClr val="dk1"/>
                </a:solidFill>
                <a:latin typeface="Calibri"/>
                <a:ea typeface="Calibri"/>
                <a:cs typeface="Calibri"/>
                <a:sym typeface="Calibri"/>
              </a:defRPr>
            </a:lvl4pPr>
            <a:lvl5pPr indent="-336931" lvl="4" marL="2286000" marR="0" rtl="0" algn="l">
              <a:lnSpc>
                <a:spcPct val="90000"/>
              </a:lnSpc>
              <a:spcBef>
                <a:spcPts val="667"/>
              </a:spcBef>
              <a:spcAft>
                <a:spcPts val="0"/>
              </a:spcAft>
              <a:buClr>
                <a:schemeClr val="dk1"/>
              </a:buClr>
              <a:buSzPts val="1706"/>
              <a:buFont typeface="Arial"/>
              <a:buChar char="•"/>
              <a:defRPr b="0" i="0" sz="2133" u="none" cap="none" strike="noStrike">
                <a:solidFill>
                  <a:schemeClr val="dk1"/>
                </a:solidFill>
                <a:latin typeface="Calibri"/>
                <a:ea typeface="Calibri"/>
                <a:cs typeface="Calibri"/>
                <a:sym typeface="Calibri"/>
              </a:defRPr>
            </a:lvl5pPr>
            <a:lvl6pPr indent="-381000" lvl="5" marL="2743200" marR="0" rtl="0" algn="l">
              <a:lnSpc>
                <a:spcPct val="90000"/>
              </a:lnSpc>
              <a:spcBef>
                <a:spcPts val="667"/>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6pPr>
            <a:lvl7pPr indent="-381000" lvl="6" marL="3200400" marR="0" rtl="0" algn="l">
              <a:lnSpc>
                <a:spcPct val="90000"/>
              </a:lnSpc>
              <a:spcBef>
                <a:spcPts val="667"/>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7pPr>
            <a:lvl8pPr indent="-381000" lvl="7" marL="3657600" marR="0" rtl="0" algn="l">
              <a:lnSpc>
                <a:spcPct val="90000"/>
              </a:lnSpc>
              <a:spcBef>
                <a:spcPts val="667"/>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8pPr>
            <a:lvl9pPr indent="-381000" lvl="8" marL="4114800" marR="0" rtl="0" algn="l">
              <a:lnSpc>
                <a:spcPct val="90000"/>
              </a:lnSpc>
              <a:spcBef>
                <a:spcPts val="667"/>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9pPr>
          </a:lstStyle>
          <a:p/>
        </p:txBody>
      </p:sp>
      <p:sp>
        <p:nvSpPr>
          <p:cNvPr id="13" name="Google Shape;13;p3"/>
          <p:cNvSpPr txBox="1"/>
          <p:nvPr>
            <p:ph idx="12" type="sldNum"/>
          </p:nvPr>
        </p:nvSpPr>
        <p:spPr>
          <a:xfrm>
            <a:off x="0" y="6455664"/>
            <a:ext cx="1016100" cy="402300"/>
          </a:xfrm>
          <a:prstGeom prst="rect">
            <a:avLst/>
          </a:prstGeom>
          <a:noFill/>
          <a:ln>
            <a:noFill/>
          </a:ln>
        </p:spPr>
        <p:txBody>
          <a:bodyPr anchorCtr="0" anchor="ctr" bIns="45700" lIns="91425" spcFirstLastPara="1" rIns="91425" wrap="square" tIns="45700">
            <a:noAutofit/>
          </a:bodyPr>
          <a:lstStyle>
            <a:lvl1pPr indent="0" lvl="0" marL="0" marR="0" rtl="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1pPr>
            <a:lvl2pPr indent="0" lvl="1" marL="0" marR="0" rtl="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2pPr>
            <a:lvl3pPr indent="0" lvl="2" marL="0" marR="0" rtl="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3pPr>
            <a:lvl4pPr indent="0" lvl="3" marL="0" marR="0" rtl="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4pPr>
            <a:lvl5pPr indent="0" lvl="4" marL="0" marR="0" rtl="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5pPr>
            <a:lvl6pPr indent="0" lvl="5" marL="0" marR="0" rtl="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6pPr>
            <a:lvl7pPr indent="0" lvl="6" marL="0" marR="0" rtl="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7pPr>
            <a:lvl8pPr indent="0" lvl="7" marL="0" marR="0" rtl="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8pPr>
            <a:lvl9pPr indent="0" lvl="8" marL="0" marR="0" rtl="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9pPr>
          </a:lstStyle>
          <a:p>
            <a:pPr indent="0" lvl="0" marL="0" rtl="0" algn="ctr">
              <a:spcBef>
                <a:spcPts val="0"/>
              </a:spcBef>
              <a:spcAft>
                <a:spcPts val="0"/>
              </a:spcAft>
              <a:buNone/>
            </a:pPr>
            <a:fld id="{00000000-1234-1234-1234-123412341234}" type="slidenum">
              <a:rPr lang="en-US"/>
              <a:t>‹#›</a:t>
            </a:fld>
            <a:endParaRPr/>
          </a:p>
        </p:txBody>
      </p:sp>
      <p:sp>
        <p:nvSpPr>
          <p:cNvPr id="14" name="Google Shape;14;p3"/>
          <p:cNvSpPr txBox="1"/>
          <p:nvPr/>
        </p:nvSpPr>
        <p:spPr>
          <a:xfrm>
            <a:off x="5174913" y="6591263"/>
            <a:ext cx="7032900" cy="266700"/>
          </a:xfrm>
          <a:prstGeom prst="rect">
            <a:avLst/>
          </a:prstGeom>
          <a:noFill/>
          <a:ln>
            <a:noFill/>
          </a:ln>
        </p:spPr>
        <p:txBody>
          <a:bodyPr anchorCtr="0" anchor="t" bIns="60950" lIns="121900" spcFirstLastPara="1" rIns="121900" wrap="square" tIns="60950">
            <a:spAutoFit/>
          </a:bodyPr>
          <a:lstStyle/>
          <a:p>
            <a:pPr indent="0" lvl="0" marL="0" marR="0" rtl="0" algn="r">
              <a:lnSpc>
                <a:spcPct val="100000"/>
              </a:lnSpc>
              <a:spcBef>
                <a:spcPts val="0"/>
              </a:spcBef>
              <a:spcAft>
                <a:spcPts val="0"/>
              </a:spcAft>
              <a:buClr>
                <a:srgbClr val="000000"/>
              </a:buClr>
              <a:buSzPts val="933"/>
              <a:buFont typeface="Arial"/>
              <a:buNone/>
            </a:pPr>
            <a:r>
              <a:rPr b="1" i="0" lang="en-US" sz="933" u="none" cap="none" strike="noStrike">
                <a:solidFill>
                  <a:srgbClr val="9B1D23"/>
                </a:solidFill>
                <a:latin typeface="Arial"/>
                <a:ea typeface="Arial"/>
                <a:cs typeface="Arial"/>
                <a:sym typeface="Arial"/>
              </a:rPr>
              <a:t>THIS DOCUMENT IS THE PROPERTY OF BANK OF THE PHILIPPINE ISLANDS.  STRICTLY CONFIDENTIAL.</a:t>
            </a:r>
            <a:endParaRPr b="0" i="0" sz="1400" u="none" cap="none" strike="noStrike">
              <a:solidFill>
                <a:srgbClr val="000000"/>
              </a:solidFill>
              <a:latin typeface="Arial"/>
              <a:ea typeface="Arial"/>
              <a:cs typeface="Arial"/>
              <a:sym typeface="Arial"/>
            </a:endParaRPr>
          </a:p>
        </p:txBody>
      </p:sp>
      <p:sp>
        <p:nvSpPr>
          <p:cNvPr id="15" name="Google Shape;15;p3"/>
          <p:cNvSpPr txBox="1"/>
          <p:nvPr/>
        </p:nvSpPr>
        <p:spPr>
          <a:xfrm>
            <a:off x="5757863" y="63500"/>
            <a:ext cx="701700" cy="152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FF0000"/>
                </a:solidFill>
                <a:latin typeface="Arial"/>
                <a:ea typeface="Arial"/>
                <a:cs typeface="Arial"/>
                <a:sym typeface="Arial"/>
              </a:rPr>
              <a:t>Confidential</a:t>
            </a:r>
            <a:endParaRPr b="0" i="0" sz="1400" u="none" cap="none" strike="noStrike">
              <a:solidFill>
                <a:srgbClr val="000000"/>
              </a:solidFill>
              <a:latin typeface="Arial"/>
              <a:ea typeface="Arial"/>
              <a:cs typeface="Arial"/>
              <a:sym typeface="Arial"/>
            </a:endParaRPr>
          </a:p>
        </p:txBody>
      </p:sp>
      <p:sp>
        <p:nvSpPr>
          <p:cNvPr id="16" name="Google Shape;16;p3"/>
          <p:cNvSpPr txBox="1"/>
          <p:nvPr/>
        </p:nvSpPr>
        <p:spPr>
          <a:xfrm>
            <a:off x="1515237" y="6642100"/>
            <a:ext cx="9186900" cy="152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This document contains confidential data. It is intended solely for  the use of authorized recipient(s). Unauthorized use, disclosure, or reproduction  is strictly prohibited.</a:t>
            </a:r>
            <a:endParaRPr b="0" i="0" sz="1400" u="none" cap="none" strike="noStrike">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hyperlink" Target="https://github.com/jpmenguito/api-training"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7.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8.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hyperlink" Target="https://github.com/jpmenguito/api-training"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5.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8" name="Shape 88"/>
        <p:cNvGrpSpPr/>
        <p:nvPr/>
      </p:nvGrpSpPr>
      <p:grpSpPr>
        <a:xfrm>
          <a:off x="0" y="0"/>
          <a:ext cx="0" cy="0"/>
          <a:chOff x="0" y="0"/>
          <a:chExt cx="0" cy="0"/>
        </a:xfrm>
      </p:grpSpPr>
      <p:sp>
        <p:nvSpPr>
          <p:cNvPr id="89" name="Google Shape;89;p1"/>
          <p:cNvSpPr txBox="1"/>
          <p:nvPr>
            <p:ph type="ctrTitle"/>
          </p:nvPr>
        </p:nvSpPr>
        <p:spPr>
          <a:xfrm>
            <a:off x="3848103" y="983674"/>
            <a:ext cx="6819900" cy="28173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9B1D23"/>
              </a:buClr>
              <a:buSzPts val="5300"/>
              <a:buFont typeface="Arial Black"/>
              <a:buNone/>
            </a:pPr>
            <a:r>
              <a:rPr lang="en-US"/>
              <a:t>Introduction to APIs</a:t>
            </a:r>
            <a:endParaRPr/>
          </a:p>
        </p:txBody>
      </p:sp>
      <p:sp>
        <p:nvSpPr>
          <p:cNvPr id="90" name="Google Shape;90;p1"/>
          <p:cNvSpPr txBox="1"/>
          <p:nvPr>
            <p:ph idx="1" type="subTitle"/>
          </p:nvPr>
        </p:nvSpPr>
        <p:spPr>
          <a:xfrm>
            <a:off x="3848103" y="3892984"/>
            <a:ext cx="6819900" cy="165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1440"/>
              <a:buNone/>
            </a:pPr>
            <a:r>
              <a:rPr i="1" lang="en-US" sz="1800"/>
              <a:t>by BPI</a:t>
            </a:r>
            <a:endParaRPr/>
          </a:p>
        </p:txBody>
      </p:sp>
      <p:sp>
        <p:nvSpPr>
          <p:cNvPr id="91" name="Google Shape;91;p1"/>
          <p:cNvSpPr txBox="1"/>
          <p:nvPr>
            <p:ph idx="12" type="sldNum"/>
          </p:nvPr>
        </p:nvSpPr>
        <p:spPr>
          <a:xfrm>
            <a:off x="0" y="6455664"/>
            <a:ext cx="1016100" cy="4023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600"/>
              <a:buNone/>
            </a:pPr>
            <a:fld id="{00000000-1234-1234-1234-123412341234}" type="slidenum">
              <a:rPr lang="en-US"/>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g39a1362b7ee_0_87"/>
          <p:cNvSpPr txBox="1"/>
          <p:nvPr>
            <p:ph type="title"/>
          </p:nvPr>
        </p:nvSpPr>
        <p:spPr>
          <a:xfrm>
            <a:off x="439648" y="189700"/>
            <a:ext cx="5510400" cy="6603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1100"/>
              <a:buFont typeface="Arial"/>
              <a:buNone/>
            </a:pPr>
            <a:r>
              <a:rPr lang="en-US" sz="1200">
                <a:latin typeface="IBM Plex Sans"/>
                <a:ea typeface="IBM Plex Sans"/>
                <a:cs typeface="IBM Plex Sans"/>
                <a:sym typeface="IBM Plex Sans"/>
              </a:rPr>
              <a:t>Introduction to APIs</a:t>
            </a:r>
            <a:endParaRPr sz="1200">
              <a:latin typeface="IBM Plex Sans"/>
              <a:ea typeface="IBM Plex Sans"/>
              <a:cs typeface="IBM Plex Sans"/>
              <a:sym typeface="IBM Plex Sans"/>
            </a:endParaRPr>
          </a:p>
        </p:txBody>
      </p:sp>
      <p:cxnSp>
        <p:nvCxnSpPr>
          <p:cNvPr id="98" name="Google Shape;98;g39a1362b7ee_0_87"/>
          <p:cNvCxnSpPr/>
          <p:nvPr/>
        </p:nvCxnSpPr>
        <p:spPr>
          <a:xfrm>
            <a:off x="97082" y="746462"/>
            <a:ext cx="10200300" cy="0"/>
          </a:xfrm>
          <a:prstGeom prst="straightConnector1">
            <a:avLst/>
          </a:prstGeom>
          <a:noFill/>
          <a:ln cap="flat" cmpd="sng" w="9525">
            <a:solidFill>
              <a:schemeClr val="accent1"/>
            </a:solidFill>
            <a:prstDash val="solid"/>
            <a:miter lim="800000"/>
            <a:headEnd len="sm" w="sm" type="none"/>
            <a:tailEnd len="sm" w="sm" type="none"/>
          </a:ln>
        </p:spPr>
      </p:cxnSp>
      <p:sp>
        <p:nvSpPr>
          <p:cNvPr id="99" name="Google Shape;99;g39a1362b7ee_0_87"/>
          <p:cNvSpPr txBox="1"/>
          <p:nvPr>
            <p:ph idx="4294967295" type="ctrTitle"/>
          </p:nvPr>
        </p:nvSpPr>
        <p:spPr>
          <a:xfrm>
            <a:off x="517400" y="983676"/>
            <a:ext cx="10150500" cy="601200"/>
          </a:xfrm>
          <a:prstGeom prst="rect">
            <a:avLst/>
          </a:prstGeom>
          <a:noFill/>
          <a:ln>
            <a:noFill/>
          </a:ln>
        </p:spPr>
        <p:txBody>
          <a:bodyPr anchorCtr="0" anchor="t" bIns="45700" lIns="91425" spcFirstLastPara="1" rIns="91425" wrap="square" tIns="45700">
            <a:normAutofit fontScale="90000"/>
          </a:bodyPr>
          <a:lstStyle/>
          <a:p>
            <a:pPr indent="0" lvl="0" marL="0" marR="0" rtl="0" algn="l">
              <a:lnSpc>
                <a:spcPct val="90000"/>
              </a:lnSpc>
              <a:spcBef>
                <a:spcPts val="0"/>
              </a:spcBef>
              <a:spcAft>
                <a:spcPts val="0"/>
              </a:spcAft>
              <a:buClr>
                <a:schemeClr val="dk1"/>
              </a:buClr>
              <a:buSzPct val="25779"/>
              <a:buFont typeface="Arial"/>
              <a:buNone/>
            </a:pPr>
            <a:r>
              <a:rPr b="1" i="0" lang="en-US" sz="4267" u="none" cap="none" strike="noStrike">
                <a:solidFill>
                  <a:srgbClr val="9B1D23"/>
                </a:solidFill>
                <a:latin typeface="Arial Black"/>
                <a:ea typeface="Arial Black"/>
                <a:cs typeface="Arial Black"/>
                <a:sym typeface="Arial Black"/>
              </a:rPr>
              <a:t>What You’ll Learn</a:t>
            </a:r>
            <a:endParaRPr b="1" i="0" sz="4267" u="none" cap="none" strike="noStrike">
              <a:solidFill>
                <a:srgbClr val="9B1D23"/>
              </a:solidFill>
              <a:latin typeface="Arial Black"/>
              <a:ea typeface="Arial Black"/>
              <a:cs typeface="Arial Black"/>
              <a:sym typeface="Arial Black"/>
            </a:endParaRPr>
          </a:p>
          <a:p>
            <a:pPr indent="0" lvl="0" marL="0" marR="0" rtl="0" algn="l">
              <a:lnSpc>
                <a:spcPct val="90000"/>
              </a:lnSpc>
              <a:spcBef>
                <a:spcPts val="0"/>
              </a:spcBef>
              <a:spcAft>
                <a:spcPts val="0"/>
              </a:spcAft>
              <a:buClr>
                <a:schemeClr val="dk1"/>
              </a:buClr>
              <a:buSzPct val="25779"/>
              <a:buFont typeface="Arial"/>
              <a:buNone/>
            </a:pPr>
            <a:r>
              <a:t/>
            </a:r>
            <a:endParaRPr b="1" i="0" sz="4267" u="none" cap="none" strike="noStrike">
              <a:solidFill>
                <a:srgbClr val="9B1D23"/>
              </a:solidFill>
              <a:latin typeface="Arial Black"/>
              <a:ea typeface="Arial Black"/>
              <a:cs typeface="Arial Black"/>
              <a:sym typeface="Arial Black"/>
            </a:endParaRPr>
          </a:p>
          <a:p>
            <a:pPr indent="0" lvl="0" marL="0" marR="0" rtl="0" algn="l">
              <a:lnSpc>
                <a:spcPct val="90000"/>
              </a:lnSpc>
              <a:spcBef>
                <a:spcPts val="0"/>
              </a:spcBef>
              <a:spcAft>
                <a:spcPts val="0"/>
              </a:spcAft>
              <a:buClr>
                <a:srgbClr val="9B1D23"/>
              </a:buClr>
              <a:buSzPct val="124209"/>
              <a:buFont typeface="Arial Black"/>
              <a:buNone/>
            </a:pPr>
            <a:r>
              <a:t/>
            </a:r>
            <a:endParaRPr b="1" i="0" sz="4267" u="none" cap="none" strike="noStrike">
              <a:solidFill>
                <a:srgbClr val="9B1D23"/>
              </a:solidFill>
              <a:latin typeface="Arial Black"/>
              <a:ea typeface="Arial Black"/>
              <a:cs typeface="Arial Black"/>
              <a:sym typeface="Arial Black"/>
            </a:endParaRPr>
          </a:p>
        </p:txBody>
      </p:sp>
      <p:sp>
        <p:nvSpPr>
          <p:cNvPr id="100" name="Google Shape;100;g39a1362b7ee_0_87"/>
          <p:cNvSpPr txBox="1"/>
          <p:nvPr/>
        </p:nvSpPr>
        <p:spPr>
          <a:xfrm>
            <a:off x="595975" y="1764525"/>
            <a:ext cx="10150500" cy="2724300"/>
          </a:xfrm>
          <a:prstGeom prst="rect">
            <a:avLst/>
          </a:prstGeom>
          <a:noFill/>
          <a:ln>
            <a:noFill/>
          </a:ln>
        </p:spPr>
        <p:txBody>
          <a:bodyPr anchorCtr="0" anchor="t" bIns="91425" lIns="91425" spcFirstLastPara="1" rIns="91425" wrap="square" tIns="91425">
            <a:spAutoFit/>
          </a:bodyPr>
          <a:lstStyle/>
          <a:p>
            <a:pPr indent="-419100" lvl="0" marL="457200" marR="0" rtl="0" algn="l">
              <a:lnSpc>
                <a:spcPct val="150000"/>
              </a:lnSpc>
              <a:spcBef>
                <a:spcPts val="0"/>
              </a:spcBef>
              <a:spcAft>
                <a:spcPts val="0"/>
              </a:spcAft>
              <a:buClr>
                <a:schemeClr val="dk1"/>
              </a:buClr>
              <a:buSzPts val="3000"/>
              <a:buFont typeface="Lexend"/>
              <a:buAutoNum type="arabicPeriod"/>
            </a:pPr>
            <a:r>
              <a:rPr b="1" i="0" lang="en-US" sz="3000" u="none" cap="none" strike="noStrike">
                <a:solidFill>
                  <a:schemeClr val="dk1"/>
                </a:solidFill>
                <a:latin typeface="Lexend"/>
                <a:ea typeface="Lexend"/>
                <a:cs typeface="Lexend"/>
                <a:sym typeface="Lexend"/>
              </a:rPr>
              <a:t>What is an API and RESTful APIs</a:t>
            </a:r>
            <a:endParaRPr b="1" i="0" sz="3000" u="none" cap="none" strike="noStrike">
              <a:solidFill>
                <a:schemeClr val="dk1"/>
              </a:solidFill>
              <a:latin typeface="Lexend"/>
              <a:ea typeface="Lexend"/>
              <a:cs typeface="Lexend"/>
              <a:sym typeface="Lexend"/>
            </a:endParaRPr>
          </a:p>
          <a:p>
            <a:pPr indent="-419100" lvl="0" marL="457200" marR="0" rtl="0" algn="l">
              <a:lnSpc>
                <a:spcPct val="150000"/>
              </a:lnSpc>
              <a:spcBef>
                <a:spcPts val="0"/>
              </a:spcBef>
              <a:spcAft>
                <a:spcPts val="0"/>
              </a:spcAft>
              <a:buClr>
                <a:schemeClr val="dk1"/>
              </a:buClr>
              <a:buSzPts val="3000"/>
              <a:buFont typeface="Lexend"/>
              <a:buAutoNum type="arabicPeriod"/>
            </a:pPr>
            <a:r>
              <a:rPr b="1" i="0" lang="en-US" sz="3000" u="none" cap="none" strike="noStrike">
                <a:solidFill>
                  <a:schemeClr val="dk1"/>
                </a:solidFill>
                <a:latin typeface="Lexend"/>
                <a:ea typeface="Lexend"/>
                <a:cs typeface="Lexend"/>
                <a:sym typeface="Lexend"/>
              </a:rPr>
              <a:t>HTTP</a:t>
            </a:r>
            <a:endParaRPr b="1" i="0" sz="3000" u="none" cap="none" strike="noStrike">
              <a:solidFill>
                <a:schemeClr val="dk1"/>
              </a:solidFill>
              <a:latin typeface="Lexend"/>
              <a:ea typeface="Lexend"/>
              <a:cs typeface="Lexend"/>
              <a:sym typeface="Lexend"/>
            </a:endParaRPr>
          </a:p>
          <a:p>
            <a:pPr indent="-419100" lvl="0" marL="457200" marR="0" rtl="0" algn="l">
              <a:lnSpc>
                <a:spcPct val="150000"/>
              </a:lnSpc>
              <a:spcBef>
                <a:spcPts val="0"/>
              </a:spcBef>
              <a:spcAft>
                <a:spcPts val="0"/>
              </a:spcAft>
              <a:buClr>
                <a:schemeClr val="dk1"/>
              </a:buClr>
              <a:buSzPts val="3000"/>
              <a:buFont typeface="Lexend"/>
              <a:buAutoNum type="arabicPeriod"/>
            </a:pPr>
            <a:r>
              <a:rPr b="1" i="0" lang="en-US" sz="3000" u="none" cap="none" strike="noStrike">
                <a:solidFill>
                  <a:schemeClr val="dk1"/>
                </a:solidFill>
                <a:latin typeface="Lexend"/>
                <a:ea typeface="Lexend"/>
                <a:cs typeface="Lexend"/>
                <a:sym typeface="Lexend"/>
              </a:rPr>
              <a:t>JSON and Serialization w/ Jackson</a:t>
            </a:r>
            <a:endParaRPr b="1" i="0" sz="3000" u="none" cap="none" strike="noStrike">
              <a:solidFill>
                <a:schemeClr val="dk1"/>
              </a:solidFill>
              <a:latin typeface="Lexend"/>
              <a:ea typeface="Lexend"/>
              <a:cs typeface="Lexend"/>
              <a:sym typeface="Lexend"/>
            </a:endParaRPr>
          </a:p>
          <a:p>
            <a:pPr indent="-419100" lvl="0" marL="457200" marR="0" rtl="0" algn="l">
              <a:lnSpc>
                <a:spcPct val="150000"/>
              </a:lnSpc>
              <a:spcBef>
                <a:spcPts val="0"/>
              </a:spcBef>
              <a:spcAft>
                <a:spcPts val="0"/>
              </a:spcAft>
              <a:buClr>
                <a:schemeClr val="dk1"/>
              </a:buClr>
              <a:buSzPts val="3000"/>
              <a:buFont typeface="Lexend"/>
              <a:buAutoNum type="arabicPeriod"/>
            </a:pPr>
            <a:r>
              <a:rPr b="1" i="0" lang="en-US" sz="3000" u="none" cap="none" strike="noStrike">
                <a:solidFill>
                  <a:schemeClr val="dk1"/>
                </a:solidFill>
                <a:latin typeface="Lexend"/>
                <a:ea typeface="Lexend"/>
                <a:cs typeface="Lexend"/>
                <a:sym typeface="Lexend"/>
              </a:rPr>
              <a:t>Building a REST API</a:t>
            </a:r>
            <a:endParaRPr b="1" i="0" sz="3000" u="none" cap="none" strike="noStrike">
              <a:solidFill>
                <a:schemeClr val="dk1"/>
              </a:solidFill>
              <a:latin typeface="Lexend"/>
              <a:ea typeface="Lexend"/>
              <a:cs typeface="Lexend"/>
              <a:sym typeface="Lexen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g3c35b158342_0_0"/>
          <p:cNvSpPr txBox="1"/>
          <p:nvPr>
            <p:ph type="title"/>
          </p:nvPr>
        </p:nvSpPr>
        <p:spPr>
          <a:xfrm>
            <a:off x="439648" y="189700"/>
            <a:ext cx="5510400" cy="6603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1100"/>
              <a:buFont typeface="Arial"/>
              <a:buNone/>
            </a:pPr>
            <a:r>
              <a:rPr lang="en-US" sz="1200">
                <a:latin typeface="IBM Plex Sans"/>
                <a:ea typeface="IBM Plex Sans"/>
                <a:cs typeface="IBM Plex Sans"/>
                <a:sym typeface="IBM Plex Sans"/>
              </a:rPr>
              <a:t>Introduction to APIs</a:t>
            </a:r>
            <a:endParaRPr sz="1200">
              <a:latin typeface="IBM Plex Sans"/>
              <a:ea typeface="IBM Plex Sans"/>
              <a:cs typeface="IBM Plex Sans"/>
              <a:sym typeface="IBM Plex Sans"/>
            </a:endParaRPr>
          </a:p>
        </p:txBody>
      </p:sp>
      <p:cxnSp>
        <p:nvCxnSpPr>
          <p:cNvPr id="107" name="Google Shape;107;g3c35b158342_0_0"/>
          <p:cNvCxnSpPr/>
          <p:nvPr/>
        </p:nvCxnSpPr>
        <p:spPr>
          <a:xfrm>
            <a:off x="97082" y="746462"/>
            <a:ext cx="10200300" cy="0"/>
          </a:xfrm>
          <a:prstGeom prst="straightConnector1">
            <a:avLst/>
          </a:prstGeom>
          <a:noFill/>
          <a:ln cap="flat" cmpd="sng" w="9525">
            <a:solidFill>
              <a:schemeClr val="accent1"/>
            </a:solidFill>
            <a:prstDash val="solid"/>
            <a:miter lim="800000"/>
            <a:headEnd len="sm" w="sm" type="none"/>
            <a:tailEnd len="sm" w="sm" type="none"/>
          </a:ln>
        </p:spPr>
      </p:cxnSp>
      <p:sp>
        <p:nvSpPr>
          <p:cNvPr id="108" name="Google Shape;108;g3c35b158342_0_0"/>
          <p:cNvSpPr txBox="1"/>
          <p:nvPr>
            <p:ph idx="4294967295" type="ctrTitle"/>
          </p:nvPr>
        </p:nvSpPr>
        <p:spPr>
          <a:xfrm>
            <a:off x="517400" y="983676"/>
            <a:ext cx="10150500" cy="601200"/>
          </a:xfrm>
          <a:prstGeom prst="rect">
            <a:avLst/>
          </a:prstGeom>
          <a:noFill/>
          <a:ln>
            <a:noFill/>
          </a:ln>
        </p:spPr>
        <p:txBody>
          <a:bodyPr anchorCtr="0" anchor="t" bIns="45700" lIns="91425" spcFirstLastPara="1" rIns="91425" wrap="square" tIns="45700">
            <a:normAutofit fontScale="90000"/>
          </a:bodyPr>
          <a:lstStyle/>
          <a:p>
            <a:pPr indent="0" lvl="0" marL="0" marR="0" rtl="0" algn="l">
              <a:lnSpc>
                <a:spcPct val="90000"/>
              </a:lnSpc>
              <a:spcBef>
                <a:spcPts val="0"/>
              </a:spcBef>
              <a:spcAft>
                <a:spcPts val="0"/>
              </a:spcAft>
              <a:buClr>
                <a:srgbClr val="9B1D23"/>
              </a:buClr>
              <a:buSzPct val="124209"/>
              <a:buFont typeface="Arial Black"/>
              <a:buNone/>
            </a:pPr>
            <a:r>
              <a:rPr b="1" i="0" lang="en-US" sz="4267" u="none" cap="none" strike="noStrike">
                <a:solidFill>
                  <a:srgbClr val="9B1D23"/>
                </a:solidFill>
                <a:latin typeface="Arial Black"/>
                <a:ea typeface="Arial Black"/>
                <a:cs typeface="Arial Black"/>
                <a:sym typeface="Arial Black"/>
              </a:rPr>
              <a:t>What We’ll Discuss</a:t>
            </a:r>
            <a:endParaRPr b="1" i="0" sz="4267" u="none" cap="none" strike="noStrike">
              <a:solidFill>
                <a:srgbClr val="9B1D23"/>
              </a:solidFill>
              <a:latin typeface="Arial Black"/>
              <a:ea typeface="Arial Black"/>
              <a:cs typeface="Arial Black"/>
              <a:sym typeface="Arial Black"/>
            </a:endParaRPr>
          </a:p>
          <a:p>
            <a:pPr indent="0" lvl="0" marL="0" marR="0" rtl="0" algn="l">
              <a:lnSpc>
                <a:spcPct val="90000"/>
              </a:lnSpc>
              <a:spcBef>
                <a:spcPts val="0"/>
              </a:spcBef>
              <a:spcAft>
                <a:spcPts val="0"/>
              </a:spcAft>
              <a:buClr>
                <a:srgbClr val="9B1D23"/>
              </a:buClr>
              <a:buSzPct val="124209"/>
              <a:buFont typeface="Arial Black"/>
              <a:buNone/>
            </a:pPr>
            <a:r>
              <a:t/>
            </a:r>
            <a:endParaRPr b="1" i="0" sz="4267" u="none" cap="none" strike="noStrike">
              <a:solidFill>
                <a:srgbClr val="9B1D23"/>
              </a:solidFill>
              <a:latin typeface="Arial Black"/>
              <a:ea typeface="Arial Black"/>
              <a:cs typeface="Arial Black"/>
              <a:sym typeface="Arial Black"/>
            </a:endParaRPr>
          </a:p>
        </p:txBody>
      </p:sp>
      <p:sp>
        <p:nvSpPr>
          <p:cNvPr id="109" name="Google Shape;109;g3c35b158342_0_0"/>
          <p:cNvSpPr txBox="1"/>
          <p:nvPr/>
        </p:nvSpPr>
        <p:spPr>
          <a:xfrm>
            <a:off x="595975" y="1764525"/>
            <a:ext cx="10150500" cy="1339200"/>
          </a:xfrm>
          <a:prstGeom prst="rect">
            <a:avLst/>
          </a:prstGeom>
          <a:noFill/>
          <a:ln>
            <a:noFill/>
          </a:ln>
        </p:spPr>
        <p:txBody>
          <a:bodyPr anchorCtr="0" anchor="t" bIns="91425" lIns="91425" spcFirstLastPara="1" rIns="91425" wrap="square" tIns="91425">
            <a:spAutoFit/>
          </a:bodyPr>
          <a:lstStyle/>
          <a:p>
            <a:pPr indent="-419100" lvl="0" marL="457200" marR="0" rtl="0" algn="l">
              <a:lnSpc>
                <a:spcPct val="150000"/>
              </a:lnSpc>
              <a:spcBef>
                <a:spcPts val="0"/>
              </a:spcBef>
              <a:spcAft>
                <a:spcPts val="0"/>
              </a:spcAft>
              <a:buClr>
                <a:schemeClr val="dk1"/>
              </a:buClr>
              <a:buSzPts val="3000"/>
              <a:buFont typeface="Lexend"/>
              <a:buAutoNum type="arabicPeriod"/>
            </a:pPr>
            <a:r>
              <a:rPr b="1" lang="en-US" sz="3000">
                <a:solidFill>
                  <a:schemeClr val="dk1"/>
                </a:solidFill>
                <a:latin typeface="Lexend"/>
                <a:ea typeface="Lexend"/>
                <a:cs typeface="Lexend"/>
                <a:sym typeface="Lexend"/>
              </a:rPr>
              <a:t>Project Structures</a:t>
            </a:r>
            <a:endParaRPr b="1" sz="3000">
              <a:solidFill>
                <a:schemeClr val="dk1"/>
              </a:solidFill>
              <a:latin typeface="Lexend"/>
              <a:ea typeface="Lexend"/>
              <a:cs typeface="Lexend"/>
              <a:sym typeface="Lexend"/>
            </a:endParaRPr>
          </a:p>
          <a:p>
            <a:pPr indent="-419100" lvl="0" marL="457200" marR="0" rtl="0" algn="l">
              <a:lnSpc>
                <a:spcPct val="150000"/>
              </a:lnSpc>
              <a:spcBef>
                <a:spcPts val="0"/>
              </a:spcBef>
              <a:spcAft>
                <a:spcPts val="0"/>
              </a:spcAft>
              <a:buClr>
                <a:schemeClr val="dk1"/>
              </a:buClr>
              <a:buSzPts val="3000"/>
              <a:buFont typeface="Lexend"/>
              <a:buAutoNum type="arabicPeriod"/>
            </a:pPr>
            <a:r>
              <a:rPr b="1" lang="en-US" sz="3000">
                <a:solidFill>
                  <a:schemeClr val="dk1"/>
                </a:solidFill>
                <a:latin typeface="Lexend"/>
                <a:ea typeface="Lexend"/>
                <a:cs typeface="Lexend"/>
                <a:sym typeface="Lexend"/>
              </a:rPr>
              <a:t>Building a minimal RESTful API with Spark Java</a:t>
            </a:r>
            <a:endParaRPr b="1" sz="3000">
              <a:solidFill>
                <a:schemeClr val="dk1"/>
              </a:solidFill>
              <a:latin typeface="Lexend"/>
              <a:ea typeface="Lexend"/>
              <a:cs typeface="Lexend"/>
              <a:sym typeface="Lexen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g39a1362b7ee_0_20"/>
          <p:cNvSpPr txBox="1"/>
          <p:nvPr>
            <p:ph type="title"/>
          </p:nvPr>
        </p:nvSpPr>
        <p:spPr>
          <a:xfrm>
            <a:off x="439648" y="189700"/>
            <a:ext cx="5510400" cy="6603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1100"/>
              <a:buFont typeface="Arial"/>
              <a:buNone/>
            </a:pPr>
            <a:r>
              <a:rPr lang="en-US" sz="1200">
                <a:latin typeface="IBM Plex Sans"/>
                <a:ea typeface="IBM Plex Sans"/>
                <a:cs typeface="IBM Plex Sans"/>
                <a:sym typeface="IBM Plex Sans"/>
              </a:rPr>
              <a:t>Introduction to APIs</a:t>
            </a:r>
            <a:endParaRPr sz="1200">
              <a:latin typeface="IBM Plex Sans"/>
              <a:ea typeface="IBM Plex Sans"/>
              <a:cs typeface="IBM Plex Sans"/>
              <a:sym typeface="IBM Plex Sans"/>
            </a:endParaRPr>
          </a:p>
        </p:txBody>
      </p:sp>
      <p:cxnSp>
        <p:nvCxnSpPr>
          <p:cNvPr id="116" name="Google Shape;116;g39a1362b7ee_0_20"/>
          <p:cNvCxnSpPr/>
          <p:nvPr/>
        </p:nvCxnSpPr>
        <p:spPr>
          <a:xfrm>
            <a:off x="97082" y="746462"/>
            <a:ext cx="10200300" cy="0"/>
          </a:xfrm>
          <a:prstGeom prst="straightConnector1">
            <a:avLst/>
          </a:prstGeom>
          <a:noFill/>
          <a:ln cap="flat" cmpd="sng" w="9525">
            <a:solidFill>
              <a:schemeClr val="accent1"/>
            </a:solidFill>
            <a:prstDash val="solid"/>
            <a:miter lim="800000"/>
            <a:headEnd len="sm" w="sm" type="none"/>
            <a:tailEnd len="sm" w="sm" type="none"/>
          </a:ln>
        </p:spPr>
      </p:cxnSp>
      <p:sp>
        <p:nvSpPr>
          <p:cNvPr id="117" name="Google Shape;117;g39a1362b7ee_0_20"/>
          <p:cNvSpPr txBox="1"/>
          <p:nvPr>
            <p:ph idx="4294967295" type="ctrTitle"/>
          </p:nvPr>
        </p:nvSpPr>
        <p:spPr>
          <a:xfrm>
            <a:off x="517400" y="983676"/>
            <a:ext cx="10150500" cy="601200"/>
          </a:xfrm>
          <a:prstGeom prst="rect">
            <a:avLst/>
          </a:prstGeom>
          <a:noFill/>
          <a:ln>
            <a:noFill/>
          </a:ln>
        </p:spPr>
        <p:txBody>
          <a:bodyPr anchorCtr="0" anchor="t" bIns="45700" lIns="91425" spcFirstLastPara="1" rIns="91425" wrap="square" tIns="45700">
            <a:normAutofit fontScale="90000"/>
          </a:bodyPr>
          <a:lstStyle/>
          <a:p>
            <a:pPr indent="0" lvl="0" marL="0" marR="0" rtl="0" algn="l">
              <a:lnSpc>
                <a:spcPct val="90000"/>
              </a:lnSpc>
              <a:spcBef>
                <a:spcPts val="0"/>
              </a:spcBef>
              <a:spcAft>
                <a:spcPts val="0"/>
              </a:spcAft>
              <a:buClr>
                <a:srgbClr val="9B1D23"/>
              </a:buClr>
              <a:buSzPct val="124209"/>
              <a:buFont typeface="Arial Black"/>
              <a:buNone/>
            </a:pPr>
            <a:r>
              <a:rPr lang="en-US"/>
              <a:t>Project Structure</a:t>
            </a:r>
            <a:endParaRPr/>
          </a:p>
          <a:p>
            <a:pPr indent="0" lvl="0" marL="0" marR="0" rtl="0" algn="l">
              <a:lnSpc>
                <a:spcPct val="90000"/>
              </a:lnSpc>
              <a:spcBef>
                <a:spcPts val="0"/>
              </a:spcBef>
              <a:spcAft>
                <a:spcPts val="0"/>
              </a:spcAft>
              <a:buClr>
                <a:srgbClr val="9B1D23"/>
              </a:buClr>
              <a:buSzPct val="124209"/>
              <a:buFont typeface="Arial Black"/>
              <a:buNone/>
            </a:pPr>
            <a:r>
              <a:t/>
            </a:r>
            <a:endParaRPr/>
          </a:p>
        </p:txBody>
      </p:sp>
      <p:sp>
        <p:nvSpPr>
          <p:cNvPr id="118" name="Google Shape;118;g39a1362b7ee_0_20"/>
          <p:cNvSpPr txBox="1"/>
          <p:nvPr/>
        </p:nvSpPr>
        <p:spPr>
          <a:xfrm>
            <a:off x="517400" y="1764525"/>
            <a:ext cx="10150500" cy="4417500"/>
          </a:xfrm>
          <a:prstGeom prst="rect">
            <a:avLst/>
          </a:prstGeom>
          <a:noFill/>
          <a:ln>
            <a:noFill/>
          </a:ln>
        </p:spPr>
        <p:txBody>
          <a:bodyPr anchorCtr="0" anchor="t" bIns="91425" lIns="91425" spcFirstLastPara="1" rIns="91425" wrap="square" tIns="91425">
            <a:spAutoFit/>
          </a:bodyPr>
          <a:lstStyle/>
          <a:p>
            <a:pPr indent="-368300" lvl="0" marL="457200" marR="0" rtl="0" algn="l">
              <a:lnSpc>
                <a:spcPct val="115000"/>
              </a:lnSpc>
              <a:spcBef>
                <a:spcPts val="0"/>
              </a:spcBef>
              <a:spcAft>
                <a:spcPts val="0"/>
              </a:spcAft>
              <a:buClr>
                <a:schemeClr val="dk1"/>
              </a:buClr>
              <a:buSzPts val="2200"/>
              <a:buFont typeface="Lexend"/>
              <a:buChar char="●"/>
            </a:pPr>
            <a:r>
              <a:rPr lang="en-US" sz="2200">
                <a:solidFill>
                  <a:schemeClr val="dk1"/>
                </a:solidFill>
                <a:latin typeface="Lexend"/>
                <a:ea typeface="Lexend"/>
                <a:cs typeface="Lexend"/>
                <a:sym typeface="Lexend"/>
              </a:rPr>
              <a:t>In the early 2000s, enterprise projects were getting massive, consequently, teams were also growing in size. Software stability and maintainability was prioritized instead of speed. Productivity slowed down as spaghetti code became an issue. To solve this problem, the industry adapted proper structuring.</a:t>
            </a:r>
            <a:endParaRPr sz="2200">
              <a:solidFill>
                <a:schemeClr val="dk1"/>
              </a:solidFill>
              <a:latin typeface="Lexend"/>
              <a:ea typeface="Lexend"/>
              <a:cs typeface="Lexend"/>
              <a:sym typeface="Lexend"/>
            </a:endParaRPr>
          </a:p>
          <a:p>
            <a:pPr indent="-368300" lvl="0" marL="457200" marR="0" rtl="0" algn="l">
              <a:lnSpc>
                <a:spcPct val="115000"/>
              </a:lnSpc>
              <a:spcBef>
                <a:spcPts val="0"/>
              </a:spcBef>
              <a:spcAft>
                <a:spcPts val="0"/>
              </a:spcAft>
              <a:buClr>
                <a:schemeClr val="dk1"/>
              </a:buClr>
              <a:buSzPts val="2200"/>
              <a:buFont typeface="Lexend"/>
              <a:buChar char="●"/>
            </a:pPr>
            <a:r>
              <a:rPr lang="en-US" sz="2200">
                <a:solidFill>
                  <a:schemeClr val="dk1"/>
                </a:solidFill>
                <a:latin typeface="Lexend"/>
                <a:ea typeface="Lexend"/>
                <a:cs typeface="Lexend"/>
                <a:sym typeface="Lexend"/>
              </a:rPr>
              <a:t>Applications are now separated into layers with each layer having one responsibility.</a:t>
            </a:r>
            <a:endParaRPr sz="2200">
              <a:solidFill>
                <a:schemeClr val="dk1"/>
              </a:solidFill>
              <a:latin typeface="Lexend"/>
              <a:ea typeface="Lexend"/>
              <a:cs typeface="Lexend"/>
              <a:sym typeface="Lexend"/>
            </a:endParaRPr>
          </a:p>
          <a:p>
            <a:pPr indent="-368300" lvl="0" marL="457200" marR="0" rtl="0" algn="l">
              <a:lnSpc>
                <a:spcPct val="115000"/>
              </a:lnSpc>
              <a:spcBef>
                <a:spcPts val="0"/>
              </a:spcBef>
              <a:spcAft>
                <a:spcPts val="0"/>
              </a:spcAft>
              <a:buClr>
                <a:schemeClr val="dk1"/>
              </a:buClr>
              <a:buSzPts val="2200"/>
              <a:buFont typeface="Lexend"/>
              <a:buChar char="●"/>
            </a:pPr>
            <a:r>
              <a:rPr lang="en-US" sz="2200">
                <a:solidFill>
                  <a:schemeClr val="dk1"/>
                </a:solidFill>
                <a:latin typeface="Lexend"/>
                <a:ea typeface="Lexend"/>
                <a:cs typeface="Lexend"/>
                <a:sym typeface="Lexend"/>
              </a:rPr>
              <a:t>Applications became easier to test, to maintain, and to scale. </a:t>
            </a:r>
            <a:endParaRPr sz="2200">
              <a:solidFill>
                <a:schemeClr val="dk1"/>
              </a:solidFill>
              <a:latin typeface="Lexend"/>
              <a:ea typeface="Lexend"/>
              <a:cs typeface="Lexend"/>
              <a:sym typeface="Lexend"/>
            </a:endParaRPr>
          </a:p>
          <a:p>
            <a:pPr indent="-368300" lvl="0" marL="457200" marR="0" rtl="0" algn="l">
              <a:lnSpc>
                <a:spcPct val="115000"/>
              </a:lnSpc>
              <a:spcBef>
                <a:spcPts val="0"/>
              </a:spcBef>
              <a:spcAft>
                <a:spcPts val="0"/>
              </a:spcAft>
              <a:buClr>
                <a:schemeClr val="dk1"/>
              </a:buClr>
              <a:buSzPts val="2200"/>
              <a:buFont typeface="Lexend"/>
              <a:buChar char="●"/>
            </a:pPr>
            <a:r>
              <a:rPr lang="en-US" sz="2200">
                <a:solidFill>
                  <a:schemeClr val="dk1"/>
                </a:solidFill>
                <a:latin typeface="Lexend"/>
                <a:ea typeface="Lexend"/>
                <a:cs typeface="Lexend"/>
                <a:sym typeface="Lexend"/>
              </a:rPr>
              <a:t>There’s no one rule when structuring applications. There are multiple software architectural patterns that exist. One of the most common structure is the N-Tier Layered Architecture</a:t>
            </a:r>
            <a:endParaRPr sz="2200">
              <a:solidFill>
                <a:schemeClr val="dk1"/>
              </a:solidFill>
              <a:latin typeface="Lexend"/>
              <a:ea typeface="Lexend"/>
              <a:cs typeface="Lexend"/>
              <a:sym typeface="Lexen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g3c35b158342_0_54"/>
          <p:cNvSpPr txBox="1"/>
          <p:nvPr>
            <p:ph type="title"/>
          </p:nvPr>
        </p:nvSpPr>
        <p:spPr>
          <a:xfrm>
            <a:off x="439648" y="189700"/>
            <a:ext cx="5510400" cy="6603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1100"/>
              <a:buFont typeface="Arial"/>
              <a:buNone/>
            </a:pPr>
            <a:r>
              <a:rPr lang="en-US" sz="1200">
                <a:latin typeface="IBM Plex Sans"/>
                <a:ea typeface="IBM Plex Sans"/>
                <a:cs typeface="IBM Plex Sans"/>
                <a:sym typeface="IBM Plex Sans"/>
              </a:rPr>
              <a:t>Introduction to APIs</a:t>
            </a:r>
            <a:endParaRPr sz="1200">
              <a:latin typeface="IBM Plex Sans"/>
              <a:ea typeface="IBM Plex Sans"/>
              <a:cs typeface="IBM Plex Sans"/>
              <a:sym typeface="IBM Plex Sans"/>
            </a:endParaRPr>
          </a:p>
        </p:txBody>
      </p:sp>
      <p:cxnSp>
        <p:nvCxnSpPr>
          <p:cNvPr id="125" name="Google Shape;125;g3c35b158342_0_54"/>
          <p:cNvCxnSpPr/>
          <p:nvPr/>
        </p:nvCxnSpPr>
        <p:spPr>
          <a:xfrm>
            <a:off x="97082" y="746462"/>
            <a:ext cx="10200300" cy="0"/>
          </a:xfrm>
          <a:prstGeom prst="straightConnector1">
            <a:avLst/>
          </a:prstGeom>
          <a:noFill/>
          <a:ln cap="flat" cmpd="sng" w="9525">
            <a:solidFill>
              <a:schemeClr val="accent1"/>
            </a:solidFill>
            <a:prstDash val="solid"/>
            <a:miter lim="800000"/>
            <a:headEnd len="sm" w="sm" type="none"/>
            <a:tailEnd len="sm" w="sm" type="none"/>
          </a:ln>
        </p:spPr>
      </p:cxnSp>
      <p:sp>
        <p:nvSpPr>
          <p:cNvPr id="126" name="Google Shape;126;g3c35b158342_0_54"/>
          <p:cNvSpPr txBox="1"/>
          <p:nvPr>
            <p:ph idx="4294967295" type="ctrTitle"/>
          </p:nvPr>
        </p:nvSpPr>
        <p:spPr>
          <a:xfrm>
            <a:off x="517400" y="983676"/>
            <a:ext cx="10150500" cy="6012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9B1D23"/>
              </a:buClr>
              <a:buSzPts val="4770"/>
              <a:buFont typeface="Arial Black"/>
              <a:buNone/>
            </a:pPr>
            <a:r>
              <a:rPr lang="en-US" sz="3040"/>
              <a:t>Layered Architecture (N-Layer Architecture)</a:t>
            </a:r>
            <a:endParaRPr sz="3040"/>
          </a:p>
          <a:p>
            <a:pPr indent="0" lvl="0" marL="0" marR="0" rtl="0" algn="l">
              <a:lnSpc>
                <a:spcPct val="90000"/>
              </a:lnSpc>
              <a:spcBef>
                <a:spcPts val="0"/>
              </a:spcBef>
              <a:spcAft>
                <a:spcPts val="0"/>
              </a:spcAft>
              <a:buClr>
                <a:srgbClr val="9B1D23"/>
              </a:buClr>
              <a:buSzPts val="4770"/>
              <a:buFont typeface="Arial Black"/>
              <a:buNone/>
            </a:pPr>
            <a:r>
              <a:t/>
            </a:r>
            <a:endParaRPr sz="3040"/>
          </a:p>
        </p:txBody>
      </p:sp>
      <p:sp>
        <p:nvSpPr>
          <p:cNvPr id="127" name="Google Shape;127;g3c35b158342_0_54"/>
          <p:cNvSpPr txBox="1"/>
          <p:nvPr/>
        </p:nvSpPr>
        <p:spPr>
          <a:xfrm>
            <a:off x="517400" y="1764525"/>
            <a:ext cx="10150500" cy="3249300"/>
          </a:xfrm>
          <a:prstGeom prst="rect">
            <a:avLst/>
          </a:prstGeom>
          <a:noFill/>
          <a:ln>
            <a:noFill/>
          </a:ln>
        </p:spPr>
        <p:txBody>
          <a:bodyPr anchorCtr="0" anchor="t" bIns="91425" lIns="91425" spcFirstLastPara="1" rIns="91425" wrap="square" tIns="91425">
            <a:spAutoFit/>
          </a:bodyPr>
          <a:lstStyle/>
          <a:p>
            <a:pPr indent="-368300" lvl="0" marL="457200" marR="0" rtl="0" algn="l">
              <a:lnSpc>
                <a:spcPct val="115000"/>
              </a:lnSpc>
              <a:spcBef>
                <a:spcPts val="0"/>
              </a:spcBef>
              <a:spcAft>
                <a:spcPts val="0"/>
              </a:spcAft>
              <a:buClr>
                <a:schemeClr val="dk1"/>
              </a:buClr>
              <a:buSzPts val="2200"/>
              <a:buFont typeface="Lexend"/>
              <a:buChar char="●"/>
            </a:pPr>
            <a:r>
              <a:rPr lang="en-US" sz="2200">
                <a:solidFill>
                  <a:schemeClr val="dk1"/>
                </a:solidFill>
                <a:latin typeface="Lexend"/>
                <a:ea typeface="Lexend"/>
                <a:cs typeface="Lexend"/>
                <a:sym typeface="Lexend"/>
              </a:rPr>
              <a:t>A design pattern focused on organizing applications into multiple different layers, with each layer focused on one responsibility.</a:t>
            </a:r>
            <a:endParaRPr sz="2200">
              <a:solidFill>
                <a:schemeClr val="dk1"/>
              </a:solidFill>
              <a:latin typeface="Lexend"/>
              <a:ea typeface="Lexend"/>
              <a:cs typeface="Lexend"/>
              <a:sym typeface="Lexend"/>
            </a:endParaRPr>
          </a:p>
          <a:p>
            <a:pPr indent="-368300" lvl="0" marL="457200" marR="0" rtl="0" algn="l">
              <a:lnSpc>
                <a:spcPct val="115000"/>
              </a:lnSpc>
              <a:spcBef>
                <a:spcPts val="0"/>
              </a:spcBef>
              <a:spcAft>
                <a:spcPts val="0"/>
              </a:spcAft>
              <a:buClr>
                <a:schemeClr val="dk1"/>
              </a:buClr>
              <a:buSzPts val="2200"/>
              <a:buFont typeface="Lexend"/>
              <a:buChar char="●"/>
            </a:pPr>
            <a:r>
              <a:rPr lang="en-US" sz="2200">
                <a:solidFill>
                  <a:schemeClr val="dk1"/>
                </a:solidFill>
                <a:latin typeface="Lexend"/>
                <a:ea typeface="Lexend"/>
                <a:cs typeface="Lexend"/>
                <a:sym typeface="Lexend"/>
              </a:rPr>
              <a:t>Separation of concerns is the key idea.</a:t>
            </a:r>
            <a:endParaRPr sz="2200">
              <a:solidFill>
                <a:schemeClr val="dk1"/>
              </a:solidFill>
              <a:latin typeface="Lexend"/>
              <a:ea typeface="Lexend"/>
              <a:cs typeface="Lexend"/>
              <a:sym typeface="Lexend"/>
            </a:endParaRPr>
          </a:p>
          <a:p>
            <a:pPr indent="-368300" lvl="0" marL="457200" marR="0" rtl="0" algn="l">
              <a:lnSpc>
                <a:spcPct val="115000"/>
              </a:lnSpc>
              <a:spcBef>
                <a:spcPts val="0"/>
              </a:spcBef>
              <a:spcAft>
                <a:spcPts val="0"/>
              </a:spcAft>
              <a:buClr>
                <a:schemeClr val="dk1"/>
              </a:buClr>
              <a:buSzPts val="2200"/>
              <a:buFont typeface="Lexend"/>
              <a:buChar char="●"/>
            </a:pPr>
            <a:r>
              <a:rPr lang="en-US" sz="2200">
                <a:solidFill>
                  <a:schemeClr val="dk1"/>
                </a:solidFill>
                <a:latin typeface="Lexend"/>
                <a:ea typeface="Lexend"/>
                <a:cs typeface="Lexend"/>
                <a:sym typeface="Lexend"/>
              </a:rPr>
              <a:t>It promotes Scalability as it allows developers to upgrade individual components without affecting other components.</a:t>
            </a:r>
            <a:endParaRPr sz="2200">
              <a:solidFill>
                <a:schemeClr val="dk1"/>
              </a:solidFill>
              <a:latin typeface="Lexend"/>
              <a:ea typeface="Lexend"/>
              <a:cs typeface="Lexend"/>
              <a:sym typeface="Lexend"/>
            </a:endParaRPr>
          </a:p>
          <a:p>
            <a:pPr indent="-368300" lvl="0" marL="457200" marR="0" rtl="0" algn="l">
              <a:lnSpc>
                <a:spcPct val="115000"/>
              </a:lnSpc>
              <a:spcBef>
                <a:spcPts val="0"/>
              </a:spcBef>
              <a:spcAft>
                <a:spcPts val="0"/>
              </a:spcAft>
              <a:buClr>
                <a:schemeClr val="dk1"/>
              </a:buClr>
              <a:buSzPts val="2200"/>
              <a:buFont typeface="Lexend"/>
              <a:buChar char="●"/>
            </a:pPr>
            <a:r>
              <a:rPr lang="en-US" sz="2200">
                <a:solidFill>
                  <a:schemeClr val="dk1"/>
                </a:solidFill>
                <a:latin typeface="Lexend"/>
                <a:ea typeface="Lexend"/>
                <a:cs typeface="Lexend"/>
                <a:sym typeface="Lexend"/>
              </a:rPr>
              <a:t>It promotes Maintainability as it becomes easier to navigate the application structure as components are organized and easily manageable.</a:t>
            </a:r>
            <a:endParaRPr sz="2200">
              <a:solidFill>
                <a:schemeClr val="dk1"/>
              </a:solidFill>
              <a:latin typeface="Lexend"/>
              <a:ea typeface="Lexend"/>
              <a:cs typeface="Lexend"/>
              <a:sym typeface="Lexen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g3c35b158342_0_62"/>
          <p:cNvSpPr txBox="1"/>
          <p:nvPr>
            <p:ph type="title"/>
          </p:nvPr>
        </p:nvSpPr>
        <p:spPr>
          <a:xfrm>
            <a:off x="439648" y="189700"/>
            <a:ext cx="5510400" cy="6603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1100"/>
              <a:buFont typeface="Arial"/>
              <a:buNone/>
            </a:pPr>
            <a:r>
              <a:rPr lang="en-US" sz="1200">
                <a:latin typeface="IBM Plex Sans"/>
                <a:ea typeface="IBM Plex Sans"/>
                <a:cs typeface="IBM Plex Sans"/>
                <a:sym typeface="IBM Plex Sans"/>
              </a:rPr>
              <a:t>Introduction to APIs</a:t>
            </a:r>
            <a:endParaRPr sz="1200">
              <a:latin typeface="IBM Plex Sans"/>
              <a:ea typeface="IBM Plex Sans"/>
              <a:cs typeface="IBM Plex Sans"/>
              <a:sym typeface="IBM Plex Sans"/>
            </a:endParaRPr>
          </a:p>
        </p:txBody>
      </p:sp>
      <p:cxnSp>
        <p:nvCxnSpPr>
          <p:cNvPr id="134" name="Google Shape;134;g3c35b158342_0_62"/>
          <p:cNvCxnSpPr/>
          <p:nvPr/>
        </p:nvCxnSpPr>
        <p:spPr>
          <a:xfrm>
            <a:off x="97082" y="746462"/>
            <a:ext cx="10200300" cy="0"/>
          </a:xfrm>
          <a:prstGeom prst="straightConnector1">
            <a:avLst/>
          </a:prstGeom>
          <a:noFill/>
          <a:ln cap="flat" cmpd="sng" w="9525">
            <a:solidFill>
              <a:schemeClr val="accent1"/>
            </a:solidFill>
            <a:prstDash val="solid"/>
            <a:miter lim="800000"/>
            <a:headEnd len="sm" w="sm" type="none"/>
            <a:tailEnd len="sm" w="sm" type="none"/>
          </a:ln>
        </p:spPr>
      </p:cxnSp>
      <p:sp>
        <p:nvSpPr>
          <p:cNvPr id="135" name="Google Shape;135;g3c35b158342_0_62"/>
          <p:cNvSpPr txBox="1"/>
          <p:nvPr>
            <p:ph idx="4294967295" type="ctrTitle"/>
          </p:nvPr>
        </p:nvSpPr>
        <p:spPr>
          <a:xfrm>
            <a:off x="517400" y="983676"/>
            <a:ext cx="10150500" cy="601200"/>
          </a:xfrm>
          <a:prstGeom prst="rect">
            <a:avLst/>
          </a:prstGeom>
          <a:noFill/>
          <a:ln>
            <a:noFill/>
          </a:ln>
        </p:spPr>
        <p:txBody>
          <a:bodyPr anchorCtr="0" anchor="t" bIns="45700" lIns="91425" spcFirstLastPara="1" rIns="91425" wrap="square" tIns="45700">
            <a:normAutofit fontScale="90000"/>
          </a:bodyPr>
          <a:lstStyle/>
          <a:p>
            <a:pPr indent="0" lvl="0" marL="0" marR="0" rtl="0" algn="l">
              <a:lnSpc>
                <a:spcPct val="90000"/>
              </a:lnSpc>
              <a:spcBef>
                <a:spcPts val="0"/>
              </a:spcBef>
              <a:spcAft>
                <a:spcPts val="0"/>
              </a:spcAft>
              <a:buClr>
                <a:srgbClr val="9B1D23"/>
              </a:buClr>
              <a:buSzPct val="124209"/>
              <a:buFont typeface="Arial Black"/>
              <a:buNone/>
            </a:pPr>
            <a:r>
              <a:rPr lang="en-US"/>
              <a:t>Other Patterns</a:t>
            </a:r>
            <a:endParaRPr/>
          </a:p>
          <a:p>
            <a:pPr indent="0" lvl="0" marL="0" marR="0" rtl="0" algn="l">
              <a:lnSpc>
                <a:spcPct val="90000"/>
              </a:lnSpc>
              <a:spcBef>
                <a:spcPts val="0"/>
              </a:spcBef>
              <a:spcAft>
                <a:spcPts val="0"/>
              </a:spcAft>
              <a:buClr>
                <a:srgbClr val="9B1D23"/>
              </a:buClr>
              <a:buSzPct val="124209"/>
              <a:buFont typeface="Arial Black"/>
              <a:buNone/>
            </a:pPr>
            <a:r>
              <a:t/>
            </a:r>
            <a:endParaRPr/>
          </a:p>
        </p:txBody>
      </p:sp>
      <p:sp>
        <p:nvSpPr>
          <p:cNvPr id="136" name="Google Shape;136;g3c35b158342_0_62"/>
          <p:cNvSpPr txBox="1"/>
          <p:nvPr/>
        </p:nvSpPr>
        <p:spPr>
          <a:xfrm>
            <a:off x="517400" y="1764525"/>
            <a:ext cx="10150500" cy="2495100"/>
          </a:xfrm>
          <a:prstGeom prst="rect">
            <a:avLst/>
          </a:prstGeom>
          <a:noFill/>
          <a:ln>
            <a:noFill/>
          </a:ln>
        </p:spPr>
        <p:txBody>
          <a:bodyPr anchorCtr="0" anchor="t" bIns="91425" lIns="91425" spcFirstLastPara="1" rIns="91425" wrap="square" tIns="91425">
            <a:spAutoFit/>
          </a:bodyPr>
          <a:lstStyle/>
          <a:p>
            <a:pPr indent="-349250" lvl="0" marL="457200" marR="0" rtl="0" algn="l">
              <a:lnSpc>
                <a:spcPct val="115000"/>
              </a:lnSpc>
              <a:spcBef>
                <a:spcPts val="0"/>
              </a:spcBef>
              <a:spcAft>
                <a:spcPts val="0"/>
              </a:spcAft>
              <a:buClr>
                <a:schemeClr val="dk1"/>
              </a:buClr>
              <a:buSzPts val="1900"/>
              <a:buFont typeface="Lexend"/>
              <a:buChar char="●"/>
            </a:pPr>
            <a:r>
              <a:rPr b="1" lang="en-US" sz="1900">
                <a:solidFill>
                  <a:schemeClr val="dk1"/>
                </a:solidFill>
                <a:latin typeface="Lexend"/>
                <a:ea typeface="Lexend"/>
                <a:cs typeface="Lexend"/>
                <a:sym typeface="Lexend"/>
              </a:rPr>
              <a:t>MVC </a:t>
            </a:r>
            <a:r>
              <a:rPr lang="en-US" sz="1900">
                <a:solidFill>
                  <a:schemeClr val="dk1"/>
                </a:solidFill>
                <a:latin typeface="Lexend"/>
                <a:ea typeface="Lexend"/>
                <a:cs typeface="Lexend"/>
                <a:sym typeface="Lexend"/>
              </a:rPr>
              <a:t>pattern or the </a:t>
            </a:r>
            <a:r>
              <a:rPr b="1" lang="en-US" sz="1900">
                <a:solidFill>
                  <a:schemeClr val="dk1"/>
                </a:solidFill>
                <a:latin typeface="Lexend"/>
                <a:ea typeface="Lexend"/>
                <a:cs typeface="Lexend"/>
                <a:sym typeface="Lexend"/>
              </a:rPr>
              <a:t>Model-View-Controller</a:t>
            </a:r>
            <a:r>
              <a:rPr lang="en-US" sz="1900">
                <a:solidFill>
                  <a:schemeClr val="dk1"/>
                </a:solidFill>
                <a:latin typeface="Lexend"/>
                <a:ea typeface="Lexend"/>
                <a:cs typeface="Lexend"/>
                <a:sym typeface="Lexend"/>
              </a:rPr>
              <a:t> pattern is a pattern that introduces separation of concern. The components are grouped into Controllers which handle user input and routing, Models that are concerned with the business logic and the data involved, and the View which presents the model and handles user interaction.</a:t>
            </a:r>
            <a:endParaRPr sz="1900">
              <a:solidFill>
                <a:schemeClr val="dk1"/>
              </a:solidFill>
              <a:latin typeface="Lexend"/>
              <a:ea typeface="Lexend"/>
              <a:cs typeface="Lexend"/>
              <a:sym typeface="Lexend"/>
            </a:endParaRPr>
          </a:p>
          <a:p>
            <a:pPr indent="-349250" lvl="0" marL="457200" marR="0" rtl="0" algn="l">
              <a:lnSpc>
                <a:spcPct val="115000"/>
              </a:lnSpc>
              <a:spcBef>
                <a:spcPts val="0"/>
              </a:spcBef>
              <a:spcAft>
                <a:spcPts val="0"/>
              </a:spcAft>
              <a:buClr>
                <a:schemeClr val="dk1"/>
              </a:buClr>
              <a:buSzPts val="1900"/>
              <a:buFont typeface="Lexend"/>
              <a:buChar char="●"/>
            </a:pPr>
            <a:r>
              <a:rPr lang="en-US" sz="1900">
                <a:solidFill>
                  <a:schemeClr val="dk1"/>
                </a:solidFill>
                <a:latin typeface="Lexend"/>
                <a:ea typeface="Lexend"/>
                <a:cs typeface="Lexend"/>
                <a:sym typeface="Lexend"/>
              </a:rPr>
              <a:t>Another pattern is the </a:t>
            </a:r>
            <a:r>
              <a:rPr b="1" lang="en-US" sz="1900">
                <a:solidFill>
                  <a:schemeClr val="dk1"/>
                </a:solidFill>
                <a:latin typeface="Lexend"/>
                <a:ea typeface="Lexend"/>
                <a:cs typeface="Lexend"/>
                <a:sym typeface="Lexend"/>
              </a:rPr>
              <a:t>Three-Tier Architecture</a:t>
            </a:r>
            <a:r>
              <a:rPr lang="en-US" sz="1900">
                <a:solidFill>
                  <a:schemeClr val="dk1"/>
                </a:solidFill>
                <a:latin typeface="Lexend"/>
                <a:ea typeface="Lexend"/>
                <a:cs typeface="Lexend"/>
                <a:sym typeface="Lexend"/>
              </a:rPr>
              <a:t> which is composed of the Presentation Layer, the Application Layer, and the Data Layer.</a:t>
            </a:r>
            <a:endParaRPr sz="1900">
              <a:solidFill>
                <a:schemeClr val="dk1"/>
              </a:solidFill>
              <a:latin typeface="Lexend"/>
              <a:ea typeface="Lexend"/>
              <a:cs typeface="Lexend"/>
              <a:sym typeface="Lexen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g3bd86be51a7_0_24"/>
          <p:cNvSpPr txBox="1"/>
          <p:nvPr>
            <p:ph type="title"/>
          </p:nvPr>
        </p:nvSpPr>
        <p:spPr>
          <a:xfrm>
            <a:off x="439648" y="189700"/>
            <a:ext cx="5510400" cy="6603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1100"/>
              <a:buFont typeface="Arial"/>
              <a:buNone/>
            </a:pPr>
            <a:r>
              <a:rPr lang="en-US" sz="1200">
                <a:latin typeface="IBM Plex Sans"/>
                <a:ea typeface="IBM Plex Sans"/>
                <a:cs typeface="IBM Plex Sans"/>
                <a:sym typeface="IBM Plex Sans"/>
              </a:rPr>
              <a:t>Introduction to APIs</a:t>
            </a:r>
            <a:endParaRPr sz="1200">
              <a:latin typeface="IBM Plex Sans"/>
              <a:ea typeface="IBM Plex Sans"/>
              <a:cs typeface="IBM Plex Sans"/>
              <a:sym typeface="IBM Plex Sans"/>
            </a:endParaRPr>
          </a:p>
        </p:txBody>
      </p:sp>
      <p:cxnSp>
        <p:nvCxnSpPr>
          <p:cNvPr id="143" name="Google Shape;143;g3bd86be51a7_0_24"/>
          <p:cNvCxnSpPr/>
          <p:nvPr/>
        </p:nvCxnSpPr>
        <p:spPr>
          <a:xfrm>
            <a:off x="97082" y="746462"/>
            <a:ext cx="10200300" cy="0"/>
          </a:xfrm>
          <a:prstGeom prst="straightConnector1">
            <a:avLst/>
          </a:prstGeom>
          <a:noFill/>
          <a:ln cap="flat" cmpd="sng" w="9525">
            <a:solidFill>
              <a:schemeClr val="accent1"/>
            </a:solidFill>
            <a:prstDash val="solid"/>
            <a:miter lim="800000"/>
            <a:headEnd len="sm" w="sm" type="none"/>
            <a:tailEnd len="sm" w="sm" type="none"/>
          </a:ln>
        </p:spPr>
      </p:cxnSp>
      <p:sp>
        <p:nvSpPr>
          <p:cNvPr id="144" name="Google Shape;144;g3bd86be51a7_0_24"/>
          <p:cNvSpPr txBox="1"/>
          <p:nvPr>
            <p:ph idx="4294967295" type="ctrTitle"/>
          </p:nvPr>
        </p:nvSpPr>
        <p:spPr>
          <a:xfrm>
            <a:off x="517400" y="983676"/>
            <a:ext cx="10150500" cy="601200"/>
          </a:xfrm>
          <a:prstGeom prst="rect">
            <a:avLst/>
          </a:prstGeom>
          <a:noFill/>
          <a:ln>
            <a:noFill/>
          </a:ln>
        </p:spPr>
        <p:txBody>
          <a:bodyPr anchorCtr="0" anchor="t" bIns="45700" lIns="91425" spcFirstLastPara="1" rIns="91425" wrap="square" tIns="45700">
            <a:normAutofit fontScale="90000"/>
          </a:bodyPr>
          <a:lstStyle/>
          <a:p>
            <a:pPr indent="0" lvl="0" marL="0" marR="0" rtl="0" algn="l">
              <a:lnSpc>
                <a:spcPct val="90000"/>
              </a:lnSpc>
              <a:spcBef>
                <a:spcPts val="0"/>
              </a:spcBef>
              <a:spcAft>
                <a:spcPts val="0"/>
              </a:spcAft>
              <a:buClr>
                <a:srgbClr val="9B1D23"/>
              </a:buClr>
              <a:buSzPct val="124209"/>
              <a:buFont typeface="Arial Black"/>
              <a:buNone/>
            </a:pPr>
            <a:r>
              <a:rPr lang="en-US"/>
              <a:t>Backend Components</a:t>
            </a:r>
            <a:endParaRPr/>
          </a:p>
          <a:p>
            <a:pPr indent="0" lvl="0" marL="0" marR="0" rtl="0" algn="l">
              <a:lnSpc>
                <a:spcPct val="90000"/>
              </a:lnSpc>
              <a:spcBef>
                <a:spcPts val="0"/>
              </a:spcBef>
              <a:spcAft>
                <a:spcPts val="0"/>
              </a:spcAft>
              <a:buClr>
                <a:srgbClr val="9B1D23"/>
              </a:buClr>
              <a:buSzPct val="124209"/>
              <a:buFont typeface="Arial Black"/>
              <a:buNone/>
            </a:pPr>
            <a:r>
              <a:t/>
            </a:r>
            <a:endParaRPr/>
          </a:p>
        </p:txBody>
      </p:sp>
      <p:sp>
        <p:nvSpPr>
          <p:cNvPr id="145" name="Google Shape;145;g3bd86be51a7_0_24"/>
          <p:cNvSpPr txBox="1"/>
          <p:nvPr/>
        </p:nvSpPr>
        <p:spPr>
          <a:xfrm>
            <a:off x="517400" y="1764525"/>
            <a:ext cx="10150500" cy="4032900"/>
          </a:xfrm>
          <a:prstGeom prst="rect">
            <a:avLst/>
          </a:prstGeom>
          <a:noFill/>
          <a:ln>
            <a:noFill/>
          </a:ln>
        </p:spPr>
        <p:txBody>
          <a:bodyPr anchorCtr="0" anchor="t" bIns="91425" lIns="91425" spcFirstLastPara="1" rIns="91425" wrap="square" tIns="91425">
            <a:spAutoFit/>
          </a:bodyPr>
          <a:lstStyle/>
          <a:p>
            <a:pPr indent="-355600" lvl="0" marL="457200" marR="0" rtl="0" algn="l">
              <a:lnSpc>
                <a:spcPct val="115000"/>
              </a:lnSpc>
              <a:spcBef>
                <a:spcPts val="0"/>
              </a:spcBef>
              <a:spcAft>
                <a:spcPts val="0"/>
              </a:spcAft>
              <a:buClr>
                <a:schemeClr val="dk1"/>
              </a:buClr>
              <a:buSzPts val="2000"/>
              <a:buFont typeface="Lexend"/>
              <a:buChar char="●"/>
            </a:pPr>
            <a:r>
              <a:rPr lang="en-US" sz="2000">
                <a:solidFill>
                  <a:schemeClr val="dk1"/>
                </a:solidFill>
                <a:latin typeface="Lexend"/>
                <a:ea typeface="Lexend"/>
                <a:cs typeface="Lexend"/>
                <a:sym typeface="Lexend"/>
              </a:rPr>
              <a:t>N-Layer architecture is common in RESTful APIs. </a:t>
            </a:r>
            <a:endParaRPr sz="2000">
              <a:solidFill>
                <a:schemeClr val="dk1"/>
              </a:solidFill>
              <a:latin typeface="Lexend"/>
              <a:ea typeface="Lexend"/>
              <a:cs typeface="Lexend"/>
              <a:sym typeface="Lexend"/>
            </a:endParaRPr>
          </a:p>
          <a:p>
            <a:pPr indent="-355600" lvl="0" marL="457200" marR="0" rtl="0" algn="l">
              <a:lnSpc>
                <a:spcPct val="115000"/>
              </a:lnSpc>
              <a:spcBef>
                <a:spcPts val="0"/>
              </a:spcBef>
              <a:spcAft>
                <a:spcPts val="0"/>
              </a:spcAft>
              <a:buClr>
                <a:schemeClr val="dk1"/>
              </a:buClr>
              <a:buSzPts val="2000"/>
              <a:buFont typeface="Lexend"/>
              <a:buChar char="●"/>
            </a:pPr>
            <a:r>
              <a:rPr lang="en-US" sz="2000">
                <a:solidFill>
                  <a:schemeClr val="dk1"/>
                </a:solidFill>
                <a:latin typeface="Lexend"/>
                <a:ea typeface="Lexend"/>
                <a:cs typeface="Lexend"/>
                <a:sym typeface="Lexend"/>
              </a:rPr>
              <a:t>Here are the concepts that you’ll see the backend application of RESTful APIs</a:t>
            </a:r>
            <a:endParaRPr sz="2000">
              <a:solidFill>
                <a:schemeClr val="dk1"/>
              </a:solidFill>
              <a:latin typeface="Lexend"/>
              <a:ea typeface="Lexend"/>
              <a:cs typeface="Lexend"/>
              <a:sym typeface="Lexend"/>
            </a:endParaRPr>
          </a:p>
          <a:p>
            <a:pPr indent="-355600" lvl="1" marL="914400" marR="0" rtl="0" algn="l">
              <a:lnSpc>
                <a:spcPct val="115000"/>
              </a:lnSpc>
              <a:spcBef>
                <a:spcPts val="0"/>
              </a:spcBef>
              <a:spcAft>
                <a:spcPts val="0"/>
              </a:spcAft>
              <a:buClr>
                <a:schemeClr val="dk1"/>
              </a:buClr>
              <a:buSzPts val="2000"/>
              <a:buFont typeface="Lexend"/>
              <a:buChar char="○"/>
            </a:pPr>
            <a:r>
              <a:rPr lang="en-US" sz="2000">
                <a:solidFill>
                  <a:schemeClr val="dk1"/>
                </a:solidFill>
                <a:latin typeface="Lexend"/>
                <a:ea typeface="Lexend"/>
                <a:cs typeface="Lexend"/>
                <a:sym typeface="Lexend"/>
              </a:rPr>
              <a:t>Config</a:t>
            </a:r>
            <a:endParaRPr sz="2000">
              <a:solidFill>
                <a:schemeClr val="dk1"/>
              </a:solidFill>
              <a:latin typeface="Lexend"/>
              <a:ea typeface="Lexend"/>
              <a:cs typeface="Lexend"/>
              <a:sym typeface="Lexend"/>
            </a:endParaRPr>
          </a:p>
          <a:p>
            <a:pPr indent="-355600" lvl="1" marL="914400" marR="0" rtl="0" algn="l">
              <a:lnSpc>
                <a:spcPct val="115000"/>
              </a:lnSpc>
              <a:spcBef>
                <a:spcPts val="0"/>
              </a:spcBef>
              <a:spcAft>
                <a:spcPts val="0"/>
              </a:spcAft>
              <a:buClr>
                <a:schemeClr val="dk1"/>
              </a:buClr>
              <a:buSzPts val="2000"/>
              <a:buFont typeface="Lexend"/>
              <a:buChar char="○"/>
            </a:pPr>
            <a:r>
              <a:rPr lang="en-US" sz="2000">
                <a:solidFill>
                  <a:schemeClr val="dk1"/>
                </a:solidFill>
                <a:latin typeface="Lexend"/>
                <a:ea typeface="Lexend"/>
                <a:cs typeface="Lexend"/>
                <a:sym typeface="Lexend"/>
              </a:rPr>
              <a:t>Controller</a:t>
            </a:r>
            <a:endParaRPr sz="2000">
              <a:solidFill>
                <a:schemeClr val="dk1"/>
              </a:solidFill>
              <a:latin typeface="Lexend"/>
              <a:ea typeface="Lexend"/>
              <a:cs typeface="Lexend"/>
              <a:sym typeface="Lexend"/>
            </a:endParaRPr>
          </a:p>
          <a:p>
            <a:pPr indent="-355600" lvl="1" marL="914400" marR="0" rtl="0" algn="l">
              <a:lnSpc>
                <a:spcPct val="115000"/>
              </a:lnSpc>
              <a:spcBef>
                <a:spcPts val="0"/>
              </a:spcBef>
              <a:spcAft>
                <a:spcPts val="0"/>
              </a:spcAft>
              <a:buClr>
                <a:schemeClr val="dk1"/>
              </a:buClr>
              <a:buSzPts val="2000"/>
              <a:buFont typeface="Lexend"/>
              <a:buChar char="○"/>
            </a:pPr>
            <a:r>
              <a:rPr lang="en-US" sz="2000">
                <a:solidFill>
                  <a:schemeClr val="dk1"/>
                </a:solidFill>
                <a:latin typeface="Lexend"/>
                <a:ea typeface="Lexend"/>
                <a:cs typeface="Lexend"/>
                <a:sym typeface="Lexend"/>
              </a:rPr>
              <a:t>Service</a:t>
            </a:r>
            <a:endParaRPr sz="2000">
              <a:solidFill>
                <a:schemeClr val="dk1"/>
              </a:solidFill>
              <a:latin typeface="Lexend"/>
              <a:ea typeface="Lexend"/>
              <a:cs typeface="Lexend"/>
              <a:sym typeface="Lexend"/>
            </a:endParaRPr>
          </a:p>
          <a:p>
            <a:pPr indent="-355600" lvl="1" marL="914400" marR="0" rtl="0" algn="l">
              <a:lnSpc>
                <a:spcPct val="115000"/>
              </a:lnSpc>
              <a:spcBef>
                <a:spcPts val="0"/>
              </a:spcBef>
              <a:spcAft>
                <a:spcPts val="0"/>
              </a:spcAft>
              <a:buClr>
                <a:schemeClr val="dk1"/>
              </a:buClr>
              <a:buSzPts val="2000"/>
              <a:buFont typeface="Lexend"/>
              <a:buChar char="○"/>
            </a:pPr>
            <a:r>
              <a:rPr lang="en-US" sz="2000">
                <a:solidFill>
                  <a:schemeClr val="dk1"/>
                </a:solidFill>
                <a:latin typeface="Lexend"/>
                <a:ea typeface="Lexend"/>
                <a:cs typeface="Lexend"/>
                <a:sym typeface="Lexend"/>
              </a:rPr>
              <a:t>Repository</a:t>
            </a:r>
            <a:endParaRPr sz="2000">
              <a:solidFill>
                <a:schemeClr val="dk1"/>
              </a:solidFill>
              <a:latin typeface="Lexend"/>
              <a:ea typeface="Lexend"/>
              <a:cs typeface="Lexend"/>
              <a:sym typeface="Lexend"/>
            </a:endParaRPr>
          </a:p>
          <a:p>
            <a:pPr indent="-355600" lvl="1" marL="914400" marR="0" rtl="0" algn="l">
              <a:lnSpc>
                <a:spcPct val="115000"/>
              </a:lnSpc>
              <a:spcBef>
                <a:spcPts val="0"/>
              </a:spcBef>
              <a:spcAft>
                <a:spcPts val="0"/>
              </a:spcAft>
              <a:buClr>
                <a:schemeClr val="dk1"/>
              </a:buClr>
              <a:buSzPts val="2000"/>
              <a:buFont typeface="Lexend"/>
              <a:buChar char="○"/>
            </a:pPr>
            <a:r>
              <a:rPr lang="en-US" sz="2000">
                <a:solidFill>
                  <a:schemeClr val="dk1"/>
                </a:solidFill>
                <a:latin typeface="Lexend"/>
                <a:ea typeface="Lexend"/>
                <a:cs typeface="Lexend"/>
                <a:sym typeface="Lexend"/>
              </a:rPr>
              <a:t>Model</a:t>
            </a:r>
            <a:endParaRPr sz="2000">
              <a:solidFill>
                <a:schemeClr val="dk1"/>
              </a:solidFill>
              <a:latin typeface="Lexend"/>
              <a:ea typeface="Lexend"/>
              <a:cs typeface="Lexend"/>
              <a:sym typeface="Lexend"/>
            </a:endParaRPr>
          </a:p>
          <a:p>
            <a:pPr indent="-355600" lvl="1" marL="914400" marR="0" rtl="0" algn="l">
              <a:lnSpc>
                <a:spcPct val="115000"/>
              </a:lnSpc>
              <a:spcBef>
                <a:spcPts val="0"/>
              </a:spcBef>
              <a:spcAft>
                <a:spcPts val="0"/>
              </a:spcAft>
              <a:buClr>
                <a:schemeClr val="dk1"/>
              </a:buClr>
              <a:buSzPts val="2000"/>
              <a:buFont typeface="Lexend"/>
              <a:buChar char="○"/>
            </a:pPr>
            <a:r>
              <a:rPr lang="en-US" sz="2000">
                <a:solidFill>
                  <a:schemeClr val="dk1"/>
                </a:solidFill>
                <a:latin typeface="Lexend"/>
                <a:ea typeface="Lexend"/>
                <a:cs typeface="Lexend"/>
                <a:sym typeface="Lexend"/>
              </a:rPr>
              <a:t>DTO</a:t>
            </a:r>
            <a:endParaRPr sz="2000">
              <a:solidFill>
                <a:schemeClr val="dk1"/>
              </a:solidFill>
              <a:latin typeface="Lexend"/>
              <a:ea typeface="Lexend"/>
              <a:cs typeface="Lexend"/>
              <a:sym typeface="Lexend"/>
            </a:endParaRPr>
          </a:p>
          <a:p>
            <a:pPr indent="-355600" lvl="1" marL="914400" marR="0" rtl="0" algn="l">
              <a:lnSpc>
                <a:spcPct val="115000"/>
              </a:lnSpc>
              <a:spcBef>
                <a:spcPts val="0"/>
              </a:spcBef>
              <a:spcAft>
                <a:spcPts val="0"/>
              </a:spcAft>
              <a:buClr>
                <a:schemeClr val="dk1"/>
              </a:buClr>
              <a:buSzPts val="2000"/>
              <a:buFont typeface="Lexend"/>
              <a:buChar char="○"/>
            </a:pPr>
            <a:r>
              <a:rPr lang="en-US" sz="2000">
                <a:solidFill>
                  <a:schemeClr val="dk1"/>
                </a:solidFill>
                <a:latin typeface="Lexend"/>
                <a:ea typeface="Lexend"/>
                <a:cs typeface="Lexend"/>
                <a:sym typeface="Lexend"/>
              </a:rPr>
              <a:t>Exception</a:t>
            </a:r>
            <a:endParaRPr sz="2000">
              <a:solidFill>
                <a:schemeClr val="dk1"/>
              </a:solidFill>
              <a:latin typeface="Lexend"/>
              <a:ea typeface="Lexend"/>
              <a:cs typeface="Lexend"/>
              <a:sym typeface="Lexend"/>
            </a:endParaRPr>
          </a:p>
          <a:p>
            <a:pPr indent="-355600" lvl="1" marL="914400" marR="0" rtl="0" algn="l">
              <a:lnSpc>
                <a:spcPct val="115000"/>
              </a:lnSpc>
              <a:spcBef>
                <a:spcPts val="0"/>
              </a:spcBef>
              <a:spcAft>
                <a:spcPts val="0"/>
              </a:spcAft>
              <a:buClr>
                <a:schemeClr val="dk1"/>
              </a:buClr>
              <a:buSzPts val="2000"/>
              <a:buFont typeface="Lexend"/>
              <a:buChar char="○"/>
            </a:pPr>
            <a:r>
              <a:rPr lang="en-US" sz="2000">
                <a:solidFill>
                  <a:schemeClr val="dk1"/>
                </a:solidFill>
                <a:latin typeface="Lexend"/>
                <a:ea typeface="Lexend"/>
                <a:cs typeface="Lexend"/>
                <a:sym typeface="Lexend"/>
              </a:rPr>
              <a:t>Util</a:t>
            </a:r>
            <a:endParaRPr sz="2000">
              <a:solidFill>
                <a:schemeClr val="dk1"/>
              </a:solidFill>
              <a:latin typeface="Lexend"/>
              <a:ea typeface="Lexend"/>
              <a:cs typeface="Lexend"/>
              <a:sym typeface="Lexen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g3c35b158342_0_75"/>
          <p:cNvSpPr txBox="1"/>
          <p:nvPr>
            <p:ph type="title"/>
          </p:nvPr>
        </p:nvSpPr>
        <p:spPr>
          <a:xfrm>
            <a:off x="439648" y="189700"/>
            <a:ext cx="5510400" cy="6603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1100"/>
              <a:buFont typeface="Arial"/>
              <a:buNone/>
            </a:pPr>
            <a:r>
              <a:rPr lang="en-US" sz="1200">
                <a:latin typeface="IBM Plex Sans"/>
                <a:ea typeface="IBM Plex Sans"/>
                <a:cs typeface="IBM Plex Sans"/>
                <a:sym typeface="IBM Plex Sans"/>
              </a:rPr>
              <a:t>Introduction to APIs</a:t>
            </a:r>
            <a:endParaRPr sz="1200">
              <a:latin typeface="IBM Plex Sans"/>
              <a:ea typeface="IBM Plex Sans"/>
              <a:cs typeface="IBM Plex Sans"/>
              <a:sym typeface="IBM Plex Sans"/>
            </a:endParaRPr>
          </a:p>
        </p:txBody>
      </p:sp>
      <p:cxnSp>
        <p:nvCxnSpPr>
          <p:cNvPr id="152" name="Google Shape;152;g3c35b158342_0_75"/>
          <p:cNvCxnSpPr/>
          <p:nvPr/>
        </p:nvCxnSpPr>
        <p:spPr>
          <a:xfrm>
            <a:off x="97082" y="746462"/>
            <a:ext cx="10200300" cy="0"/>
          </a:xfrm>
          <a:prstGeom prst="straightConnector1">
            <a:avLst/>
          </a:prstGeom>
          <a:noFill/>
          <a:ln cap="flat" cmpd="sng" w="9525">
            <a:solidFill>
              <a:schemeClr val="accent1"/>
            </a:solidFill>
            <a:prstDash val="solid"/>
            <a:miter lim="800000"/>
            <a:headEnd len="sm" w="sm" type="none"/>
            <a:tailEnd len="sm" w="sm" type="none"/>
          </a:ln>
        </p:spPr>
      </p:cxnSp>
      <p:sp>
        <p:nvSpPr>
          <p:cNvPr id="153" name="Google Shape;153;g3c35b158342_0_75"/>
          <p:cNvSpPr txBox="1"/>
          <p:nvPr>
            <p:ph idx="4294967295" type="ctrTitle"/>
          </p:nvPr>
        </p:nvSpPr>
        <p:spPr>
          <a:xfrm>
            <a:off x="517400" y="983676"/>
            <a:ext cx="10150500" cy="6012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9B1D23"/>
              </a:buClr>
              <a:buSzPts val="4770"/>
              <a:buFont typeface="Arial Black"/>
              <a:buNone/>
            </a:pPr>
            <a:r>
              <a:rPr lang="en-US" sz="2640"/>
              <a:t>Typical Structure of an N-Layer Architecture</a:t>
            </a:r>
            <a:endParaRPr sz="2640"/>
          </a:p>
          <a:p>
            <a:pPr indent="0" lvl="0" marL="0" marR="0" rtl="0" algn="l">
              <a:lnSpc>
                <a:spcPct val="90000"/>
              </a:lnSpc>
              <a:spcBef>
                <a:spcPts val="0"/>
              </a:spcBef>
              <a:spcAft>
                <a:spcPts val="0"/>
              </a:spcAft>
              <a:buClr>
                <a:srgbClr val="9B1D23"/>
              </a:buClr>
              <a:buSzPts val="4770"/>
              <a:buFont typeface="Arial Black"/>
              <a:buNone/>
            </a:pPr>
            <a:r>
              <a:t/>
            </a:r>
            <a:endParaRPr sz="2640"/>
          </a:p>
        </p:txBody>
      </p:sp>
      <p:sp>
        <p:nvSpPr>
          <p:cNvPr id="154" name="Google Shape;154;g3c35b158342_0_75"/>
          <p:cNvSpPr txBox="1"/>
          <p:nvPr/>
        </p:nvSpPr>
        <p:spPr>
          <a:xfrm>
            <a:off x="517400" y="1637525"/>
            <a:ext cx="10150500" cy="4929300"/>
          </a:xfrm>
          <a:prstGeom prst="rect">
            <a:avLst/>
          </a:prstGeom>
          <a:noFill/>
          <a:ln>
            <a:noFill/>
          </a:ln>
        </p:spPr>
        <p:txBody>
          <a:bodyPr anchorCtr="0" anchor="t" bIns="91425" lIns="91425" spcFirstLastPara="1" rIns="91425" wrap="square" tIns="91425">
            <a:spAutoFit/>
          </a:bodyPr>
          <a:lstStyle/>
          <a:p>
            <a:pPr indent="0" lvl="0" marL="457200" marR="0" rtl="0" algn="l">
              <a:lnSpc>
                <a:spcPct val="115000"/>
              </a:lnSpc>
              <a:spcBef>
                <a:spcPts val="0"/>
              </a:spcBef>
              <a:spcAft>
                <a:spcPts val="0"/>
              </a:spcAft>
              <a:buNone/>
            </a:pPr>
            <a:r>
              <a:rPr lang="en-US" sz="1500">
                <a:solidFill>
                  <a:schemeClr val="dk1"/>
                </a:solidFill>
                <a:latin typeface="Lexend"/>
                <a:ea typeface="Lexend"/>
                <a:cs typeface="Lexend"/>
                <a:sym typeface="Lexend"/>
              </a:rPr>
              <a:t>/</a:t>
            </a:r>
            <a:r>
              <a:rPr b="1" lang="en-US" sz="1500">
                <a:solidFill>
                  <a:schemeClr val="dk2"/>
                </a:solidFill>
                <a:latin typeface="Lexend"/>
                <a:ea typeface="Lexend"/>
                <a:cs typeface="Lexend"/>
                <a:sym typeface="Lexend"/>
              </a:rPr>
              <a:t>config</a:t>
            </a:r>
            <a:endParaRPr b="1" sz="1500">
              <a:solidFill>
                <a:schemeClr val="dk2"/>
              </a:solidFill>
              <a:latin typeface="Lexend"/>
              <a:ea typeface="Lexend"/>
              <a:cs typeface="Lexend"/>
              <a:sym typeface="Lexend"/>
            </a:endParaRPr>
          </a:p>
          <a:p>
            <a:pPr indent="0" lvl="0" marL="914400" marR="0" rtl="0" algn="l">
              <a:lnSpc>
                <a:spcPct val="115000"/>
              </a:lnSpc>
              <a:spcBef>
                <a:spcPts val="0"/>
              </a:spcBef>
              <a:spcAft>
                <a:spcPts val="0"/>
              </a:spcAft>
              <a:buNone/>
            </a:pPr>
            <a:r>
              <a:rPr lang="en-US" sz="1500">
                <a:solidFill>
                  <a:schemeClr val="dk1"/>
                </a:solidFill>
                <a:latin typeface="Lexend"/>
                <a:ea typeface="Lexend"/>
                <a:cs typeface="Lexend"/>
                <a:sym typeface="Lexend"/>
              </a:rPr>
              <a:t>Contains configuration like server configuration, database configuration, filters, or any code that would be necessary for the setup of the application.</a:t>
            </a:r>
            <a:endParaRPr sz="1500">
              <a:solidFill>
                <a:schemeClr val="dk1"/>
              </a:solidFill>
              <a:latin typeface="Lexend"/>
              <a:ea typeface="Lexend"/>
              <a:cs typeface="Lexend"/>
              <a:sym typeface="Lexend"/>
            </a:endParaRPr>
          </a:p>
          <a:p>
            <a:pPr indent="0" lvl="0" marL="457200" marR="0" rtl="0" algn="l">
              <a:lnSpc>
                <a:spcPct val="115000"/>
              </a:lnSpc>
              <a:spcBef>
                <a:spcPts val="0"/>
              </a:spcBef>
              <a:spcAft>
                <a:spcPts val="0"/>
              </a:spcAft>
              <a:buNone/>
            </a:pPr>
            <a:r>
              <a:rPr lang="en-US" sz="1500">
                <a:solidFill>
                  <a:schemeClr val="dk1"/>
                </a:solidFill>
                <a:latin typeface="Lexend"/>
                <a:ea typeface="Lexend"/>
                <a:cs typeface="Lexend"/>
                <a:sym typeface="Lexend"/>
              </a:rPr>
              <a:t>/</a:t>
            </a:r>
            <a:r>
              <a:rPr b="1" lang="en-US" sz="1500">
                <a:solidFill>
                  <a:schemeClr val="dk2"/>
                </a:solidFill>
                <a:latin typeface="Lexend"/>
                <a:ea typeface="Lexend"/>
                <a:cs typeface="Lexend"/>
                <a:sym typeface="Lexend"/>
              </a:rPr>
              <a:t>controller</a:t>
            </a:r>
            <a:endParaRPr b="1" sz="1500">
              <a:solidFill>
                <a:schemeClr val="dk2"/>
              </a:solidFill>
              <a:latin typeface="Lexend"/>
              <a:ea typeface="Lexend"/>
              <a:cs typeface="Lexend"/>
              <a:sym typeface="Lexend"/>
            </a:endParaRPr>
          </a:p>
          <a:p>
            <a:pPr indent="0" lvl="0" marL="914400" marR="0" rtl="0" algn="l">
              <a:lnSpc>
                <a:spcPct val="115000"/>
              </a:lnSpc>
              <a:spcBef>
                <a:spcPts val="0"/>
              </a:spcBef>
              <a:spcAft>
                <a:spcPts val="0"/>
              </a:spcAft>
              <a:buNone/>
            </a:pPr>
            <a:r>
              <a:rPr lang="en-US" sz="1500">
                <a:solidFill>
                  <a:schemeClr val="dk1"/>
                </a:solidFill>
                <a:latin typeface="Lexend"/>
                <a:ea typeface="Lexend"/>
                <a:cs typeface="Lexend"/>
                <a:sym typeface="Lexend"/>
              </a:rPr>
              <a:t>Contains controller classes that serve as the entry point for HTTP Requests.</a:t>
            </a:r>
            <a:endParaRPr sz="1500">
              <a:solidFill>
                <a:schemeClr val="dk1"/>
              </a:solidFill>
              <a:latin typeface="Lexend"/>
              <a:ea typeface="Lexend"/>
              <a:cs typeface="Lexend"/>
              <a:sym typeface="Lexend"/>
            </a:endParaRPr>
          </a:p>
          <a:p>
            <a:pPr indent="0" lvl="0" marL="457200" marR="0" rtl="0" algn="l">
              <a:lnSpc>
                <a:spcPct val="115000"/>
              </a:lnSpc>
              <a:spcBef>
                <a:spcPts val="0"/>
              </a:spcBef>
              <a:spcAft>
                <a:spcPts val="0"/>
              </a:spcAft>
              <a:buNone/>
            </a:pPr>
            <a:r>
              <a:rPr lang="en-US" sz="1500">
                <a:solidFill>
                  <a:schemeClr val="dk1"/>
                </a:solidFill>
                <a:latin typeface="Lexend"/>
                <a:ea typeface="Lexend"/>
                <a:cs typeface="Lexend"/>
                <a:sym typeface="Lexend"/>
              </a:rPr>
              <a:t>/</a:t>
            </a:r>
            <a:r>
              <a:rPr b="1" lang="en-US" sz="1500">
                <a:solidFill>
                  <a:schemeClr val="dk2"/>
                </a:solidFill>
                <a:latin typeface="Lexend"/>
                <a:ea typeface="Lexend"/>
                <a:cs typeface="Lexend"/>
                <a:sym typeface="Lexend"/>
              </a:rPr>
              <a:t>service</a:t>
            </a:r>
            <a:endParaRPr b="1" sz="1500">
              <a:solidFill>
                <a:schemeClr val="dk2"/>
              </a:solidFill>
              <a:latin typeface="Lexend"/>
              <a:ea typeface="Lexend"/>
              <a:cs typeface="Lexend"/>
              <a:sym typeface="Lexend"/>
            </a:endParaRPr>
          </a:p>
          <a:p>
            <a:pPr indent="0" lvl="0" marL="914400" marR="0" rtl="0" algn="l">
              <a:lnSpc>
                <a:spcPct val="115000"/>
              </a:lnSpc>
              <a:spcBef>
                <a:spcPts val="0"/>
              </a:spcBef>
              <a:spcAft>
                <a:spcPts val="0"/>
              </a:spcAft>
              <a:buNone/>
            </a:pPr>
            <a:r>
              <a:rPr lang="en-US" sz="1500">
                <a:solidFill>
                  <a:schemeClr val="dk1"/>
                </a:solidFill>
                <a:latin typeface="Lexend"/>
                <a:ea typeface="Lexend"/>
                <a:cs typeface="Lexend"/>
                <a:sym typeface="Lexend"/>
              </a:rPr>
              <a:t>Contains the business logic for the whole application. </a:t>
            </a:r>
            <a:endParaRPr sz="1500">
              <a:solidFill>
                <a:schemeClr val="dk1"/>
              </a:solidFill>
              <a:latin typeface="Lexend"/>
              <a:ea typeface="Lexend"/>
              <a:cs typeface="Lexend"/>
              <a:sym typeface="Lexend"/>
            </a:endParaRPr>
          </a:p>
          <a:p>
            <a:pPr indent="0" lvl="0" marL="457200" marR="0" rtl="0" algn="l">
              <a:lnSpc>
                <a:spcPct val="115000"/>
              </a:lnSpc>
              <a:spcBef>
                <a:spcPts val="0"/>
              </a:spcBef>
              <a:spcAft>
                <a:spcPts val="0"/>
              </a:spcAft>
              <a:buNone/>
            </a:pPr>
            <a:r>
              <a:rPr lang="en-US" sz="1500">
                <a:solidFill>
                  <a:schemeClr val="dk1"/>
                </a:solidFill>
                <a:latin typeface="Lexend"/>
                <a:ea typeface="Lexend"/>
                <a:cs typeface="Lexend"/>
                <a:sym typeface="Lexend"/>
              </a:rPr>
              <a:t>/</a:t>
            </a:r>
            <a:r>
              <a:rPr b="1" lang="en-US" sz="1500">
                <a:solidFill>
                  <a:schemeClr val="dk2"/>
                </a:solidFill>
                <a:latin typeface="Lexend"/>
                <a:ea typeface="Lexend"/>
                <a:cs typeface="Lexend"/>
                <a:sym typeface="Lexend"/>
              </a:rPr>
              <a:t>repository</a:t>
            </a:r>
            <a:endParaRPr b="1" sz="1500">
              <a:solidFill>
                <a:schemeClr val="dk2"/>
              </a:solidFill>
              <a:latin typeface="Lexend"/>
              <a:ea typeface="Lexend"/>
              <a:cs typeface="Lexend"/>
              <a:sym typeface="Lexend"/>
            </a:endParaRPr>
          </a:p>
          <a:p>
            <a:pPr indent="0" lvl="0" marL="914400" marR="0" rtl="0" algn="l">
              <a:lnSpc>
                <a:spcPct val="115000"/>
              </a:lnSpc>
              <a:spcBef>
                <a:spcPts val="0"/>
              </a:spcBef>
              <a:spcAft>
                <a:spcPts val="0"/>
              </a:spcAft>
              <a:buNone/>
            </a:pPr>
            <a:r>
              <a:rPr lang="en-US" sz="1500">
                <a:solidFill>
                  <a:schemeClr val="dk1"/>
                </a:solidFill>
                <a:latin typeface="Lexend"/>
                <a:ea typeface="Lexend"/>
                <a:cs typeface="Lexend"/>
                <a:sym typeface="Lexend"/>
              </a:rPr>
              <a:t>Contains data access logic. </a:t>
            </a:r>
            <a:endParaRPr sz="1500">
              <a:solidFill>
                <a:schemeClr val="dk1"/>
              </a:solidFill>
              <a:latin typeface="Lexend"/>
              <a:ea typeface="Lexend"/>
              <a:cs typeface="Lexend"/>
              <a:sym typeface="Lexend"/>
            </a:endParaRPr>
          </a:p>
          <a:p>
            <a:pPr indent="0" lvl="0" marL="457200" marR="0" rtl="0" algn="l">
              <a:lnSpc>
                <a:spcPct val="115000"/>
              </a:lnSpc>
              <a:spcBef>
                <a:spcPts val="0"/>
              </a:spcBef>
              <a:spcAft>
                <a:spcPts val="0"/>
              </a:spcAft>
              <a:buNone/>
            </a:pPr>
            <a:r>
              <a:rPr lang="en-US" sz="1500">
                <a:solidFill>
                  <a:schemeClr val="dk1"/>
                </a:solidFill>
                <a:latin typeface="Lexend"/>
                <a:ea typeface="Lexend"/>
                <a:cs typeface="Lexend"/>
                <a:sym typeface="Lexend"/>
              </a:rPr>
              <a:t>/</a:t>
            </a:r>
            <a:r>
              <a:rPr b="1" lang="en-US" sz="1500">
                <a:solidFill>
                  <a:schemeClr val="dk2"/>
                </a:solidFill>
                <a:latin typeface="Lexend"/>
                <a:ea typeface="Lexend"/>
                <a:cs typeface="Lexend"/>
                <a:sym typeface="Lexend"/>
              </a:rPr>
              <a:t>model</a:t>
            </a:r>
            <a:endParaRPr b="1" sz="1500">
              <a:solidFill>
                <a:schemeClr val="dk2"/>
              </a:solidFill>
              <a:latin typeface="Lexend"/>
              <a:ea typeface="Lexend"/>
              <a:cs typeface="Lexend"/>
              <a:sym typeface="Lexend"/>
            </a:endParaRPr>
          </a:p>
          <a:p>
            <a:pPr indent="0" lvl="0" marL="914400" marR="0" rtl="0" algn="l">
              <a:lnSpc>
                <a:spcPct val="115000"/>
              </a:lnSpc>
              <a:spcBef>
                <a:spcPts val="0"/>
              </a:spcBef>
              <a:spcAft>
                <a:spcPts val="0"/>
              </a:spcAft>
              <a:buNone/>
            </a:pPr>
            <a:r>
              <a:rPr lang="en-US" sz="1500">
                <a:solidFill>
                  <a:schemeClr val="dk1"/>
                </a:solidFill>
                <a:latin typeface="Lexend"/>
                <a:ea typeface="Lexend"/>
                <a:cs typeface="Lexend"/>
                <a:sym typeface="Lexend"/>
              </a:rPr>
              <a:t>Contains the domain objects, or the primary entities in the application</a:t>
            </a:r>
            <a:endParaRPr sz="1500">
              <a:solidFill>
                <a:schemeClr val="dk1"/>
              </a:solidFill>
              <a:latin typeface="Lexend"/>
              <a:ea typeface="Lexend"/>
              <a:cs typeface="Lexend"/>
              <a:sym typeface="Lexend"/>
            </a:endParaRPr>
          </a:p>
          <a:p>
            <a:pPr indent="0" lvl="0" marL="457200" marR="0" rtl="0" algn="l">
              <a:lnSpc>
                <a:spcPct val="115000"/>
              </a:lnSpc>
              <a:spcBef>
                <a:spcPts val="0"/>
              </a:spcBef>
              <a:spcAft>
                <a:spcPts val="0"/>
              </a:spcAft>
              <a:buNone/>
            </a:pPr>
            <a:r>
              <a:rPr lang="en-US" sz="1500">
                <a:solidFill>
                  <a:schemeClr val="dk1"/>
                </a:solidFill>
                <a:latin typeface="Lexend"/>
                <a:ea typeface="Lexend"/>
                <a:cs typeface="Lexend"/>
                <a:sym typeface="Lexend"/>
              </a:rPr>
              <a:t>/</a:t>
            </a:r>
            <a:r>
              <a:rPr b="1" lang="en-US" sz="1500">
                <a:solidFill>
                  <a:schemeClr val="dk2"/>
                </a:solidFill>
                <a:latin typeface="Lexend"/>
                <a:ea typeface="Lexend"/>
                <a:cs typeface="Lexend"/>
                <a:sym typeface="Lexend"/>
              </a:rPr>
              <a:t>dto</a:t>
            </a:r>
            <a:endParaRPr b="1" sz="1500">
              <a:solidFill>
                <a:schemeClr val="dk2"/>
              </a:solidFill>
              <a:latin typeface="Lexend"/>
              <a:ea typeface="Lexend"/>
              <a:cs typeface="Lexend"/>
              <a:sym typeface="Lexend"/>
            </a:endParaRPr>
          </a:p>
          <a:p>
            <a:pPr indent="0" lvl="0" marL="914400" marR="0" rtl="0" algn="l">
              <a:lnSpc>
                <a:spcPct val="115000"/>
              </a:lnSpc>
              <a:spcBef>
                <a:spcPts val="0"/>
              </a:spcBef>
              <a:spcAft>
                <a:spcPts val="0"/>
              </a:spcAft>
              <a:buNone/>
            </a:pPr>
            <a:r>
              <a:rPr lang="en-US" sz="1500">
                <a:solidFill>
                  <a:schemeClr val="dk1"/>
                </a:solidFill>
                <a:latin typeface="Lexend"/>
                <a:ea typeface="Lexend"/>
                <a:cs typeface="Lexend"/>
                <a:sym typeface="Lexend"/>
              </a:rPr>
              <a:t>Contains Data Transfer Objects, or objects that are used to represent the application models during API communication.</a:t>
            </a:r>
            <a:endParaRPr sz="1500">
              <a:solidFill>
                <a:schemeClr val="dk1"/>
              </a:solidFill>
              <a:latin typeface="Lexend"/>
              <a:ea typeface="Lexend"/>
              <a:cs typeface="Lexend"/>
              <a:sym typeface="Lexend"/>
            </a:endParaRPr>
          </a:p>
          <a:p>
            <a:pPr indent="0" lvl="0" marL="457200" marR="0" rtl="0" algn="l">
              <a:lnSpc>
                <a:spcPct val="115000"/>
              </a:lnSpc>
              <a:spcBef>
                <a:spcPts val="0"/>
              </a:spcBef>
              <a:spcAft>
                <a:spcPts val="0"/>
              </a:spcAft>
              <a:buNone/>
            </a:pPr>
            <a:r>
              <a:rPr lang="en-US" sz="1500">
                <a:solidFill>
                  <a:schemeClr val="dk1"/>
                </a:solidFill>
                <a:latin typeface="Lexend"/>
                <a:ea typeface="Lexend"/>
                <a:cs typeface="Lexend"/>
                <a:sym typeface="Lexend"/>
              </a:rPr>
              <a:t>/</a:t>
            </a:r>
            <a:r>
              <a:rPr b="1" lang="en-US" sz="1500">
                <a:solidFill>
                  <a:schemeClr val="dk2"/>
                </a:solidFill>
                <a:latin typeface="Lexend"/>
                <a:ea typeface="Lexend"/>
                <a:cs typeface="Lexend"/>
                <a:sym typeface="Lexend"/>
              </a:rPr>
              <a:t>exception</a:t>
            </a:r>
            <a:endParaRPr b="1" sz="1500">
              <a:solidFill>
                <a:schemeClr val="dk2"/>
              </a:solidFill>
              <a:latin typeface="Lexend"/>
              <a:ea typeface="Lexend"/>
              <a:cs typeface="Lexend"/>
              <a:sym typeface="Lexend"/>
            </a:endParaRPr>
          </a:p>
          <a:p>
            <a:pPr indent="0" lvl="0" marL="914400" marR="0" rtl="0" algn="l">
              <a:lnSpc>
                <a:spcPct val="115000"/>
              </a:lnSpc>
              <a:spcBef>
                <a:spcPts val="0"/>
              </a:spcBef>
              <a:spcAft>
                <a:spcPts val="0"/>
              </a:spcAft>
              <a:buNone/>
            </a:pPr>
            <a:r>
              <a:rPr lang="en-US" sz="1500">
                <a:solidFill>
                  <a:schemeClr val="dk1"/>
                </a:solidFill>
                <a:latin typeface="Lexend"/>
                <a:ea typeface="Lexend"/>
                <a:cs typeface="Lexend"/>
                <a:sym typeface="Lexend"/>
              </a:rPr>
              <a:t>Contains exception classes.</a:t>
            </a:r>
            <a:endParaRPr sz="1500">
              <a:solidFill>
                <a:schemeClr val="dk1"/>
              </a:solidFill>
              <a:latin typeface="Lexend"/>
              <a:ea typeface="Lexend"/>
              <a:cs typeface="Lexend"/>
              <a:sym typeface="Lexend"/>
            </a:endParaRPr>
          </a:p>
          <a:p>
            <a:pPr indent="0" lvl="0" marL="457200" marR="0" rtl="0" algn="l">
              <a:lnSpc>
                <a:spcPct val="115000"/>
              </a:lnSpc>
              <a:spcBef>
                <a:spcPts val="0"/>
              </a:spcBef>
              <a:spcAft>
                <a:spcPts val="0"/>
              </a:spcAft>
              <a:buNone/>
            </a:pPr>
            <a:r>
              <a:rPr lang="en-US" sz="1500">
                <a:solidFill>
                  <a:schemeClr val="dk1"/>
                </a:solidFill>
                <a:latin typeface="Lexend"/>
                <a:ea typeface="Lexend"/>
                <a:cs typeface="Lexend"/>
                <a:sym typeface="Lexend"/>
              </a:rPr>
              <a:t>/</a:t>
            </a:r>
            <a:r>
              <a:rPr b="1" lang="en-US" sz="1500">
                <a:solidFill>
                  <a:schemeClr val="dk2"/>
                </a:solidFill>
                <a:latin typeface="Lexend"/>
                <a:ea typeface="Lexend"/>
                <a:cs typeface="Lexend"/>
                <a:sym typeface="Lexend"/>
              </a:rPr>
              <a:t>util</a:t>
            </a:r>
            <a:endParaRPr b="1" sz="1500">
              <a:solidFill>
                <a:schemeClr val="dk2"/>
              </a:solidFill>
              <a:latin typeface="Lexend"/>
              <a:ea typeface="Lexend"/>
              <a:cs typeface="Lexend"/>
              <a:sym typeface="Lexend"/>
            </a:endParaRPr>
          </a:p>
          <a:p>
            <a:pPr indent="0" lvl="0" marL="914400" marR="0" rtl="0" algn="l">
              <a:lnSpc>
                <a:spcPct val="115000"/>
              </a:lnSpc>
              <a:spcBef>
                <a:spcPts val="0"/>
              </a:spcBef>
              <a:spcAft>
                <a:spcPts val="0"/>
              </a:spcAft>
              <a:buNone/>
            </a:pPr>
            <a:r>
              <a:rPr lang="en-US" sz="1500">
                <a:solidFill>
                  <a:schemeClr val="dk1"/>
                </a:solidFill>
                <a:latin typeface="Lexend"/>
                <a:ea typeface="Lexend"/>
                <a:cs typeface="Lexend"/>
                <a:sym typeface="Lexend"/>
              </a:rPr>
              <a:t>Contains Utility classes for shared use across the application.</a:t>
            </a:r>
            <a:endParaRPr sz="1500">
              <a:solidFill>
                <a:schemeClr val="dk1"/>
              </a:solidFill>
              <a:latin typeface="Lexend"/>
              <a:ea typeface="Lexend"/>
              <a:cs typeface="Lexend"/>
              <a:sym typeface="Lexen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g3bd86be51a7_0_32"/>
          <p:cNvSpPr txBox="1"/>
          <p:nvPr>
            <p:ph type="title"/>
          </p:nvPr>
        </p:nvSpPr>
        <p:spPr>
          <a:xfrm>
            <a:off x="439648" y="189700"/>
            <a:ext cx="5510400" cy="6603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1100"/>
              <a:buFont typeface="Arial"/>
              <a:buNone/>
            </a:pPr>
            <a:r>
              <a:rPr lang="en-US" sz="1200">
                <a:latin typeface="IBM Plex Sans"/>
                <a:ea typeface="IBM Plex Sans"/>
                <a:cs typeface="IBM Plex Sans"/>
                <a:sym typeface="IBM Plex Sans"/>
              </a:rPr>
              <a:t>Introduction to APIs</a:t>
            </a:r>
            <a:endParaRPr sz="1200">
              <a:latin typeface="IBM Plex Sans"/>
              <a:ea typeface="IBM Plex Sans"/>
              <a:cs typeface="IBM Plex Sans"/>
              <a:sym typeface="IBM Plex Sans"/>
            </a:endParaRPr>
          </a:p>
        </p:txBody>
      </p:sp>
      <p:cxnSp>
        <p:nvCxnSpPr>
          <p:cNvPr id="161" name="Google Shape;161;g3bd86be51a7_0_32"/>
          <p:cNvCxnSpPr/>
          <p:nvPr/>
        </p:nvCxnSpPr>
        <p:spPr>
          <a:xfrm>
            <a:off x="97082" y="746462"/>
            <a:ext cx="10200300" cy="0"/>
          </a:xfrm>
          <a:prstGeom prst="straightConnector1">
            <a:avLst/>
          </a:prstGeom>
          <a:noFill/>
          <a:ln cap="flat" cmpd="sng" w="9525">
            <a:solidFill>
              <a:schemeClr val="accent1"/>
            </a:solidFill>
            <a:prstDash val="solid"/>
            <a:miter lim="800000"/>
            <a:headEnd len="sm" w="sm" type="none"/>
            <a:tailEnd len="sm" w="sm" type="none"/>
          </a:ln>
        </p:spPr>
      </p:cxnSp>
      <p:sp>
        <p:nvSpPr>
          <p:cNvPr id="162" name="Google Shape;162;g3bd86be51a7_0_32"/>
          <p:cNvSpPr txBox="1"/>
          <p:nvPr>
            <p:ph idx="4294967295" type="ctrTitle"/>
          </p:nvPr>
        </p:nvSpPr>
        <p:spPr>
          <a:xfrm>
            <a:off x="517400" y="983676"/>
            <a:ext cx="10150500" cy="601200"/>
          </a:xfrm>
          <a:prstGeom prst="rect">
            <a:avLst/>
          </a:prstGeom>
          <a:noFill/>
          <a:ln>
            <a:noFill/>
          </a:ln>
        </p:spPr>
        <p:txBody>
          <a:bodyPr anchorCtr="0" anchor="t" bIns="45700" lIns="91425" spcFirstLastPara="1" rIns="91425" wrap="square" tIns="45700">
            <a:normAutofit fontScale="90000"/>
          </a:bodyPr>
          <a:lstStyle/>
          <a:p>
            <a:pPr indent="0" lvl="0" marL="0" marR="0" rtl="0" algn="l">
              <a:lnSpc>
                <a:spcPct val="90000"/>
              </a:lnSpc>
              <a:spcBef>
                <a:spcPts val="0"/>
              </a:spcBef>
              <a:spcAft>
                <a:spcPts val="0"/>
              </a:spcAft>
              <a:buClr>
                <a:srgbClr val="9B1D23"/>
              </a:buClr>
              <a:buSzPct val="124209"/>
              <a:buFont typeface="Arial Black"/>
              <a:buNone/>
            </a:pPr>
            <a:r>
              <a:rPr lang="en-US"/>
              <a:t>Config</a:t>
            </a:r>
            <a:endParaRPr b="1" i="0" sz="4267" u="none" cap="none" strike="noStrike">
              <a:solidFill>
                <a:srgbClr val="9B1D23"/>
              </a:solidFill>
              <a:latin typeface="Arial Black"/>
              <a:ea typeface="Arial Black"/>
              <a:cs typeface="Arial Black"/>
              <a:sym typeface="Arial Black"/>
            </a:endParaRPr>
          </a:p>
        </p:txBody>
      </p:sp>
      <p:sp>
        <p:nvSpPr>
          <p:cNvPr id="163" name="Google Shape;163;g3bd86be51a7_0_32"/>
          <p:cNvSpPr txBox="1"/>
          <p:nvPr/>
        </p:nvSpPr>
        <p:spPr>
          <a:xfrm>
            <a:off x="517400" y="1764525"/>
            <a:ext cx="10150500" cy="1908600"/>
          </a:xfrm>
          <a:prstGeom prst="rect">
            <a:avLst/>
          </a:prstGeom>
          <a:noFill/>
          <a:ln>
            <a:noFill/>
          </a:ln>
        </p:spPr>
        <p:txBody>
          <a:bodyPr anchorCtr="0" anchor="t" bIns="91425" lIns="91425" spcFirstLastPara="1" rIns="91425" wrap="square" tIns="91425">
            <a:spAutoFit/>
          </a:bodyPr>
          <a:lstStyle/>
          <a:p>
            <a:pPr indent="-355600" lvl="0" marL="457200" marR="0" rtl="0" algn="l">
              <a:lnSpc>
                <a:spcPct val="115000"/>
              </a:lnSpc>
              <a:spcBef>
                <a:spcPts val="0"/>
              </a:spcBef>
              <a:spcAft>
                <a:spcPts val="0"/>
              </a:spcAft>
              <a:buClr>
                <a:schemeClr val="dk1"/>
              </a:buClr>
              <a:buSzPts val="2000"/>
              <a:buFont typeface="Lexend"/>
              <a:buChar char="●"/>
            </a:pPr>
            <a:r>
              <a:rPr lang="en-US" sz="2000">
                <a:solidFill>
                  <a:schemeClr val="dk1"/>
                </a:solidFill>
                <a:latin typeface="Lexend"/>
                <a:ea typeface="Lexend"/>
                <a:cs typeface="Lexend"/>
                <a:sym typeface="Lexend"/>
              </a:rPr>
              <a:t>Code that holds application configuration and setup.</a:t>
            </a:r>
            <a:endParaRPr sz="2000">
              <a:solidFill>
                <a:schemeClr val="dk1"/>
              </a:solidFill>
              <a:latin typeface="Lexend"/>
              <a:ea typeface="Lexend"/>
              <a:cs typeface="Lexend"/>
              <a:sym typeface="Lexend"/>
            </a:endParaRPr>
          </a:p>
          <a:p>
            <a:pPr indent="-355600" lvl="0" marL="457200" marR="0" rtl="0" algn="l">
              <a:lnSpc>
                <a:spcPct val="115000"/>
              </a:lnSpc>
              <a:spcBef>
                <a:spcPts val="0"/>
              </a:spcBef>
              <a:spcAft>
                <a:spcPts val="0"/>
              </a:spcAft>
              <a:buClr>
                <a:schemeClr val="dk1"/>
              </a:buClr>
              <a:buSzPts val="2000"/>
              <a:buFont typeface="Lexend"/>
              <a:buChar char="●"/>
            </a:pPr>
            <a:r>
              <a:rPr lang="en-US" sz="2000">
                <a:solidFill>
                  <a:schemeClr val="dk1"/>
                </a:solidFill>
                <a:latin typeface="Lexend"/>
                <a:ea typeface="Lexend"/>
                <a:cs typeface="Lexend"/>
                <a:sym typeface="Lexend"/>
              </a:rPr>
              <a:t>This could include security setup, filters/interceptors, dependency wiring, database configuration, any other configuration or registration required by the framework.</a:t>
            </a:r>
            <a:endParaRPr sz="2000">
              <a:solidFill>
                <a:schemeClr val="dk1"/>
              </a:solidFill>
              <a:latin typeface="Lexend"/>
              <a:ea typeface="Lexend"/>
              <a:cs typeface="Lexend"/>
              <a:sym typeface="Lexend"/>
            </a:endParaRPr>
          </a:p>
          <a:p>
            <a:pPr indent="-355600" lvl="0" marL="457200" marR="0" rtl="0" algn="l">
              <a:lnSpc>
                <a:spcPct val="115000"/>
              </a:lnSpc>
              <a:spcBef>
                <a:spcPts val="0"/>
              </a:spcBef>
              <a:spcAft>
                <a:spcPts val="0"/>
              </a:spcAft>
              <a:buClr>
                <a:schemeClr val="dk1"/>
              </a:buClr>
              <a:buSzPts val="2000"/>
              <a:buFont typeface="Lexend"/>
              <a:buChar char="●"/>
            </a:pPr>
            <a:r>
              <a:rPr lang="en-US" sz="2000">
                <a:solidFill>
                  <a:schemeClr val="dk1"/>
                </a:solidFill>
                <a:latin typeface="Lexend"/>
                <a:ea typeface="Lexend"/>
                <a:cs typeface="Lexend"/>
                <a:sym typeface="Lexend"/>
              </a:rPr>
              <a:t>Keywords: Set up, config</a:t>
            </a:r>
            <a:endParaRPr sz="2000">
              <a:solidFill>
                <a:schemeClr val="dk1"/>
              </a:solidFill>
              <a:latin typeface="Lexend"/>
              <a:ea typeface="Lexend"/>
              <a:cs typeface="Lexend"/>
              <a:sym typeface="Lexen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g3bd86be51a7_0_40"/>
          <p:cNvSpPr txBox="1"/>
          <p:nvPr>
            <p:ph type="title"/>
          </p:nvPr>
        </p:nvSpPr>
        <p:spPr>
          <a:xfrm>
            <a:off x="439648" y="189700"/>
            <a:ext cx="5510400" cy="6603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1100"/>
              <a:buFont typeface="Arial"/>
              <a:buNone/>
            </a:pPr>
            <a:r>
              <a:rPr lang="en-US" sz="1200">
                <a:latin typeface="IBM Plex Sans"/>
                <a:ea typeface="IBM Plex Sans"/>
                <a:cs typeface="IBM Plex Sans"/>
                <a:sym typeface="IBM Plex Sans"/>
              </a:rPr>
              <a:t>Introduction to APIs</a:t>
            </a:r>
            <a:endParaRPr sz="1200">
              <a:latin typeface="IBM Plex Sans"/>
              <a:ea typeface="IBM Plex Sans"/>
              <a:cs typeface="IBM Plex Sans"/>
              <a:sym typeface="IBM Plex Sans"/>
            </a:endParaRPr>
          </a:p>
        </p:txBody>
      </p:sp>
      <p:cxnSp>
        <p:nvCxnSpPr>
          <p:cNvPr id="170" name="Google Shape;170;g3bd86be51a7_0_40"/>
          <p:cNvCxnSpPr/>
          <p:nvPr/>
        </p:nvCxnSpPr>
        <p:spPr>
          <a:xfrm>
            <a:off x="97082" y="746462"/>
            <a:ext cx="10200300" cy="0"/>
          </a:xfrm>
          <a:prstGeom prst="straightConnector1">
            <a:avLst/>
          </a:prstGeom>
          <a:noFill/>
          <a:ln cap="flat" cmpd="sng" w="9525">
            <a:solidFill>
              <a:schemeClr val="accent1"/>
            </a:solidFill>
            <a:prstDash val="solid"/>
            <a:miter lim="800000"/>
            <a:headEnd len="sm" w="sm" type="none"/>
            <a:tailEnd len="sm" w="sm" type="none"/>
          </a:ln>
        </p:spPr>
      </p:cxnSp>
      <p:sp>
        <p:nvSpPr>
          <p:cNvPr id="171" name="Google Shape;171;g3bd86be51a7_0_40"/>
          <p:cNvSpPr txBox="1"/>
          <p:nvPr>
            <p:ph idx="4294967295" type="ctrTitle"/>
          </p:nvPr>
        </p:nvSpPr>
        <p:spPr>
          <a:xfrm>
            <a:off x="517400" y="983676"/>
            <a:ext cx="10150500" cy="601200"/>
          </a:xfrm>
          <a:prstGeom prst="rect">
            <a:avLst/>
          </a:prstGeom>
          <a:noFill/>
          <a:ln>
            <a:noFill/>
          </a:ln>
        </p:spPr>
        <p:txBody>
          <a:bodyPr anchorCtr="0" anchor="t" bIns="45700" lIns="91425" spcFirstLastPara="1" rIns="91425" wrap="square" tIns="45700">
            <a:normAutofit fontScale="90000"/>
          </a:bodyPr>
          <a:lstStyle/>
          <a:p>
            <a:pPr indent="0" lvl="0" marL="0" marR="0" rtl="0" algn="l">
              <a:lnSpc>
                <a:spcPct val="90000"/>
              </a:lnSpc>
              <a:spcBef>
                <a:spcPts val="0"/>
              </a:spcBef>
              <a:spcAft>
                <a:spcPts val="0"/>
              </a:spcAft>
              <a:buClr>
                <a:srgbClr val="9B1D23"/>
              </a:buClr>
              <a:buSzPct val="124209"/>
              <a:buFont typeface="Arial Black"/>
              <a:buNone/>
            </a:pPr>
            <a:r>
              <a:rPr lang="en-US"/>
              <a:t>Controller</a:t>
            </a:r>
            <a:endParaRPr b="1" i="0" sz="4267" u="none" cap="none" strike="noStrike">
              <a:solidFill>
                <a:srgbClr val="9B1D23"/>
              </a:solidFill>
              <a:latin typeface="Arial Black"/>
              <a:ea typeface="Arial Black"/>
              <a:cs typeface="Arial Black"/>
              <a:sym typeface="Arial Black"/>
            </a:endParaRPr>
          </a:p>
        </p:txBody>
      </p:sp>
      <p:sp>
        <p:nvSpPr>
          <p:cNvPr id="172" name="Google Shape;172;g3bd86be51a7_0_40"/>
          <p:cNvSpPr txBox="1"/>
          <p:nvPr/>
        </p:nvSpPr>
        <p:spPr>
          <a:xfrm>
            <a:off x="517400" y="1764525"/>
            <a:ext cx="10150500" cy="1908600"/>
          </a:xfrm>
          <a:prstGeom prst="rect">
            <a:avLst/>
          </a:prstGeom>
          <a:noFill/>
          <a:ln>
            <a:noFill/>
          </a:ln>
        </p:spPr>
        <p:txBody>
          <a:bodyPr anchorCtr="0" anchor="t" bIns="91425" lIns="91425" spcFirstLastPara="1" rIns="91425" wrap="square" tIns="91425">
            <a:spAutoFit/>
          </a:bodyPr>
          <a:lstStyle/>
          <a:p>
            <a:pPr indent="-355600" lvl="0" marL="457200" marR="0" rtl="0" algn="l">
              <a:lnSpc>
                <a:spcPct val="115000"/>
              </a:lnSpc>
              <a:spcBef>
                <a:spcPts val="0"/>
              </a:spcBef>
              <a:spcAft>
                <a:spcPts val="0"/>
              </a:spcAft>
              <a:buClr>
                <a:schemeClr val="dk1"/>
              </a:buClr>
              <a:buSzPts val="2000"/>
              <a:buFont typeface="Lexend"/>
              <a:buChar char="●"/>
            </a:pPr>
            <a:r>
              <a:rPr lang="en-US" sz="2000">
                <a:solidFill>
                  <a:schemeClr val="dk1"/>
                </a:solidFill>
                <a:latin typeface="Lexend"/>
                <a:ea typeface="Lexend"/>
                <a:cs typeface="Lexend"/>
                <a:sym typeface="Lexend"/>
              </a:rPr>
              <a:t>Handles HTTP requests or client interactions.</a:t>
            </a:r>
            <a:endParaRPr sz="2000">
              <a:solidFill>
                <a:schemeClr val="dk1"/>
              </a:solidFill>
              <a:latin typeface="Lexend"/>
              <a:ea typeface="Lexend"/>
              <a:cs typeface="Lexend"/>
              <a:sym typeface="Lexend"/>
            </a:endParaRPr>
          </a:p>
          <a:p>
            <a:pPr indent="-355600" lvl="0" marL="457200" marR="0" rtl="0" algn="l">
              <a:lnSpc>
                <a:spcPct val="115000"/>
              </a:lnSpc>
              <a:spcBef>
                <a:spcPts val="0"/>
              </a:spcBef>
              <a:spcAft>
                <a:spcPts val="0"/>
              </a:spcAft>
              <a:buClr>
                <a:schemeClr val="dk1"/>
              </a:buClr>
              <a:buSzPts val="2000"/>
              <a:buFont typeface="Lexend"/>
              <a:buChar char="●"/>
            </a:pPr>
            <a:r>
              <a:rPr lang="en-US" sz="2000">
                <a:solidFill>
                  <a:schemeClr val="dk1"/>
                </a:solidFill>
                <a:latin typeface="Lexend"/>
                <a:ea typeface="Lexend"/>
                <a:cs typeface="Lexend"/>
                <a:sym typeface="Lexend"/>
              </a:rPr>
              <a:t>Declare routes, accept request payload, input validation, returns response.</a:t>
            </a:r>
            <a:endParaRPr sz="2000">
              <a:solidFill>
                <a:schemeClr val="dk1"/>
              </a:solidFill>
              <a:latin typeface="Lexend"/>
              <a:ea typeface="Lexend"/>
              <a:cs typeface="Lexend"/>
              <a:sym typeface="Lexend"/>
            </a:endParaRPr>
          </a:p>
          <a:p>
            <a:pPr indent="-355600" lvl="0" marL="457200" marR="0" rtl="0" algn="l">
              <a:lnSpc>
                <a:spcPct val="115000"/>
              </a:lnSpc>
              <a:spcBef>
                <a:spcPts val="0"/>
              </a:spcBef>
              <a:spcAft>
                <a:spcPts val="0"/>
              </a:spcAft>
              <a:buClr>
                <a:schemeClr val="dk1"/>
              </a:buClr>
              <a:buSzPts val="2000"/>
              <a:buFont typeface="Lexend"/>
              <a:buChar char="●"/>
            </a:pPr>
            <a:r>
              <a:rPr lang="en-US" sz="2000">
                <a:solidFill>
                  <a:schemeClr val="dk1"/>
                </a:solidFill>
                <a:latin typeface="Lexend"/>
                <a:ea typeface="Lexend"/>
                <a:cs typeface="Lexend"/>
                <a:sym typeface="Lexend"/>
              </a:rPr>
              <a:t>Calls the service layer</a:t>
            </a:r>
            <a:endParaRPr sz="2000">
              <a:solidFill>
                <a:schemeClr val="dk1"/>
              </a:solidFill>
              <a:latin typeface="Lexend"/>
              <a:ea typeface="Lexend"/>
              <a:cs typeface="Lexend"/>
              <a:sym typeface="Lexend"/>
            </a:endParaRPr>
          </a:p>
          <a:p>
            <a:pPr indent="-355600" lvl="0" marL="457200" marR="0" rtl="0" algn="l">
              <a:lnSpc>
                <a:spcPct val="115000"/>
              </a:lnSpc>
              <a:spcBef>
                <a:spcPts val="0"/>
              </a:spcBef>
              <a:spcAft>
                <a:spcPts val="0"/>
              </a:spcAft>
              <a:buClr>
                <a:schemeClr val="dk1"/>
              </a:buClr>
              <a:buSzPts val="2000"/>
              <a:buFont typeface="Lexend"/>
              <a:buChar char="●"/>
            </a:pPr>
            <a:r>
              <a:rPr lang="en-US" sz="2000">
                <a:solidFill>
                  <a:schemeClr val="dk1"/>
                </a:solidFill>
                <a:latin typeface="Lexend"/>
                <a:ea typeface="Lexend"/>
                <a:cs typeface="Lexend"/>
                <a:sym typeface="Lexend"/>
              </a:rPr>
              <a:t>It should NOT contain business logic or complex processing.</a:t>
            </a:r>
            <a:endParaRPr sz="2000">
              <a:solidFill>
                <a:schemeClr val="dk1"/>
              </a:solidFill>
              <a:latin typeface="Lexend"/>
              <a:ea typeface="Lexend"/>
              <a:cs typeface="Lexend"/>
              <a:sym typeface="Lexend"/>
            </a:endParaRPr>
          </a:p>
          <a:p>
            <a:pPr indent="-355600" lvl="0" marL="457200" marR="0" rtl="0" algn="l">
              <a:lnSpc>
                <a:spcPct val="115000"/>
              </a:lnSpc>
              <a:spcBef>
                <a:spcPts val="0"/>
              </a:spcBef>
              <a:spcAft>
                <a:spcPts val="0"/>
              </a:spcAft>
              <a:buClr>
                <a:schemeClr val="dk1"/>
              </a:buClr>
              <a:buSzPts val="2000"/>
              <a:buFont typeface="Lexend"/>
              <a:buChar char="●"/>
            </a:pPr>
            <a:r>
              <a:rPr lang="en-US" sz="2000">
                <a:solidFill>
                  <a:schemeClr val="dk1"/>
                </a:solidFill>
                <a:latin typeface="Lexend"/>
                <a:ea typeface="Lexend"/>
                <a:cs typeface="Lexend"/>
                <a:sym typeface="Lexend"/>
              </a:rPr>
              <a:t>Keywords: Routing, API endpoints, Request &amp; Response</a:t>
            </a:r>
            <a:endParaRPr sz="2000">
              <a:solidFill>
                <a:schemeClr val="dk1"/>
              </a:solidFill>
              <a:latin typeface="Lexend"/>
              <a:ea typeface="Lexend"/>
              <a:cs typeface="Lexend"/>
              <a:sym typeface="Lexen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g3bd86be51a7_0_64"/>
          <p:cNvSpPr txBox="1"/>
          <p:nvPr>
            <p:ph type="title"/>
          </p:nvPr>
        </p:nvSpPr>
        <p:spPr>
          <a:xfrm>
            <a:off x="439648" y="189700"/>
            <a:ext cx="5510400" cy="6603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1100"/>
              <a:buFont typeface="Arial"/>
              <a:buNone/>
            </a:pPr>
            <a:r>
              <a:rPr lang="en-US" sz="1200">
                <a:latin typeface="IBM Plex Sans"/>
                <a:ea typeface="IBM Plex Sans"/>
                <a:cs typeface="IBM Plex Sans"/>
                <a:sym typeface="IBM Plex Sans"/>
              </a:rPr>
              <a:t>Introduction to APIs</a:t>
            </a:r>
            <a:endParaRPr sz="1200">
              <a:latin typeface="IBM Plex Sans"/>
              <a:ea typeface="IBM Plex Sans"/>
              <a:cs typeface="IBM Plex Sans"/>
              <a:sym typeface="IBM Plex Sans"/>
            </a:endParaRPr>
          </a:p>
        </p:txBody>
      </p:sp>
      <p:cxnSp>
        <p:nvCxnSpPr>
          <p:cNvPr id="179" name="Google Shape;179;g3bd86be51a7_0_64"/>
          <p:cNvCxnSpPr/>
          <p:nvPr/>
        </p:nvCxnSpPr>
        <p:spPr>
          <a:xfrm>
            <a:off x="97082" y="746462"/>
            <a:ext cx="10200300" cy="0"/>
          </a:xfrm>
          <a:prstGeom prst="straightConnector1">
            <a:avLst/>
          </a:prstGeom>
          <a:noFill/>
          <a:ln cap="flat" cmpd="sng" w="9525">
            <a:solidFill>
              <a:schemeClr val="accent1"/>
            </a:solidFill>
            <a:prstDash val="solid"/>
            <a:miter lim="800000"/>
            <a:headEnd len="sm" w="sm" type="none"/>
            <a:tailEnd len="sm" w="sm" type="none"/>
          </a:ln>
        </p:spPr>
      </p:cxnSp>
      <p:sp>
        <p:nvSpPr>
          <p:cNvPr id="180" name="Google Shape;180;g3bd86be51a7_0_64"/>
          <p:cNvSpPr txBox="1"/>
          <p:nvPr>
            <p:ph idx="4294967295" type="ctrTitle"/>
          </p:nvPr>
        </p:nvSpPr>
        <p:spPr>
          <a:xfrm>
            <a:off x="517400" y="983676"/>
            <a:ext cx="10150500" cy="601200"/>
          </a:xfrm>
          <a:prstGeom prst="rect">
            <a:avLst/>
          </a:prstGeom>
          <a:noFill/>
          <a:ln>
            <a:noFill/>
          </a:ln>
        </p:spPr>
        <p:txBody>
          <a:bodyPr anchorCtr="0" anchor="t" bIns="45700" lIns="91425" spcFirstLastPara="1" rIns="91425" wrap="square" tIns="45700">
            <a:normAutofit fontScale="90000"/>
          </a:bodyPr>
          <a:lstStyle/>
          <a:p>
            <a:pPr indent="0" lvl="0" marL="0" marR="0" rtl="0" algn="l">
              <a:lnSpc>
                <a:spcPct val="90000"/>
              </a:lnSpc>
              <a:spcBef>
                <a:spcPts val="0"/>
              </a:spcBef>
              <a:spcAft>
                <a:spcPts val="0"/>
              </a:spcAft>
              <a:buClr>
                <a:srgbClr val="9B1D23"/>
              </a:buClr>
              <a:buSzPct val="124209"/>
              <a:buFont typeface="Arial Black"/>
              <a:buNone/>
            </a:pPr>
            <a:r>
              <a:rPr lang="en-US"/>
              <a:t>Service</a:t>
            </a:r>
            <a:endParaRPr b="1" i="0" sz="4267" u="none" cap="none" strike="noStrike">
              <a:solidFill>
                <a:srgbClr val="9B1D23"/>
              </a:solidFill>
              <a:latin typeface="Arial Black"/>
              <a:ea typeface="Arial Black"/>
              <a:cs typeface="Arial Black"/>
              <a:sym typeface="Arial Black"/>
            </a:endParaRPr>
          </a:p>
        </p:txBody>
      </p:sp>
      <p:sp>
        <p:nvSpPr>
          <p:cNvPr id="181" name="Google Shape;181;g3bd86be51a7_0_64"/>
          <p:cNvSpPr txBox="1"/>
          <p:nvPr/>
        </p:nvSpPr>
        <p:spPr>
          <a:xfrm>
            <a:off x="517400" y="1764525"/>
            <a:ext cx="10150500" cy="1200600"/>
          </a:xfrm>
          <a:prstGeom prst="rect">
            <a:avLst/>
          </a:prstGeom>
          <a:noFill/>
          <a:ln>
            <a:noFill/>
          </a:ln>
        </p:spPr>
        <p:txBody>
          <a:bodyPr anchorCtr="0" anchor="t" bIns="91425" lIns="91425" spcFirstLastPara="1" rIns="91425" wrap="square" tIns="91425">
            <a:spAutoFit/>
          </a:bodyPr>
          <a:lstStyle/>
          <a:p>
            <a:pPr indent="-355600" lvl="0" marL="457200" marR="0" rtl="0" algn="l">
              <a:lnSpc>
                <a:spcPct val="115000"/>
              </a:lnSpc>
              <a:spcBef>
                <a:spcPts val="0"/>
              </a:spcBef>
              <a:spcAft>
                <a:spcPts val="0"/>
              </a:spcAft>
              <a:buClr>
                <a:schemeClr val="dk1"/>
              </a:buClr>
              <a:buSzPts val="2000"/>
              <a:buFont typeface="Lexend"/>
              <a:buChar char="●"/>
            </a:pPr>
            <a:r>
              <a:rPr lang="en-US" sz="2000">
                <a:solidFill>
                  <a:schemeClr val="dk1"/>
                </a:solidFill>
                <a:latin typeface="Lexend"/>
                <a:ea typeface="Lexend"/>
                <a:cs typeface="Lexend"/>
                <a:sym typeface="Lexend"/>
              </a:rPr>
              <a:t>Contains the business logic and application’s core process.</a:t>
            </a:r>
            <a:endParaRPr sz="2000">
              <a:solidFill>
                <a:schemeClr val="dk1"/>
              </a:solidFill>
              <a:latin typeface="Lexend"/>
              <a:ea typeface="Lexend"/>
              <a:cs typeface="Lexend"/>
              <a:sym typeface="Lexend"/>
            </a:endParaRPr>
          </a:p>
          <a:p>
            <a:pPr indent="-355600" lvl="0" marL="457200" marR="0" rtl="0" algn="l">
              <a:lnSpc>
                <a:spcPct val="115000"/>
              </a:lnSpc>
              <a:spcBef>
                <a:spcPts val="0"/>
              </a:spcBef>
              <a:spcAft>
                <a:spcPts val="0"/>
              </a:spcAft>
              <a:buClr>
                <a:schemeClr val="dk1"/>
              </a:buClr>
              <a:buSzPts val="2000"/>
              <a:buFont typeface="Lexend"/>
              <a:buChar char="●"/>
            </a:pPr>
            <a:r>
              <a:rPr lang="en-US" sz="2000">
                <a:solidFill>
                  <a:schemeClr val="dk1"/>
                </a:solidFill>
                <a:latin typeface="Lexend"/>
                <a:ea typeface="Lexend"/>
                <a:cs typeface="Lexend"/>
                <a:sym typeface="Lexend"/>
              </a:rPr>
              <a:t>Calls the repository layer</a:t>
            </a:r>
            <a:endParaRPr sz="2000">
              <a:solidFill>
                <a:schemeClr val="dk1"/>
              </a:solidFill>
              <a:latin typeface="Lexend"/>
              <a:ea typeface="Lexend"/>
              <a:cs typeface="Lexend"/>
              <a:sym typeface="Lexend"/>
            </a:endParaRPr>
          </a:p>
          <a:p>
            <a:pPr indent="-355600" lvl="0" marL="457200" marR="0" rtl="0" algn="l">
              <a:lnSpc>
                <a:spcPct val="115000"/>
              </a:lnSpc>
              <a:spcBef>
                <a:spcPts val="0"/>
              </a:spcBef>
              <a:spcAft>
                <a:spcPts val="0"/>
              </a:spcAft>
              <a:buClr>
                <a:schemeClr val="dk1"/>
              </a:buClr>
              <a:buSzPts val="2000"/>
              <a:buFont typeface="Lexend"/>
              <a:buChar char="●"/>
            </a:pPr>
            <a:r>
              <a:rPr lang="en-US" sz="2000">
                <a:solidFill>
                  <a:schemeClr val="dk1"/>
                </a:solidFill>
                <a:latin typeface="Lexend"/>
                <a:ea typeface="Lexend"/>
                <a:cs typeface="Lexend"/>
                <a:sym typeface="Lexend"/>
              </a:rPr>
              <a:t>Keywords: Business logic, processes, brain of the application</a:t>
            </a:r>
            <a:endParaRPr sz="2000">
              <a:solidFill>
                <a:schemeClr val="dk1"/>
              </a:solidFill>
              <a:latin typeface="Lexend"/>
              <a:ea typeface="Lexend"/>
              <a:cs typeface="Lexend"/>
              <a:sym typeface="Lexen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g3bd86be51a7_0_72"/>
          <p:cNvSpPr txBox="1"/>
          <p:nvPr>
            <p:ph type="title"/>
          </p:nvPr>
        </p:nvSpPr>
        <p:spPr>
          <a:xfrm>
            <a:off x="439648" y="189700"/>
            <a:ext cx="5510400" cy="6603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1100"/>
              <a:buFont typeface="Arial"/>
              <a:buNone/>
            </a:pPr>
            <a:r>
              <a:rPr lang="en-US" sz="1200">
                <a:latin typeface="IBM Plex Sans"/>
                <a:ea typeface="IBM Plex Sans"/>
                <a:cs typeface="IBM Plex Sans"/>
                <a:sym typeface="IBM Plex Sans"/>
              </a:rPr>
              <a:t>Introduction to APIs</a:t>
            </a:r>
            <a:endParaRPr sz="1200">
              <a:latin typeface="IBM Plex Sans"/>
              <a:ea typeface="IBM Plex Sans"/>
              <a:cs typeface="IBM Plex Sans"/>
              <a:sym typeface="IBM Plex Sans"/>
            </a:endParaRPr>
          </a:p>
        </p:txBody>
      </p:sp>
      <p:cxnSp>
        <p:nvCxnSpPr>
          <p:cNvPr id="188" name="Google Shape;188;g3bd86be51a7_0_72"/>
          <p:cNvCxnSpPr/>
          <p:nvPr/>
        </p:nvCxnSpPr>
        <p:spPr>
          <a:xfrm>
            <a:off x="97082" y="746462"/>
            <a:ext cx="10200300" cy="0"/>
          </a:xfrm>
          <a:prstGeom prst="straightConnector1">
            <a:avLst/>
          </a:prstGeom>
          <a:noFill/>
          <a:ln cap="flat" cmpd="sng" w="9525">
            <a:solidFill>
              <a:schemeClr val="accent1"/>
            </a:solidFill>
            <a:prstDash val="solid"/>
            <a:miter lim="800000"/>
            <a:headEnd len="sm" w="sm" type="none"/>
            <a:tailEnd len="sm" w="sm" type="none"/>
          </a:ln>
        </p:spPr>
      </p:cxnSp>
      <p:sp>
        <p:nvSpPr>
          <p:cNvPr id="189" name="Google Shape;189;g3bd86be51a7_0_72"/>
          <p:cNvSpPr txBox="1"/>
          <p:nvPr>
            <p:ph idx="4294967295" type="ctrTitle"/>
          </p:nvPr>
        </p:nvSpPr>
        <p:spPr>
          <a:xfrm>
            <a:off x="517400" y="983676"/>
            <a:ext cx="10150500" cy="601200"/>
          </a:xfrm>
          <a:prstGeom prst="rect">
            <a:avLst/>
          </a:prstGeom>
          <a:noFill/>
          <a:ln>
            <a:noFill/>
          </a:ln>
        </p:spPr>
        <p:txBody>
          <a:bodyPr anchorCtr="0" anchor="t" bIns="45700" lIns="91425" spcFirstLastPara="1" rIns="91425" wrap="square" tIns="45700">
            <a:normAutofit fontScale="90000"/>
          </a:bodyPr>
          <a:lstStyle/>
          <a:p>
            <a:pPr indent="0" lvl="0" marL="0" marR="0" rtl="0" algn="l">
              <a:lnSpc>
                <a:spcPct val="90000"/>
              </a:lnSpc>
              <a:spcBef>
                <a:spcPts val="0"/>
              </a:spcBef>
              <a:spcAft>
                <a:spcPts val="0"/>
              </a:spcAft>
              <a:buClr>
                <a:srgbClr val="9B1D23"/>
              </a:buClr>
              <a:buSzPct val="124209"/>
              <a:buFont typeface="Arial Black"/>
              <a:buNone/>
            </a:pPr>
            <a:r>
              <a:rPr lang="en-US"/>
              <a:t>Repository (Data Access Layer)</a:t>
            </a:r>
            <a:endParaRPr/>
          </a:p>
          <a:p>
            <a:pPr indent="0" lvl="0" marL="0" marR="0" rtl="0" algn="l">
              <a:lnSpc>
                <a:spcPct val="90000"/>
              </a:lnSpc>
              <a:spcBef>
                <a:spcPts val="0"/>
              </a:spcBef>
              <a:spcAft>
                <a:spcPts val="0"/>
              </a:spcAft>
              <a:buClr>
                <a:srgbClr val="9B1D23"/>
              </a:buClr>
              <a:buSzPct val="124209"/>
              <a:buFont typeface="Arial Black"/>
              <a:buNone/>
            </a:pPr>
            <a:r>
              <a:t/>
            </a:r>
            <a:endParaRPr/>
          </a:p>
        </p:txBody>
      </p:sp>
      <p:sp>
        <p:nvSpPr>
          <p:cNvPr id="190" name="Google Shape;190;g3bd86be51a7_0_72"/>
          <p:cNvSpPr txBox="1"/>
          <p:nvPr/>
        </p:nvSpPr>
        <p:spPr>
          <a:xfrm>
            <a:off x="517400" y="1764525"/>
            <a:ext cx="10150500" cy="1554600"/>
          </a:xfrm>
          <a:prstGeom prst="rect">
            <a:avLst/>
          </a:prstGeom>
          <a:noFill/>
          <a:ln>
            <a:noFill/>
          </a:ln>
        </p:spPr>
        <p:txBody>
          <a:bodyPr anchorCtr="0" anchor="t" bIns="91425" lIns="91425" spcFirstLastPara="1" rIns="91425" wrap="square" tIns="91425">
            <a:spAutoFit/>
          </a:bodyPr>
          <a:lstStyle/>
          <a:p>
            <a:pPr indent="-355600" lvl="0" marL="457200" marR="0" rtl="0" algn="l">
              <a:lnSpc>
                <a:spcPct val="115000"/>
              </a:lnSpc>
              <a:spcBef>
                <a:spcPts val="0"/>
              </a:spcBef>
              <a:spcAft>
                <a:spcPts val="0"/>
              </a:spcAft>
              <a:buClr>
                <a:schemeClr val="dk1"/>
              </a:buClr>
              <a:buSzPts val="2000"/>
              <a:buFont typeface="Lexend"/>
              <a:buChar char="●"/>
            </a:pPr>
            <a:r>
              <a:rPr lang="en-US" sz="2000">
                <a:solidFill>
                  <a:schemeClr val="dk1"/>
                </a:solidFill>
                <a:latin typeface="Lexend"/>
                <a:ea typeface="Lexend"/>
                <a:cs typeface="Lexend"/>
                <a:sym typeface="Lexend"/>
              </a:rPr>
              <a:t>Handles the interaction with the data sources.</a:t>
            </a:r>
            <a:endParaRPr sz="2000">
              <a:solidFill>
                <a:schemeClr val="dk1"/>
              </a:solidFill>
              <a:latin typeface="Lexend"/>
              <a:ea typeface="Lexend"/>
              <a:cs typeface="Lexend"/>
              <a:sym typeface="Lexend"/>
            </a:endParaRPr>
          </a:p>
          <a:p>
            <a:pPr indent="-355600" lvl="0" marL="457200" marR="0" rtl="0" algn="l">
              <a:lnSpc>
                <a:spcPct val="115000"/>
              </a:lnSpc>
              <a:spcBef>
                <a:spcPts val="0"/>
              </a:spcBef>
              <a:spcAft>
                <a:spcPts val="0"/>
              </a:spcAft>
              <a:buClr>
                <a:schemeClr val="dk1"/>
              </a:buClr>
              <a:buSzPts val="2000"/>
              <a:buFont typeface="Lexend"/>
              <a:buChar char="●"/>
            </a:pPr>
            <a:r>
              <a:rPr lang="en-US" sz="2000">
                <a:solidFill>
                  <a:schemeClr val="dk1"/>
                </a:solidFill>
                <a:latin typeface="Lexend"/>
                <a:ea typeface="Lexend"/>
                <a:cs typeface="Lexend"/>
                <a:sym typeface="Lexend"/>
              </a:rPr>
              <a:t>Responsible for querying the database and database persistence.</a:t>
            </a:r>
            <a:endParaRPr sz="2000">
              <a:solidFill>
                <a:schemeClr val="dk1"/>
              </a:solidFill>
              <a:latin typeface="Lexend"/>
              <a:ea typeface="Lexend"/>
              <a:cs typeface="Lexend"/>
              <a:sym typeface="Lexend"/>
            </a:endParaRPr>
          </a:p>
          <a:p>
            <a:pPr indent="-355600" lvl="0" marL="457200" marR="0" rtl="0" algn="l">
              <a:lnSpc>
                <a:spcPct val="115000"/>
              </a:lnSpc>
              <a:spcBef>
                <a:spcPts val="0"/>
              </a:spcBef>
              <a:spcAft>
                <a:spcPts val="0"/>
              </a:spcAft>
              <a:buClr>
                <a:schemeClr val="dk1"/>
              </a:buClr>
              <a:buSzPts val="2000"/>
              <a:buFont typeface="Lexend"/>
              <a:buChar char="●"/>
            </a:pPr>
            <a:r>
              <a:rPr lang="en-US" sz="2000">
                <a:solidFill>
                  <a:schemeClr val="dk1"/>
                </a:solidFill>
                <a:latin typeface="Lexend"/>
                <a:ea typeface="Lexend"/>
                <a:cs typeface="Lexend"/>
                <a:sym typeface="Lexend"/>
              </a:rPr>
              <a:t>Keywords: database, repositories, data access layer, DAO (Data Access Object)</a:t>
            </a:r>
            <a:endParaRPr sz="2000">
              <a:solidFill>
                <a:schemeClr val="dk1"/>
              </a:solidFill>
              <a:latin typeface="Lexend"/>
              <a:ea typeface="Lexend"/>
              <a:cs typeface="Lexend"/>
              <a:sym typeface="Lexen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g3bd86be51a7_0_80"/>
          <p:cNvSpPr txBox="1"/>
          <p:nvPr>
            <p:ph type="title"/>
          </p:nvPr>
        </p:nvSpPr>
        <p:spPr>
          <a:xfrm>
            <a:off x="439648" y="189700"/>
            <a:ext cx="5510400" cy="6603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1100"/>
              <a:buFont typeface="Arial"/>
              <a:buNone/>
            </a:pPr>
            <a:r>
              <a:rPr lang="en-US" sz="1200">
                <a:latin typeface="IBM Plex Sans"/>
                <a:ea typeface="IBM Plex Sans"/>
                <a:cs typeface="IBM Plex Sans"/>
                <a:sym typeface="IBM Plex Sans"/>
              </a:rPr>
              <a:t>Introduction to APIs</a:t>
            </a:r>
            <a:endParaRPr sz="1200">
              <a:latin typeface="IBM Plex Sans"/>
              <a:ea typeface="IBM Plex Sans"/>
              <a:cs typeface="IBM Plex Sans"/>
              <a:sym typeface="IBM Plex Sans"/>
            </a:endParaRPr>
          </a:p>
        </p:txBody>
      </p:sp>
      <p:cxnSp>
        <p:nvCxnSpPr>
          <p:cNvPr id="197" name="Google Shape;197;g3bd86be51a7_0_80"/>
          <p:cNvCxnSpPr/>
          <p:nvPr/>
        </p:nvCxnSpPr>
        <p:spPr>
          <a:xfrm>
            <a:off x="97082" y="746462"/>
            <a:ext cx="10200300" cy="0"/>
          </a:xfrm>
          <a:prstGeom prst="straightConnector1">
            <a:avLst/>
          </a:prstGeom>
          <a:noFill/>
          <a:ln cap="flat" cmpd="sng" w="9525">
            <a:solidFill>
              <a:schemeClr val="accent1"/>
            </a:solidFill>
            <a:prstDash val="solid"/>
            <a:miter lim="800000"/>
            <a:headEnd len="sm" w="sm" type="none"/>
            <a:tailEnd len="sm" w="sm" type="none"/>
          </a:ln>
        </p:spPr>
      </p:cxnSp>
      <p:sp>
        <p:nvSpPr>
          <p:cNvPr id="198" name="Google Shape;198;g3bd86be51a7_0_80"/>
          <p:cNvSpPr txBox="1"/>
          <p:nvPr>
            <p:ph idx="4294967295" type="ctrTitle"/>
          </p:nvPr>
        </p:nvSpPr>
        <p:spPr>
          <a:xfrm>
            <a:off x="517400" y="983676"/>
            <a:ext cx="10150500" cy="601200"/>
          </a:xfrm>
          <a:prstGeom prst="rect">
            <a:avLst/>
          </a:prstGeom>
          <a:noFill/>
          <a:ln>
            <a:noFill/>
          </a:ln>
        </p:spPr>
        <p:txBody>
          <a:bodyPr anchorCtr="0" anchor="t" bIns="45700" lIns="91425" spcFirstLastPara="1" rIns="91425" wrap="square" tIns="45700">
            <a:normAutofit fontScale="90000"/>
          </a:bodyPr>
          <a:lstStyle/>
          <a:p>
            <a:pPr indent="0" lvl="0" marL="0" marR="0" rtl="0" algn="l">
              <a:lnSpc>
                <a:spcPct val="90000"/>
              </a:lnSpc>
              <a:spcBef>
                <a:spcPts val="0"/>
              </a:spcBef>
              <a:spcAft>
                <a:spcPts val="0"/>
              </a:spcAft>
              <a:buClr>
                <a:srgbClr val="9B1D23"/>
              </a:buClr>
              <a:buSzPct val="124209"/>
              <a:buFont typeface="Arial Black"/>
              <a:buNone/>
            </a:pPr>
            <a:r>
              <a:rPr lang="en-US"/>
              <a:t>Model (Domain / Entity)</a:t>
            </a:r>
            <a:endParaRPr/>
          </a:p>
          <a:p>
            <a:pPr indent="0" lvl="0" marL="0" marR="0" rtl="0" algn="l">
              <a:lnSpc>
                <a:spcPct val="90000"/>
              </a:lnSpc>
              <a:spcBef>
                <a:spcPts val="0"/>
              </a:spcBef>
              <a:spcAft>
                <a:spcPts val="0"/>
              </a:spcAft>
              <a:buClr>
                <a:srgbClr val="9B1D23"/>
              </a:buClr>
              <a:buSzPct val="124209"/>
              <a:buFont typeface="Arial Black"/>
              <a:buNone/>
            </a:pPr>
            <a:r>
              <a:t/>
            </a:r>
            <a:endParaRPr/>
          </a:p>
        </p:txBody>
      </p:sp>
      <p:sp>
        <p:nvSpPr>
          <p:cNvPr id="199" name="Google Shape;199;g3bd86be51a7_0_80"/>
          <p:cNvSpPr txBox="1"/>
          <p:nvPr/>
        </p:nvSpPr>
        <p:spPr>
          <a:xfrm>
            <a:off x="517400" y="1764525"/>
            <a:ext cx="10150500" cy="1200600"/>
          </a:xfrm>
          <a:prstGeom prst="rect">
            <a:avLst/>
          </a:prstGeom>
          <a:noFill/>
          <a:ln>
            <a:noFill/>
          </a:ln>
        </p:spPr>
        <p:txBody>
          <a:bodyPr anchorCtr="0" anchor="t" bIns="91425" lIns="91425" spcFirstLastPara="1" rIns="91425" wrap="square" tIns="91425">
            <a:spAutoFit/>
          </a:bodyPr>
          <a:lstStyle/>
          <a:p>
            <a:pPr indent="-355600" lvl="0" marL="457200" marR="0" rtl="0" algn="l">
              <a:lnSpc>
                <a:spcPct val="115000"/>
              </a:lnSpc>
              <a:spcBef>
                <a:spcPts val="0"/>
              </a:spcBef>
              <a:spcAft>
                <a:spcPts val="0"/>
              </a:spcAft>
              <a:buClr>
                <a:schemeClr val="dk1"/>
              </a:buClr>
              <a:buSzPts val="2000"/>
              <a:buFont typeface="Lexend"/>
              <a:buChar char="●"/>
            </a:pPr>
            <a:r>
              <a:rPr lang="en-US" sz="2000">
                <a:solidFill>
                  <a:schemeClr val="dk1"/>
                </a:solidFill>
                <a:latin typeface="Lexend"/>
                <a:ea typeface="Lexend"/>
                <a:cs typeface="Lexend"/>
                <a:sym typeface="Lexend"/>
              </a:rPr>
              <a:t>Represents the core business entities.</a:t>
            </a:r>
            <a:endParaRPr sz="2000">
              <a:solidFill>
                <a:schemeClr val="dk1"/>
              </a:solidFill>
              <a:latin typeface="Lexend"/>
              <a:ea typeface="Lexend"/>
              <a:cs typeface="Lexend"/>
              <a:sym typeface="Lexend"/>
            </a:endParaRPr>
          </a:p>
          <a:p>
            <a:pPr indent="-355600" lvl="0" marL="457200" marR="0" rtl="0" algn="l">
              <a:lnSpc>
                <a:spcPct val="115000"/>
              </a:lnSpc>
              <a:spcBef>
                <a:spcPts val="0"/>
              </a:spcBef>
              <a:spcAft>
                <a:spcPts val="0"/>
              </a:spcAft>
              <a:buClr>
                <a:schemeClr val="dk1"/>
              </a:buClr>
              <a:buSzPts val="2000"/>
              <a:buFont typeface="Lexend"/>
              <a:buChar char="●"/>
            </a:pPr>
            <a:r>
              <a:rPr lang="en-US" sz="2000">
                <a:solidFill>
                  <a:schemeClr val="dk1"/>
                </a:solidFill>
                <a:latin typeface="Lexend"/>
                <a:ea typeface="Lexend"/>
                <a:cs typeface="Lexend"/>
                <a:sym typeface="Lexend"/>
              </a:rPr>
              <a:t>The objects or entities used by the application.</a:t>
            </a:r>
            <a:endParaRPr sz="2000">
              <a:solidFill>
                <a:schemeClr val="dk1"/>
              </a:solidFill>
              <a:latin typeface="Lexend"/>
              <a:ea typeface="Lexend"/>
              <a:cs typeface="Lexend"/>
              <a:sym typeface="Lexend"/>
            </a:endParaRPr>
          </a:p>
          <a:p>
            <a:pPr indent="-355600" lvl="0" marL="457200" marR="0" rtl="0" algn="l">
              <a:lnSpc>
                <a:spcPct val="115000"/>
              </a:lnSpc>
              <a:spcBef>
                <a:spcPts val="0"/>
              </a:spcBef>
              <a:spcAft>
                <a:spcPts val="0"/>
              </a:spcAft>
              <a:buClr>
                <a:schemeClr val="dk1"/>
              </a:buClr>
              <a:buSzPts val="2000"/>
              <a:buFont typeface="Lexend"/>
              <a:buChar char="●"/>
            </a:pPr>
            <a:r>
              <a:rPr lang="en-US" sz="2000">
                <a:solidFill>
                  <a:schemeClr val="dk1"/>
                </a:solidFill>
                <a:latin typeface="Lexend"/>
                <a:ea typeface="Lexend"/>
                <a:cs typeface="Lexend"/>
                <a:sym typeface="Lexend"/>
              </a:rPr>
              <a:t>Keywords: models, entities, objects</a:t>
            </a:r>
            <a:endParaRPr sz="2000">
              <a:solidFill>
                <a:schemeClr val="dk1"/>
              </a:solidFill>
              <a:latin typeface="Lexend"/>
              <a:ea typeface="Lexend"/>
              <a:cs typeface="Lexend"/>
              <a:sym typeface="Lexen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g3bd86be51a7_0_88"/>
          <p:cNvSpPr txBox="1"/>
          <p:nvPr>
            <p:ph type="title"/>
          </p:nvPr>
        </p:nvSpPr>
        <p:spPr>
          <a:xfrm>
            <a:off x="439648" y="189700"/>
            <a:ext cx="5510400" cy="6603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1100"/>
              <a:buFont typeface="Arial"/>
              <a:buNone/>
            </a:pPr>
            <a:r>
              <a:rPr lang="en-US" sz="1200">
                <a:latin typeface="IBM Plex Sans"/>
                <a:ea typeface="IBM Plex Sans"/>
                <a:cs typeface="IBM Plex Sans"/>
                <a:sym typeface="IBM Plex Sans"/>
              </a:rPr>
              <a:t>Introduction to APIs</a:t>
            </a:r>
            <a:endParaRPr sz="1200">
              <a:latin typeface="IBM Plex Sans"/>
              <a:ea typeface="IBM Plex Sans"/>
              <a:cs typeface="IBM Plex Sans"/>
              <a:sym typeface="IBM Plex Sans"/>
            </a:endParaRPr>
          </a:p>
        </p:txBody>
      </p:sp>
      <p:cxnSp>
        <p:nvCxnSpPr>
          <p:cNvPr id="206" name="Google Shape;206;g3bd86be51a7_0_88"/>
          <p:cNvCxnSpPr/>
          <p:nvPr/>
        </p:nvCxnSpPr>
        <p:spPr>
          <a:xfrm>
            <a:off x="97082" y="746462"/>
            <a:ext cx="10200300" cy="0"/>
          </a:xfrm>
          <a:prstGeom prst="straightConnector1">
            <a:avLst/>
          </a:prstGeom>
          <a:noFill/>
          <a:ln cap="flat" cmpd="sng" w="9525">
            <a:solidFill>
              <a:schemeClr val="accent1"/>
            </a:solidFill>
            <a:prstDash val="solid"/>
            <a:miter lim="800000"/>
            <a:headEnd len="sm" w="sm" type="none"/>
            <a:tailEnd len="sm" w="sm" type="none"/>
          </a:ln>
        </p:spPr>
      </p:cxnSp>
      <p:sp>
        <p:nvSpPr>
          <p:cNvPr id="207" name="Google Shape;207;g3bd86be51a7_0_88"/>
          <p:cNvSpPr txBox="1"/>
          <p:nvPr>
            <p:ph idx="4294967295" type="ctrTitle"/>
          </p:nvPr>
        </p:nvSpPr>
        <p:spPr>
          <a:xfrm>
            <a:off x="517400" y="983676"/>
            <a:ext cx="10150500" cy="601200"/>
          </a:xfrm>
          <a:prstGeom prst="rect">
            <a:avLst/>
          </a:prstGeom>
          <a:noFill/>
          <a:ln>
            <a:noFill/>
          </a:ln>
        </p:spPr>
        <p:txBody>
          <a:bodyPr anchorCtr="0" anchor="t" bIns="45700" lIns="91425" spcFirstLastPara="1" rIns="91425" wrap="square" tIns="45700">
            <a:normAutofit fontScale="90000"/>
          </a:bodyPr>
          <a:lstStyle/>
          <a:p>
            <a:pPr indent="0" lvl="0" marL="0" marR="0" rtl="0" algn="l">
              <a:lnSpc>
                <a:spcPct val="90000"/>
              </a:lnSpc>
              <a:spcBef>
                <a:spcPts val="0"/>
              </a:spcBef>
              <a:spcAft>
                <a:spcPts val="0"/>
              </a:spcAft>
              <a:buClr>
                <a:srgbClr val="9B1D23"/>
              </a:buClr>
              <a:buSzPct val="124209"/>
              <a:buFont typeface="Arial Black"/>
              <a:buNone/>
            </a:pPr>
            <a:r>
              <a:rPr lang="en-US"/>
              <a:t>DTO (Data Transfer Object)</a:t>
            </a:r>
            <a:endParaRPr/>
          </a:p>
          <a:p>
            <a:pPr indent="0" lvl="0" marL="0" marR="0" rtl="0" algn="l">
              <a:lnSpc>
                <a:spcPct val="90000"/>
              </a:lnSpc>
              <a:spcBef>
                <a:spcPts val="0"/>
              </a:spcBef>
              <a:spcAft>
                <a:spcPts val="0"/>
              </a:spcAft>
              <a:buClr>
                <a:srgbClr val="9B1D23"/>
              </a:buClr>
              <a:buSzPct val="124209"/>
              <a:buFont typeface="Arial Black"/>
              <a:buNone/>
            </a:pPr>
            <a:r>
              <a:t/>
            </a:r>
            <a:endParaRPr/>
          </a:p>
        </p:txBody>
      </p:sp>
      <p:sp>
        <p:nvSpPr>
          <p:cNvPr id="208" name="Google Shape;208;g3bd86be51a7_0_88"/>
          <p:cNvSpPr txBox="1"/>
          <p:nvPr/>
        </p:nvSpPr>
        <p:spPr>
          <a:xfrm>
            <a:off x="517400" y="1764525"/>
            <a:ext cx="10150500" cy="2262600"/>
          </a:xfrm>
          <a:prstGeom prst="rect">
            <a:avLst/>
          </a:prstGeom>
          <a:noFill/>
          <a:ln>
            <a:noFill/>
          </a:ln>
        </p:spPr>
        <p:txBody>
          <a:bodyPr anchorCtr="0" anchor="t" bIns="91425" lIns="91425" spcFirstLastPara="1" rIns="91425" wrap="square" tIns="91425">
            <a:spAutoFit/>
          </a:bodyPr>
          <a:lstStyle/>
          <a:p>
            <a:pPr indent="-355600" lvl="0" marL="457200" marR="0" rtl="0" algn="l">
              <a:lnSpc>
                <a:spcPct val="115000"/>
              </a:lnSpc>
              <a:spcBef>
                <a:spcPts val="0"/>
              </a:spcBef>
              <a:spcAft>
                <a:spcPts val="0"/>
              </a:spcAft>
              <a:buClr>
                <a:schemeClr val="dk1"/>
              </a:buClr>
              <a:buSzPts val="2000"/>
              <a:buFont typeface="Lexend"/>
              <a:buChar char="●"/>
            </a:pPr>
            <a:r>
              <a:rPr lang="en-US" sz="2000">
                <a:solidFill>
                  <a:schemeClr val="dk1"/>
                </a:solidFill>
                <a:latin typeface="Lexend"/>
                <a:ea typeface="Lexend"/>
                <a:cs typeface="Lexend"/>
                <a:sym typeface="Lexend"/>
              </a:rPr>
              <a:t>Represents the data moving to-and-from the application.</a:t>
            </a:r>
            <a:endParaRPr sz="2000">
              <a:solidFill>
                <a:schemeClr val="dk1"/>
              </a:solidFill>
              <a:latin typeface="Lexend"/>
              <a:ea typeface="Lexend"/>
              <a:cs typeface="Lexend"/>
              <a:sym typeface="Lexend"/>
            </a:endParaRPr>
          </a:p>
          <a:p>
            <a:pPr indent="-355600" lvl="0" marL="457200" marR="0" rtl="0" algn="l">
              <a:lnSpc>
                <a:spcPct val="115000"/>
              </a:lnSpc>
              <a:spcBef>
                <a:spcPts val="0"/>
              </a:spcBef>
              <a:spcAft>
                <a:spcPts val="0"/>
              </a:spcAft>
              <a:buClr>
                <a:schemeClr val="dk1"/>
              </a:buClr>
              <a:buSzPts val="2000"/>
              <a:buFont typeface="Lexend"/>
              <a:buChar char="●"/>
            </a:pPr>
            <a:r>
              <a:rPr lang="en-US" sz="2000">
                <a:solidFill>
                  <a:schemeClr val="dk1"/>
                </a:solidFill>
                <a:latin typeface="Lexend"/>
                <a:ea typeface="Lexend"/>
                <a:cs typeface="Lexend"/>
                <a:sym typeface="Lexend"/>
              </a:rPr>
              <a:t>Commonly used as a representation of an entity as the entities themselves should not be passed or exposed to other layers.</a:t>
            </a:r>
            <a:endParaRPr sz="2000">
              <a:solidFill>
                <a:schemeClr val="dk1"/>
              </a:solidFill>
              <a:latin typeface="Lexend"/>
              <a:ea typeface="Lexend"/>
              <a:cs typeface="Lexend"/>
              <a:sym typeface="Lexend"/>
            </a:endParaRPr>
          </a:p>
          <a:p>
            <a:pPr indent="-355600" lvl="0" marL="457200" marR="0" rtl="0" algn="l">
              <a:lnSpc>
                <a:spcPct val="115000"/>
              </a:lnSpc>
              <a:spcBef>
                <a:spcPts val="0"/>
              </a:spcBef>
              <a:spcAft>
                <a:spcPts val="0"/>
              </a:spcAft>
              <a:buClr>
                <a:schemeClr val="dk1"/>
              </a:buClr>
              <a:buSzPts val="2000"/>
              <a:buFont typeface="Lexend"/>
              <a:buChar char="●"/>
            </a:pPr>
            <a:r>
              <a:rPr lang="en-US" sz="2000">
                <a:solidFill>
                  <a:schemeClr val="dk1"/>
                </a:solidFill>
                <a:latin typeface="Lexend"/>
                <a:ea typeface="Lexend"/>
                <a:cs typeface="Lexend"/>
                <a:sym typeface="Lexend"/>
              </a:rPr>
              <a:t>Its primary purpose is to hide sensitive or unnecessary data which in turn saves memory.</a:t>
            </a:r>
            <a:endParaRPr sz="2000">
              <a:solidFill>
                <a:schemeClr val="dk1"/>
              </a:solidFill>
              <a:latin typeface="Lexend"/>
              <a:ea typeface="Lexend"/>
              <a:cs typeface="Lexend"/>
              <a:sym typeface="Lexend"/>
            </a:endParaRPr>
          </a:p>
          <a:p>
            <a:pPr indent="-355600" lvl="0" marL="457200" marR="0" rtl="0" algn="l">
              <a:lnSpc>
                <a:spcPct val="115000"/>
              </a:lnSpc>
              <a:spcBef>
                <a:spcPts val="0"/>
              </a:spcBef>
              <a:spcAft>
                <a:spcPts val="0"/>
              </a:spcAft>
              <a:buClr>
                <a:schemeClr val="dk1"/>
              </a:buClr>
              <a:buSzPts val="2000"/>
              <a:buFont typeface="Lexend"/>
              <a:buChar char="●"/>
            </a:pPr>
            <a:r>
              <a:rPr lang="en-US" sz="2000">
                <a:solidFill>
                  <a:schemeClr val="dk1"/>
                </a:solidFill>
                <a:latin typeface="Lexend"/>
                <a:ea typeface="Lexend"/>
                <a:cs typeface="Lexend"/>
                <a:sym typeface="Lexend"/>
              </a:rPr>
              <a:t>Keywords: carrier, transfers data, representation</a:t>
            </a:r>
            <a:endParaRPr sz="2000">
              <a:solidFill>
                <a:schemeClr val="dk1"/>
              </a:solidFill>
              <a:latin typeface="Lexend"/>
              <a:ea typeface="Lexend"/>
              <a:cs typeface="Lexend"/>
              <a:sym typeface="Lexen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g3bd86be51a7_0_48"/>
          <p:cNvSpPr txBox="1"/>
          <p:nvPr>
            <p:ph type="title"/>
          </p:nvPr>
        </p:nvSpPr>
        <p:spPr>
          <a:xfrm>
            <a:off x="439648" y="189700"/>
            <a:ext cx="5510400" cy="6603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1100"/>
              <a:buFont typeface="Arial"/>
              <a:buNone/>
            </a:pPr>
            <a:r>
              <a:rPr lang="en-US" sz="1200">
                <a:latin typeface="IBM Plex Sans"/>
                <a:ea typeface="IBM Plex Sans"/>
                <a:cs typeface="IBM Plex Sans"/>
                <a:sym typeface="IBM Plex Sans"/>
              </a:rPr>
              <a:t>Introduction to APIs</a:t>
            </a:r>
            <a:endParaRPr sz="1200">
              <a:latin typeface="IBM Plex Sans"/>
              <a:ea typeface="IBM Plex Sans"/>
              <a:cs typeface="IBM Plex Sans"/>
              <a:sym typeface="IBM Plex Sans"/>
            </a:endParaRPr>
          </a:p>
        </p:txBody>
      </p:sp>
      <p:cxnSp>
        <p:nvCxnSpPr>
          <p:cNvPr id="215" name="Google Shape;215;g3bd86be51a7_0_48"/>
          <p:cNvCxnSpPr/>
          <p:nvPr/>
        </p:nvCxnSpPr>
        <p:spPr>
          <a:xfrm>
            <a:off x="97082" y="746462"/>
            <a:ext cx="10200300" cy="0"/>
          </a:xfrm>
          <a:prstGeom prst="straightConnector1">
            <a:avLst/>
          </a:prstGeom>
          <a:noFill/>
          <a:ln cap="flat" cmpd="sng" w="9525">
            <a:solidFill>
              <a:schemeClr val="accent1"/>
            </a:solidFill>
            <a:prstDash val="solid"/>
            <a:miter lim="800000"/>
            <a:headEnd len="sm" w="sm" type="none"/>
            <a:tailEnd len="sm" w="sm" type="none"/>
          </a:ln>
        </p:spPr>
      </p:cxnSp>
      <p:sp>
        <p:nvSpPr>
          <p:cNvPr id="216" name="Google Shape;216;g3bd86be51a7_0_48"/>
          <p:cNvSpPr txBox="1"/>
          <p:nvPr>
            <p:ph idx="4294967295" type="ctrTitle"/>
          </p:nvPr>
        </p:nvSpPr>
        <p:spPr>
          <a:xfrm>
            <a:off x="517400" y="983676"/>
            <a:ext cx="10150500" cy="601200"/>
          </a:xfrm>
          <a:prstGeom prst="rect">
            <a:avLst/>
          </a:prstGeom>
          <a:noFill/>
          <a:ln>
            <a:noFill/>
          </a:ln>
        </p:spPr>
        <p:txBody>
          <a:bodyPr anchorCtr="0" anchor="t" bIns="45700" lIns="91425" spcFirstLastPara="1" rIns="91425" wrap="square" tIns="45700">
            <a:normAutofit fontScale="90000"/>
          </a:bodyPr>
          <a:lstStyle/>
          <a:p>
            <a:pPr indent="0" lvl="0" marL="0" marR="0" rtl="0" algn="l">
              <a:lnSpc>
                <a:spcPct val="90000"/>
              </a:lnSpc>
              <a:spcBef>
                <a:spcPts val="0"/>
              </a:spcBef>
              <a:spcAft>
                <a:spcPts val="0"/>
              </a:spcAft>
              <a:buClr>
                <a:srgbClr val="9B1D23"/>
              </a:buClr>
              <a:buSzPct val="124209"/>
              <a:buFont typeface="Arial Black"/>
              <a:buNone/>
            </a:pPr>
            <a:r>
              <a:rPr lang="en-US"/>
              <a:t>Exception</a:t>
            </a:r>
            <a:endParaRPr b="1" i="0" sz="4267" u="none" cap="none" strike="noStrike">
              <a:solidFill>
                <a:srgbClr val="9B1D23"/>
              </a:solidFill>
              <a:latin typeface="Arial Black"/>
              <a:ea typeface="Arial Black"/>
              <a:cs typeface="Arial Black"/>
              <a:sym typeface="Arial Black"/>
            </a:endParaRPr>
          </a:p>
        </p:txBody>
      </p:sp>
      <p:sp>
        <p:nvSpPr>
          <p:cNvPr id="217" name="Google Shape;217;g3bd86be51a7_0_48"/>
          <p:cNvSpPr txBox="1"/>
          <p:nvPr/>
        </p:nvSpPr>
        <p:spPr>
          <a:xfrm>
            <a:off x="517400" y="1764525"/>
            <a:ext cx="10150500" cy="846600"/>
          </a:xfrm>
          <a:prstGeom prst="rect">
            <a:avLst/>
          </a:prstGeom>
          <a:noFill/>
          <a:ln>
            <a:noFill/>
          </a:ln>
        </p:spPr>
        <p:txBody>
          <a:bodyPr anchorCtr="0" anchor="t" bIns="91425" lIns="91425" spcFirstLastPara="1" rIns="91425" wrap="square" tIns="91425">
            <a:spAutoFit/>
          </a:bodyPr>
          <a:lstStyle/>
          <a:p>
            <a:pPr indent="-355600" lvl="0" marL="457200" marR="0" rtl="0" algn="l">
              <a:lnSpc>
                <a:spcPct val="115000"/>
              </a:lnSpc>
              <a:spcBef>
                <a:spcPts val="0"/>
              </a:spcBef>
              <a:spcAft>
                <a:spcPts val="0"/>
              </a:spcAft>
              <a:buClr>
                <a:schemeClr val="dk1"/>
              </a:buClr>
              <a:buSzPts val="2000"/>
              <a:buFont typeface="Lexend"/>
              <a:buChar char="●"/>
            </a:pPr>
            <a:r>
              <a:rPr lang="en-US" sz="2000">
                <a:solidFill>
                  <a:schemeClr val="dk1"/>
                </a:solidFill>
                <a:latin typeface="Lexend"/>
                <a:ea typeface="Lexend"/>
                <a:cs typeface="Lexend"/>
                <a:sym typeface="Lexend"/>
              </a:rPr>
              <a:t>Contains the application’s custom exceptions and global exception handling.</a:t>
            </a:r>
            <a:endParaRPr sz="2000">
              <a:solidFill>
                <a:schemeClr val="dk1"/>
              </a:solidFill>
              <a:latin typeface="Lexend"/>
              <a:ea typeface="Lexend"/>
              <a:cs typeface="Lexend"/>
              <a:sym typeface="Lexend"/>
            </a:endParaRPr>
          </a:p>
          <a:p>
            <a:pPr indent="-355600" lvl="0" marL="457200" marR="0" rtl="0" algn="l">
              <a:lnSpc>
                <a:spcPct val="115000"/>
              </a:lnSpc>
              <a:spcBef>
                <a:spcPts val="0"/>
              </a:spcBef>
              <a:spcAft>
                <a:spcPts val="0"/>
              </a:spcAft>
              <a:buClr>
                <a:schemeClr val="dk1"/>
              </a:buClr>
              <a:buSzPts val="2000"/>
              <a:buFont typeface="Lexend"/>
              <a:buChar char="●"/>
            </a:pPr>
            <a:r>
              <a:rPr lang="en-US" sz="2000">
                <a:solidFill>
                  <a:schemeClr val="dk1"/>
                </a:solidFill>
                <a:latin typeface="Lexend"/>
                <a:ea typeface="Lexend"/>
                <a:cs typeface="Lexend"/>
                <a:sym typeface="Lexend"/>
              </a:rPr>
              <a:t>Keywords: Exception handling, error handling</a:t>
            </a:r>
            <a:endParaRPr sz="2000">
              <a:solidFill>
                <a:schemeClr val="dk1"/>
              </a:solidFill>
              <a:latin typeface="Lexend"/>
              <a:ea typeface="Lexend"/>
              <a:cs typeface="Lexend"/>
              <a:sym typeface="Lexen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g3bd86be51a7_0_56"/>
          <p:cNvSpPr txBox="1"/>
          <p:nvPr>
            <p:ph type="title"/>
          </p:nvPr>
        </p:nvSpPr>
        <p:spPr>
          <a:xfrm>
            <a:off x="439648" y="189700"/>
            <a:ext cx="5510400" cy="6603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1100"/>
              <a:buFont typeface="Arial"/>
              <a:buNone/>
            </a:pPr>
            <a:r>
              <a:rPr lang="en-US" sz="1200">
                <a:latin typeface="IBM Plex Sans"/>
                <a:ea typeface="IBM Plex Sans"/>
                <a:cs typeface="IBM Plex Sans"/>
                <a:sym typeface="IBM Plex Sans"/>
              </a:rPr>
              <a:t>Introduction to APIs</a:t>
            </a:r>
            <a:endParaRPr sz="1200">
              <a:latin typeface="IBM Plex Sans"/>
              <a:ea typeface="IBM Plex Sans"/>
              <a:cs typeface="IBM Plex Sans"/>
              <a:sym typeface="IBM Plex Sans"/>
            </a:endParaRPr>
          </a:p>
        </p:txBody>
      </p:sp>
      <p:cxnSp>
        <p:nvCxnSpPr>
          <p:cNvPr id="224" name="Google Shape;224;g3bd86be51a7_0_56"/>
          <p:cNvCxnSpPr/>
          <p:nvPr/>
        </p:nvCxnSpPr>
        <p:spPr>
          <a:xfrm>
            <a:off x="97082" y="746462"/>
            <a:ext cx="10200300" cy="0"/>
          </a:xfrm>
          <a:prstGeom prst="straightConnector1">
            <a:avLst/>
          </a:prstGeom>
          <a:noFill/>
          <a:ln cap="flat" cmpd="sng" w="9525">
            <a:solidFill>
              <a:schemeClr val="accent1"/>
            </a:solidFill>
            <a:prstDash val="solid"/>
            <a:miter lim="800000"/>
            <a:headEnd len="sm" w="sm" type="none"/>
            <a:tailEnd len="sm" w="sm" type="none"/>
          </a:ln>
        </p:spPr>
      </p:cxnSp>
      <p:sp>
        <p:nvSpPr>
          <p:cNvPr id="225" name="Google Shape;225;g3bd86be51a7_0_56"/>
          <p:cNvSpPr txBox="1"/>
          <p:nvPr>
            <p:ph idx="4294967295" type="ctrTitle"/>
          </p:nvPr>
        </p:nvSpPr>
        <p:spPr>
          <a:xfrm>
            <a:off x="517400" y="983676"/>
            <a:ext cx="10150500" cy="601200"/>
          </a:xfrm>
          <a:prstGeom prst="rect">
            <a:avLst/>
          </a:prstGeom>
          <a:noFill/>
          <a:ln>
            <a:noFill/>
          </a:ln>
        </p:spPr>
        <p:txBody>
          <a:bodyPr anchorCtr="0" anchor="t" bIns="45700" lIns="91425" spcFirstLastPara="1" rIns="91425" wrap="square" tIns="45700">
            <a:normAutofit fontScale="90000"/>
          </a:bodyPr>
          <a:lstStyle/>
          <a:p>
            <a:pPr indent="0" lvl="0" marL="0" marR="0" rtl="0" algn="l">
              <a:lnSpc>
                <a:spcPct val="90000"/>
              </a:lnSpc>
              <a:spcBef>
                <a:spcPts val="0"/>
              </a:spcBef>
              <a:spcAft>
                <a:spcPts val="0"/>
              </a:spcAft>
              <a:buClr>
                <a:srgbClr val="9B1D23"/>
              </a:buClr>
              <a:buSzPct val="124209"/>
              <a:buFont typeface="Arial Black"/>
              <a:buNone/>
            </a:pPr>
            <a:r>
              <a:rPr lang="en-US"/>
              <a:t>Util</a:t>
            </a:r>
            <a:endParaRPr b="1" i="0" sz="4267" u="none" cap="none" strike="noStrike">
              <a:solidFill>
                <a:srgbClr val="9B1D23"/>
              </a:solidFill>
              <a:latin typeface="Arial Black"/>
              <a:ea typeface="Arial Black"/>
              <a:cs typeface="Arial Black"/>
              <a:sym typeface="Arial Black"/>
            </a:endParaRPr>
          </a:p>
        </p:txBody>
      </p:sp>
      <p:sp>
        <p:nvSpPr>
          <p:cNvPr id="226" name="Google Shape;226;g3bd86be51a7_0_56"/>
          <p:cNvSpPr txBox="1"/>
          <p:nvPr/>
        </p:nvSpPr>
        <p:spPr>
          <a:xfrm>
            <a:off x="517400" y="1764525"/>
            <a:ext cx="10150500" cy="2262600"/>
          </a:xfrm>
          <a:prstGeom prst="rect">
            <a:avLst/>
          </a:prstGeom>
          <a:noFill/>
          <a:ln>
            <a:noFill/>
          </a:ln>
        </p:spPr>
        <p:txBody>
          <a:bodyPr anchorCtr="0" anchor="t" bIns="91425" lIns="91425" spcFirstLastPara="1" rIns="91425" wrap="square" tIns="91425">
            <a:spAutoFit/>
          </a:bodyPr>
          <a:lstStyle/>
          <a:p>
            <a:pPr indent="-355600" lvl="0" marL="457200" marR="0" rtl="0" algn="l">
              <a:lnSpc>
                <a:spcPct val="115000"/>
              </a:lnSpc>
              <a:spcBef>
                <a:spcPts val="0"/>
              </a:spcBef>
              <a:spcAft>
                <a:spcPts val="0"/>
              </a:spcAft>
              <a:buClr>
                <a:schemeClr val="dk1"/>
              </a:buClr>
              <a:buSzPts val="2000"/>
              <a:buFont typeface="Lexend"/>
              <a:buChar char="●"/>
            </a:pPr>
            <a:r>
              <a:rPr lang="en-US" sz="2000">
                <a:solidFill>
                  <a:schemeClr val="dk1"/>
                </a:solidFill>
                <a:latin typeface="Lexend"/>
                <a:ea typeface="Lexend"/>
                <a:cs typeface="Lexend"/>
                <a:sym typeface="Lexend"/>
              </a:rPr>
              <a:t>Utility classes that can be used across all layers and contains logic that do not count as “core business” logic.</a:t>
            </a:r>
            <a:endParaRPr sz="2000">
              <a:solidFill>
                <a:schemeClr val="dk1"/>
              </a:solidFill>
              <a:latin typeface="Lexend"/>
              <a:ea typeface="Lexend"/>
              <a:cs typeface="Lexend"/>
              <a:sym typeface="Lexend"/>
            </a:endParaRPr>
          </a:p>
          <a:p>
            <a:pPr indent="-355600" lvl="0" marL="457200" marR="0" rtl="0" algn="l">
              <a:lnSpc>
                <a:spcPct val="115000"/>
              </a:lnSpc>
              <a:spcBef>
                <a:spcPts val="0"/>
              </a:spcBef>
              <a:spcAft>
                <a:spcPts val="0"/>
              </a:spcAft>
              <a:buClr>
                <a:schemeClr val="dk1"/>
              </a:buClr>
              <a:buSzPts val="2000"/>
              <a:buFont typeface="Lexend"/>
              <a:buChar char="●"/>
            </a:pPr>
            <a:r>
              <a:rPr lang="en-US" sz="2000">
                <a:solidFill>
                  <a:schemeClr val="dk1"/>
                </a:solidFill>
                <a:latin typeface="Lexend"/>
                <a:ea typeface="Lexend"/>
                <a:cs typeface="Lexend"/>
                <a:sym typeface="Lexend"/>
              </a:rPr>
              <a:t>It can contain validation, formatting, parsing, file utilities, or any other helper classes.</a:t>
            </a:r>
            <a:endParaRPr sz="2000">
              <a:solidFill>
                <a:schemeClr val="dk1"/>
              </a:solidFill>
              <a:latin typeface="Lexend"/>
              <a:ea typeface="Lexend"/>
              <a:cs typeface="Lexend"/>
              <a:sym typeface="Lexend"/>
            </a:endParaRPr>
          </a:p>
          <a:p>
            <a:pPr indent="-355600" lvl="0" marL="457200" marR="0" rtl="0" algn="l">
              <a:lnSpc>
                <a:spcPct val="115000"/>
              </a:lnSpc>
              <a:spcBef>
                <a:spcPts val="0"/>
              </a:spcBef>
              <a:spcAft>
                <a:spcPts val="0"/>
              </a:spcAft>
              <a:buClr>
                <a:schemeClr val="dk1"/>
              </a:buClr>
              <a:buSzPts val="2000"/>
              <a:buFont typeface="Lexend"/>
              <a:buChar char="●"/>
            </a:pPr>
            <a:r>
              <a:rPr lang="en-US" sz="2000">
                <a:solidFill>
                  <a:schemeClr val="dk1"/>
                </a:solidFill>
                <a:latin typeface="Lexend"/>
                <a:ea typeface="Lexend"/>
                <a:cs typeface="Lexend"/>
                <a:sym typeface="Lexend"/>
              </a:rPr>
              <a:t>Should not be dependent on other layers.</a:t>
            </a:r>
            <a:endParaRPr sz="2000">
              <a:solidFill>
                <a:schemeClr val="dk1"/>
              </a:solidFill>
              <a:latin typeface="Lexend"/>
              <a:ea typeface="Lexend"/>
              <a:cs typeface="Lexend"/>
              <a:sym typeface="Lexend"/>
            </a:endParaRPr>
          </a:p>
          <a:p>
            <a:pPr indent="-355600" lvl="0" marL="457200" marR="0" rtl="0" algn="l">
              <a:lnSpc>
                <a:spcPct val="115000"/>
              </a:lnSpc>
              <a:spcBef>
                <a:spcPts val="0"/>
              </a:spcBef>
              <a:spcAft>
                <a:spcPts val="0"/>
              </a:spcAft>
              <a:buClr>
                <a:schemeClr val="dk1"/>
              </a:buClr>
              <a:buSzPts val="2000"/>
              <a:buFont typeface="Lexend"/>
              <a:buChar char="●"/>
            </a:pPr>
            <a:r>
              <a:rPr lang="en-US" sz="2000">
                <a:solidFill>
                  <a:schemeClr val="dk1"/>
                </a:solidFill>
                <a:latin typeface="Lexend"/>
                <a:ea typeface="Lexend"/>
                <a:cs typeface="Lexend"/>
                <a:sym typeface="Lexend"/>
              </a:rPr>
              <a:t>Keywords: Utility, Helper</a:t>
            </a:r>
            <a:endParaRPr sz="2000">
              <a:solidFill>
                <a:schemeClr val="dk1"/>
              </a:solidFill>
              <a:latin typeface="Lexend"/>
              <a:ea typeface="Lexend"/>
              <a:cs typeface="Lexend"/>
              <a:sym typeface="Lexen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g3bd86be51a7_0_96"/>
          <p:cNvSpPr txBox="1"/>
          <p:nvPr>
            <p:ph type="title"/>
          </p:nvPr>
        </p:nvSpPr>
        <p:spPr>
          <a:xfrm>
            <a:off x="439648" y="189700"/>
            <a:ext cx="5510400" cy="6603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1100"/>
              <a:buFont typeface="Arial"/>
              <a:buNone/>
            </a:pPr>
            <a:r>
              <a:rPr lang="en-US" sz="1200">
                <a:latin typeface="IBM Plex Sans"/>
                <a:ea typeface="IBM Plex Sans"/>
                <a:cs typeface="IBM Plex Sans"/>
                <a:sym typeface="IBM Plex Sans"/>
              </a:rPr>
              <a:t>Introduction to APIs</a:t>
            </a:r>
            <a:endParaRPr sz="1200">
              <a:latin typeface="IBM Plex Sans"/>
              <a:ea typeface="IBM Plex Sans"/>
              <a:cs typeface="IBM Plex Sans"/>
              <a:sym typeface="IBM Plex Sans"/>
            </a:endParaRPr>
          </a:p>
        </p:txBody>
      </p:sp>
      <p:cxnSp>
        <p:nvCxnSpPr>
          <p:cNvPr id="233" name="Google Shape;233;g3bd86be51a7_0_96"/>
          <p:cNvCxnSpPr/>
          <p:nvPr/>
        </p:nvCxnSpPr>
        <p:spPr>
          <a:xfrm>
            <a:off x="97082" y="746462"/>
            <a:ext cx="10200300" cy="0"/>
          </a:xfrm>
          <a:prstGeom prst="straightConnector1">
            <a:avLst/>
          </a:prstGeom>
          <a:noFill/>
          <a:ln cap="flat" cmpd="sng" w="9525">
            <a:solidFill>
              <a:schemeClr val="accent1"/>
            </a:solidFill>
            <a:prstDash val="solid"/>
            <a:miter lim="800000"/>
            <a:headEnd len="sm" w="sm" type="none"/>
            <a:tailEnd len="sm" w="sm" type="none"/>
          </a:ln>
        </p:spPr>
      </p:cxnSp>
      <p:pic>
        <p:nvPicPr>
          <p:cNvPr id="234" name="Google Shape;234;g3bd86be51a7_0_96"/>
          <p:cNvPicPr preferRelativeResize="0"/>
          <p:nvPr/>
        </p:nvPicPr>
        <p:blipFill>
          <a:blip r:embed="rId3">
            <a:alphaModFix/>
          </a:blip>
          <a:stretch>
            <a:fillRect/>
          </a:stretch>
        </p:blipFill>
        <p:spPr>
          <a:xfrm>
            <a:off x="2694802" y="937177"/>
            <a:ext cx="5221525" cy="5390375"/>
          </a:xfrm>
          <a:prstGeom prst="rect">
            <a:avLst/>
          </a:prstGeom>
          <a:noFill/>
          <a:ln>
            <a:noFill/>
          </a:ln>
        </p:spPr>
      </p:pic>
      <p:sp>
        <p:nvSpPr>
          <p:cNvPr id="235" name="Google Shape;235;g3bd86be51a7_0_96"/>
          <p:cNvSpPr txBox="1"/>
          <p:nvPr/>
        </p:nvSpPr>
        <p:spPr>
          <a:xfrm>
            <a:off x="2866925" y="6103700"/>
            <a:ext cx="5510400" cy="369300"/>
          </a:xfrm>
          <a:prstGeom prst="rect">
            <a:avLst/>
          </a:prstGeom>
          <a:noFill/>
          <a:ln>
            <a:noFill/>
          </a:ln>
        </p:spPr>
        <p:txBody>
          <a:bodyPr anchorCtr="0" anchor="t" bIns="91425" lIns="91425" spcFirstLastPara="1" rIns="91425" wrap="square" tIns="91425">
            <a:spAutoFit/>
          </a:bodyPr>
          <a:lstStyle/>
          <a:p>
            <a:pPr indent="0" lvl="0" marL="457200" marR="0" rtl="0" algn="l">
              <a:lnSpc>
                <a:spcPct val="115000"/>
              </a:lnSpc>
              <a:spcBef>
                <a:spcPts val="0"/>
              </a:spcBef>
              <a:spcAft>
                <a:spcPts val="0"/>
              </a:spcAft>
              <a:buNone/>
            </a:pPr>
            <a:r>
              <a:rPr lang="en-US" sz="1200">
                <a:solidFill>
                  <a:schemeClr val="dk1"/>
                </a:solidFill>
                <a:latin typeface="Lexend"/>
                <a:ea typeface="Lexend"/>
                <a:cs typeface="Lexend"/>
                <a:sym typeface="Lexend"/>
              </a:rPr>
              <a:t>*this is only a visualization</a:t>
            </a:r>
            <a:endParaRPr sz="1200">
              <a:solidFill>
                <a:schemeClr val="dk1"/>
              </a:solidFill>
              <a:latin typeface="Lexend"/>
              <a:ea typeface="Lexend"/>
              <a:cs typeface="Lexend"/>
              <a:sym typeface="Lexen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g3bd86be51a7_0_0"/>
          <p:cNvSpPr txBox="1"/>
          <p:nvPr>
            <p:ph type="title"/>
          </p:nvPr>
        </p:nvSpPr>
        <p:spPr>
          <a:xfrm>
            <a:off x="439648" y="189700"/>
            <a:ext cx="5510400" cy="6603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1100"/>
              <a:buFont typeface="Arial"/>
              <a:buNone/>
            </a:pPr>
            <a:r>
              <a:rPr lang="en-US" sz="1200">
                <a:latin typeface="IBM Plex Sans"/>
                <a:ea typeface="IBM Plex Sans"/>
                <a:cs typeface="IBM Plex Sans"/>
                <a:sym typeface="IBM Plex Sans"/>
              </a:rPr>
              <a:t>Introduction to APIs</a:t>
            </a:r>
            <a:endParaRPr sz="1200">
              <a:latin typeface="IBM Plex Sans"/>
              <a:ea typeface="IBM Plex Sans"/>
              <a:cs typeface="IBM Plex Sans"/>
              <a:sym typeface="IBM Plex Sans"/>
            </a:endParaRPr>
          </a:p>
        </p:txBody>
      </p:sp>
      <p:cxnSp>
        <p:nvCxnSpPr>
          <p:cNvPr id="242" name="Google Shape;242;g3bd86be51a7_0_0"/>
          <p:cNvCxnSpPr/>
          <p:nvPr/>
        </p:nvCxnSpPr>
        <p:spPr>
          <a:xfrm>
            <a:off x="97082" y="746462"/>
            <a:ext cx="10200300" cy="0"/>
          </a:xfrm>
          <a:prstGeom prst="straightConnector1">
            <a:avLst/>
          </a:prstGeom>
          <a:noFill/>
          <a:ln cap="flat" cmpd="sng" w="9525">
            <a:solidFill>
              <a:schemeClr val="accent1"/>
            </a:solidFill>
            <a:prstDash val="solid"/>
            <a:miter lim="800000"/>
            <a:headEnd len="sm" w="sm" type="none"/>
            <a:tailEnd len="sm" w="sm" type="none"/>
          </a:ln>
        </p:spPr>
      </p:cxnSp>
      <p:sp>
        <p:nvSpPr>
          <p:cNvPr id="243" name="Google Shape;243;g3bd86be51a7_0_0"/>
          <p:cNvSpPr txBox="1"/>
          <p:nvPr>
            <p:ph idx="4294967295" type="ctrTitle"/>
          </p:nvPr>
        </p:nvSpPr>
        <p:spPr>
          <a:xfrm>
            <a:off x="517400" y="983676"/>
            <a:ext cx="10150500" cy="601200"/>
          </a:xfrm>
          <a:prstGeom prst="rect">
            <a:avLst/>
          </a:prstGeom>
          <a:noFill/>
          <a:ln>
            <a:noFill/>
          </a:ln>
        </p:spPr>
        <p:txBody>
          <a:bodyPr anchorCtr="0" anchor="t" bIns="45700" lIns="91425" spcFirstLastPara="1" rIns="91425" wrap="square" tIns="45700">
            <a:normAutofit fontScale="90000"/>
          </a:bodyPr>
          <a:lstStyle/>
          <a:p>
            <a:pPr indent="0" lvl="0" marL="0" rtl="0" algn="l">
              <a:spcBef>
                <a:spcPts val="0"/>
              </a:spcBef>
              <a:spcAft>
                <a:spcPts val="0"/>
              </a:spcAft>
              <a:buClr>
                <a:schemeClr val="dk1"/>
              </a:buClr>
              <a:buSzPct val="25779"/>
              <a:buFont typeface="Arial"/>
              <a:buNone/>
            </a:pPr>
            <a:r>
              <a:rPr lang="en-US"/>
              <a:t>Introduction to Spark Java</a:t>
            </a:r>
            <a:endParaRPr/>
          </a:p>
          <a:p>
            <a:pPr indent="0" lvl="0" marL="0" rtl="0" algn="l">
              <a:spcBef>
                <a:spcPts val="0"/>
              </a:spcBef>
              <a:spcAft>
                <a:spcPts val="0"/>
              </a:spcAft>
              <a:buClr>
                <a:schemeClr val="dk1"/>
              </a:buClr>
              <a:buSzPct val="25779"/>
              <a:buFont typeface="Arial"/>
              <a:buNone/>
            </a:pPr>
            <a:r>
              <a:t/>
            </a:r>
            <a:endParaRPr/>
          </a:p>
          <a:p>
            <a:pPr indent="0" lvl="0" marL="0" marR="0" rtl="0" algn="l">
              <a:lnSpc>
                <a:spcPct val="90000"/>
              </a:lnSpc>
              <a:spcBef>
                <a:spcPts val="0"/>
              </a:spcBef>
              <a:spcAft>
                <a:spcPts val="0"/>
              </a:spcAft>
              <a:buClr>
                <a:srgbClr val="9B1D23"/>
              </a:buClr>
              <a:buSzPct val="124209"/>
              <a:buFont typeface="Arial Black"/>
              <a:buNone/>
            </a:pPr>
            <a:r>
              <a:t/>
            </a:r>
            <a:endParaRPr/>
          </a:p>
        </p:txBody>
      </p:sp>
      <p:sp>
        <p:nvSpPr>
          <p:cNvPr id="244" name="Google Shape;244;g3bd86be51a7_0_0"/>
          <p:cNvSpPr txBox="1"/>
          <p:nvPr/>
        </p:nvSpPr>
        <p:spPr>
          <a:xfrm>
            <a:off x="517400" y="1764525"/>
            <a:ext cx="10150500" cy="813600"/>
          </a:xfrm>
          <a:prstGeom prst="rect">
            <a:avLst/>
          </a:prstGeom>
          <a:noFill/>
          <a:ln>
            <a:noFill/>
          </a:ln>
        </p:spPr>
        <p:txBody>
          <a:bodyPr anchorCtr="0" anchor="t" bIns="91425" lIns="91425" spcFirstLastPara="1" rIns="91425" wrap="square" tIns="91425">
            <a:spAutoFit/>
          </a:bodyPr>
          <a:lstStyle/>
          <a:p>
            <a:pPr indent="-349250" lvl="0" marL="457200" marR="0" rtl="0" algn="l">
              <a:lnSpc>
                <a:spcPct val="115000"/>
              </a:lnSpc>
              <a:spcBef>
                <a:spcPts val="0"/>
              </a:spcBef>
              <a:spcAft>
                <a:spcPts val="0"/>
              </a:spcAft>
              <a:buClr>
                <a:schemeClr val="dk1"/>
              </a:buClr>
              <a:buSzPts val="1900"/>
              <a:buFont typeface="Lexend"/>
              <a:buChar char="●"/>
            </a:pPr>
            <a:r>
              <a:rPr lang="en-US" sz="1900">
                <a:solidFill>
                  <a:schemeClr val="dk1"/>
                </a:solidFill>
                <a:latin typeface="Lexend"/>
                <a:ea typeface="Lexend"/>
                <a:cs typeface="Lexend"/>
                <a:sym typeface="Lexend"/>
              </a:rPr>
              <a:t>A lightweight and expressive framework for creating web applications allowing for fast development and minimal boilerplate code.</a:t>
            </a:r>
            <a:endParaRPr b="0" i="0" sz="1900" u="none" cap="none" strike="noStrike">
              <a:solidFill>
                <a:schemeClr val="dk1"/>
              </a:solidFill>
              <a:latin typeface="Lexend"/>
              <a:ea typeface="Lexend"/>
              <a:cs typeface="Lexend"/>
              <a:sym typeface="Lexen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g3869d7c24ac_0_8"/>
          <p:cNvSpPr txBox="1"/>
          <p:nvPr>
            <p:ph type="title"/>
          </p:nvPr>
        </p:nvSpPr>
        <p:spPr>
          <a:xfrm>
            <a:off x="439648" y="189700"/>
            <a:ext cx="5510400" cy="6603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1100"/>
              <a:buFont typeface="Arial"/>
              <a:buNone/>
            </a:pPr>
            <a:r>
              <a:rPr lang="en-US" sz="1200">
                <a:latin typeface="IBM Plex Sans"/>
                <a:ea typeface="IBM Plex Sans"/>
                <a:cs typeface="IBM Plex Sans"/>
                <a:sym typeface="IBM Plex Sans"/>
              </a:rPr>
              <a:t>Introduction to APIs</a:t>
            </a:r>
            <a:endParaRPr sz="1200">
              <a:latin typeface="IBM Plex Sans"/>
              <a:ea typeface="IBM Plex Sans"/>
              <a:cs typeface="IBM Plex Sans"/>
              <a:sym typeface="IBM Plex Sans"/>
            </a:endParaRPr>
          </a:p>
        </p:txBody>
      </p:sp>
      <p:cxnSp>
        <p:nvCxnSpPr>
          <p:cNvPr id="251" name="Google Shape;251;g3869d7c24ac_0_8"/>
          <p:cNvCxnSpPr/>
          <p:nvPr/>
        </p:nvCxnSpPr>
        <p:spPr>
          <a:xfrm>
            <a:off x="97082" y="746462"/>
            <a:ext cx="10200300" cy="0"/>
          </a:xfrm>
          <a:prstGeom prst="straightConnector1">
            <a:avLst/>
          </a:prstGeom>
          <a:noFill/>
          <a:ln cap="flat" cmpd="sng" w="9525">
            <a:solidFill>
              <a:schemeClr val="accent1"/>
            </a:solidFill>
            <a:prstDash val="solid"/>
            <a:miter lim="800000"/>
            <a:headEnd len="sm" w="sm" type="none"/>
            <a:tailEnd len="sm" w="sm" type="none"/>
          </a:ln>
        </p:spPr>
      </p:cxnSp>
      <p:sp>
        <p:nvSpPr>
          <p:cNvPr id="252" name="Google Shape;252;g3869d7c24ac_0_8"/>
          <p:cNvSpPr txBox="1"/>
          <p:nvPr>
            <p:ph idx="4294967295" type="ctrTitle"/>
          </p:nvPr>
        </p:nvSpPr>
        <p:spPr>
          <a:xfrm>
            <a:off x="517400" y="983676"/>
            <a:ext cx="10150500" cy="601200"/>
          </a:xfrm>
          <a:prstGeom prst="rect">
            <a:avLst/>
          </a:prstGeom>
          <a:noFill/>
          <a:ln>
            <a:noFill/>
          </a:ln>
        </p:spPr>
        <p:txBody>
          <a:bodyPr anchorCtr="0" anchor="t" bIns="45700" lIns="91425" spcFirstLastPara="1" rIns="91425" wrap="square" tIns="45700">
            <a:normAutofit fontScale="90000"/>
          </a:bodyPr>
          <a:lstStyle/>
          <a:p>
            <a:pPr indent="0" lvl="0" marL="0" marR="0" rtl="0" algn="l">
              <a:lnSpc>
                <a:spcPct val="90000"/>
              </a:lnSpc>
              <a:spcBef>
                <a:spcPts val="0"/>
              </a:spcBef>
              <a:spcAft>
                <a:spcPts val="0"/>
              </a:spcAft>
              <a:buClr>
                <a:srgbClr val="9B1D23"/>
              </a:buClr>
              <a:buSzPct val="124209"/>
              <a:buFont typeface="Arial Black"/>
              <a:buNone/>
            </a:pPr>
            <a:r>
              <a:rPr lang="en-US"/>
              <a:t>Spark Java to Spring Boot</a:t>
            </a:r>
            <a:endParaRPr/>
          </a:p>
          <a:p>
            <a:pPr indent="0" lvl="0" marL="0" marR="0" rtl="0" algn="l">
              <a:lnSpc>
                <a:spcPct val="90000"/>
              </a:lnSpc>
              <a:spcBef>
                <a:spcPts val="0"/>
              </a:spcBef>
              <a:spcAft>
                <a:spcPts val="0"/>
              </a:spcAft>
              <a:buClr>
                <a:srgbClr val="9B1D23"/>
              </a:buClr>
              <a:buSzPct val="124209"/>
              <a:buFont typeface="Arial Black"/>
              <a:buNone/>
            </a:pPr>
            <a:r>
              <a:t/>
            </a:r>
            <a:endParaRPr/>
          </a:p>
        </p:txBody>
      </p:sp>
      <p:sp>
        <p:nvSpPr>
          <p:cNvPr id="253" name="Google Shape;253;g3869d7c24ac_0_8"/>
          <p:cNvSpPr txBox="1"/>
          <p:nvPr/>
        </p:nvSpPr>
        <p:spPr>
          <a:xfrm>
            <a:off x="517400" y="1764525"/>
            <a:ext cx="10150500" cy="2831400"/>
          </a:xfrm>
          <a:prstGeom prst="rect">
            <a:avLst/>
          </a:prstGeom>
          <a:noFill/>
          <a:ln>
            <a:noFill/>
          </a:ln>
        </p:spPr>
        <p:txBody>
          <a:bodyPr anchorCtr="0" anchor="t" bIns="91425" lIns="91425" spcFirstLastPara="1" rIns="91425" wrap="square" tIns="91425">
            <a:spAutoFit/>
          </a:bodyPr>
          <a:lstStyle/>
          <a:p>
            <a:pPr indent="-349250" lvl="0" marL="457200" marR="0" rtl="0" algn="l">
              <a:lnSpc>
                <a:spcPct val="115000"/>
              </a:lnSpc>
              <a:spcBef>
                <a:spcPts val="0"/>
              </a:spcBef>
              <a:spcAft>
                <a:spcPts val="0"/>
              </a:spcAft>
              <a:buClr>
                <a:schemeClr val="dk1"/>
              </a:buClr>
              <a:buSzPts val="1900"/>
              <a:buFont typeface="Lexend"/>
              <a:buChar char="●"/>
            </a:pPr>
            <a:r>
              <a:rPr lang="en-US" sz="1900">
                <a:solidFill>
                  <a:schemeClr val="dk1"/>
                </a:solidFill>
                <a:latin typeface="Lexend"/>
                <a:ea typeface="Lexend"/>
                <a:cs typeface="Lexend"/>
                <a:sym typeface="Lexend"/>
              </a:rPr>
              <a:t>Spark Java is a framework designed to be like a </a:t>
            </a:r>
            <a:r>
              <a:rPr b="1" lang="en-US" sz="1900">
                <a:solidFill>
                  <a:schemeClr val="dk1"/>
                </a:solidFill>
                <a:latin typeface="Lexend"/>
                <a:ea typeface="Lexend"/>
                <a:cs typeface="Lexend"/>
                <a:sym typeface="Lexend"/>
              </a:rPr>
              <a:t>Domain-Specific-Language</a:t>
            </a:r>
            <a:r>
              <a:rPr lang="en-US" sz="1900">
                <a:solidFill>
                  <a:schemeClr val="dk1"/>
                </a:solidFill>
                <a:latin typeface="Lexend"/>
                <a:ea typeface="Lexend"/>
                <a:cs typeface="Lexend"/>
                <a:sym typeface="Lexend"/>
              </a:rPr>
              <a:t>, a language specialized in solving one problem, for Web applications. It’s designed in a way that it needs minimal configuration unlike Spring Boot which, although offers a lot of automatic configuration, still requires a lot of setup even for a minimal web server application. </a:t>
            </a:r>
            <a:endParaRPr sz="1900">
              <a:solidFill>
                <a:schemeClr val="dk1"/>
              </a:solidFill>
              <a:latin typeface="Lexend"/>
              <a:ea typeface="Lexend"/>
              <a:cs typeface="Lexend"/>
              <a:sym typeface="Lexend"/>
            </a:endParaRPr>
          </a:p>
          <a:p>
            <a:pPr indent="-349250" lvl="0" marL="457200" marR="0" rtl="0" algn="l">
              <a:lnSpc>
                <a:spcPct val="115000"/>
              </a:lnSpc>
              <a:spcBef>
                <a:spcPts val="0"/>
              </a:spcBef>
              <a:spcAft>
                <a:spcPts val="0"/>
              </a:spcAft>
              <a:buClr>
                <a:schemeClr val="dk1"/>
              </a:buClr>
              <a:buSzPts val="1900"/>
              <a:buFont typeface="Lexend"/>
              <a:buChar char="●"/>
            </a:pPr>
            <a:r>
              <a:rPr lang="en-US" sz="1900">
                <a:solidFill>
                  <a:schemeClr val="dk1"/>
                </a:solidFill>
                <a:latin typeface="Lexend"/>
                <a:ea typeface="Lexend"/>
                <a:cs typeface="Lexend"/>
                <a:sym typeface="Lexend"/>
              </a:rPr>
              <a:t>In this lecture, we’re going to structure our Spark Java application like a Spring Boot application so that the architecture and concepts are carried over even though the framework changes.</a:t>
            </a:r>
            <a:endParaRPr b="0" i="0" sz="1900" u="none" cap="none" strike="noStrike">
              <a:solidFill>
                <a:schemeClr val="dk1"/>
              </a:solidFill>
              <a:latin typeface="Lexend"/>
              <a:ea typeface="Lexend"/>
              <a:cs typeface="Lexend"/>
              <a:sym typeface="Lexen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g3869d7c24ac_0_0"/>
          <p:cNvSpPr txBox="1"/>
          <p:nvPr>
            <p:ph type="title"/>
          </p:nvPr>
        </p:nvSpPr>
        <p:spPr>
          <a:xfrm>
            <a:off x="439648" y="189700"/>
            <a:ext cx="5510400" cy="6603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1100"/>
              <a:buFont typeface="Arial"/>
              <a:buNone/>
            </a:pPr>
            <a:r>
              <a:rPr lang="en-US" sz="1200">
                <a:latin typeface="IBM Plex Sans"/>
                <a:ea typeface="IBM Plex Sans"/>
                <a:cs typeface="IBM Plex Sans"/>
                <a:sym typeface="IBM Plex Sans"/>
              </a:rPr>
              <a:t>Introduction to APIs</a:t>
            </a:r>
            <a:endParaRPr sz="1200">
              <a:latin typeface="IBM Plex Sans"/>
              <a:ea typeface="IBM Plex Sans"/>
              <a:cs typeface="IBM Plex Sans"/>
              <a:sym typeface="IBM Plex Sans"/>
            </a:endParaRPr>
          </a:p>
        </p:txBody>
      </p:sp>
      <p:cxnSp>
        <p:nvCxnSpPr>
          <p:cNvPr id="260" name="Google Shape;260;g3869d7c24ac_0_0"/>
          <p:cNvCxnSpPr/>
          <p:nvPr/>
        </p:nvCxnSpPr>
        <p:spPr>
          <a:xfrm>
            <a:off x="97082" y="746462"/>
            <a:ext cx="10200300" cy="0"/>
          </a:xfrm>
          <a:prstGeom prst="straightConnector1">
            <a:avLst/>
          </a:prstGeom>
          <a:noFill/>
          <a:ln cap="flat" cmpd="sng" w="9525">
            <a:solidFill>
              <a:schemeClr val="accent1"/>
            </a:solidFill>
            <a:prstDash val="solid"/>
            <a:miter lim="800000"/>
            <a:headEnd len="sm" w="sm" type="none"/>
            <a:tailEnd len="sm" w="sm" type="none"/>
          </a:ln>
        </p:spPr>
      </p:cxnSp>
      <p:sp>
        <p:nvSpPr>
          <p:cNvPr id="261" name="Google Shape;261;g3869d7c24ac_0_0"/>
          <p:cNvSpPr txBox="1"/>
          <p:nvPr>
            <p:ph idx="4294967295" type="ctrTitle"/>
          </p:nvPr>
        </p:nvSpPr>
        <p:spPr>
          <a:xfrm>
            <a:off x="517400" y="983676"/>
            <a:ext cx="10150500" cy="601200"/>
          </a:xfrm>
          <a:prstGeom prst="rect">
            <a:avLst/>
          </a:prstGeom>
          <a:noFill/>
          <a:ln>
            <a:noFill/>
          </a:ln>
        </p:spPr>
        <p:txBody>
          <a:bodyPr anchorCtr="0" anchor="t" bIns="45700" lIns="91425" spcFirstLastPara="1" rIns="91425" wrap="square" tIns="45700">
            <a:normAutofit fontScale="90000"/>
          </a:bodyPr>
          <a:lstStyle/>
          <a:p>
            <a:pPr indent="0" lvl="0" marL="0" marR="0" rtl="0" algn="l">
              <a:lnSpc>
                <a:spcPct val="90000"/>
              </a:lnSpc>
              <a:spcBef>
                <a:spcPts val="0"/>
              </a:spcBef>
              <a:spcAft>
                <a:spcPts val="0"/>
              </a:spcAft>
              <a:buClr>
                <a:srgbClr val="9B1D23"/>
              </a:buClr>
              <a:buSzPct val="124209"/>
              <a:buFont typeface="Arial Black"/>
              <a:buNone/>
            </a:pPr>
            <a:r>
              <a:rPr lang="en-US"/>
              <a:t>Creating a Basic Application (1)</a:t>
            </a:r>
            <a:endParaRPr/>
          </a:p>
        </p:txBody>
      </p:sp>
      <p:sp>
        <p:nvSpPr>
          <p:cNvPr id="262" name="Google Shape;262;g3869d7c24ac_0_0"/>
          <p:cNvSpPr txBox="1"/>
          <p:nvPr/>
        </p:nvSpPr>
        <p:spPr>
          <a:xfrm>
            <a:off x="517400" y="1764525"/>
            <a:ext cx="10150500" cy="1486200"/>
          </a:xfrm>
          <a:prstGeom prst="rect">
            <a:avLst/>
          </a:prstGeom>
          <a:noFill/>
          <a:ln>
            <a:noFill/>
          </a:ln>
        </p:spPr>
        <p:txBody>
          <a:bodyPr anchorCtr="0" anchor="t" bIns="91425" lIns="91425" spcFirstLastPara="1" rIns="91425" wrap="square" tIns="91425">
            <a:spAutoFit/>
          </a:bodyPr>
          <a:lstStyle/>
          <a:p>
            <a:pPr indent="-349250" lvl="0" marL="457200" marR="0" rtl="0" algn="l">
              <a:lnSpc>
                <a:spcPct val="115000"/>
              </a:lnSpc>
              <a:spcBef>
                <a:spcPts val="0"/>
              </a:spcBef>
              <a:spcAft>
                <a:spcPts val="0"/>
              </a:spcAft>
              <a:buClr>
                <a:schemeClr val="dk1"/>
              </a:buClr>
              <a:buSzPts val="1900"/>
              <a:buFont typeface="Lexend"/>
              <a:buChar char="●"/>
            </a:pPr>
            <a:r>
              <a:rPr lang="en-US" sz="1900">
                <a:solidFill>
                  <a:schemeClr val="dk1"/>
                </a:solidFill>
                <a:latin typeface="Lexend"/>
                <a:ea typeface="Lexend"/>
                <a:cs typeface="Lexend"/>
                <a:sym typeface="Lexend"/>
              </a:rPr>
              <a:t>In this lecture, we’re going to structure our Spark Java application like a Spring Boot application as much as possible so that the architecture and concepts are carried over even though the framework changes.</a:t>
            </a:r>
            <a:endParaRPr sz="1900">
              <a:solidFill>
                <a:schemeClr val="dk1"/>
              </a:solidFill>
              <a:latin typeface="Lexend"/>
              <a:ea typeface="Lexend"/>
              <a:cs typeface="Lexend"/>
              <a:sym typeface="Lexend"/>
            </a:endParaRPr>
          </a:p>
          <a:p>
            <a:pPr indent="-349250" lvl="0" marL="457200" marR="0" rtl="0" algn="l">
              <a:lnSpc>
                <a:spcPct val="115000"/>
              </a:lnSpc>
              <a:spcBef>
                <a:spcPts val="0"/>
              </a:spcBef>
              <a:spcAft>
                <a:spcPts val="0"/>
              </a:spcAft>
              <a:buClr>
                <a:schemeClr val="dk1"/>
              </a:buClr>
              <a:buSzPts val="1900"/>
              <a:buFont typeface="Lexend"/>
              <a:buChar char="●"/>
            </a:pPr>
            <a:r>
              <a:rPr lang="en-US" sz="1900">
                <a:solidFill>
                  <a:schemeClr val="dk1"/>
                </a:solidFill>
                <a:latin typeface="Lexend"/>
                <a:ea typeface="Lexend"/>
                <a:cs typeface="Lexend"/>
                <a:sym typeface="Lexend"/>
              </a:rPr>
              <a:t>Let’s start with creating a minimal Spark Java Server</a:t>
            </a:r>
            <a:endParaRPr sz="1900">
              <a:solidFill>
                <a:schemeClr val="dk1"/>
              </a:solidFill>
              <a:latin typeface="Lexend"/>
              <a:ea typeface="Lexend"/>
              <a:cs typeface="Lexend"/>
              <a:sym typeface="Lexen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g3869d7c24ac_0_18"/>
          <p:cNvSpPr txBox="1"/>
          <p:nvPr>
            <p:ph type="title"/>
          </p:nvPr>
        </p:nvSpPr>
        <p:spPr>
          <a:xfrm>
            <a:off x="439648" y="189700"/>
            <a:ext cx="5510400" cy="6603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1100"/>
              <a:buFont typeface="Arial"/>
              <a:buNone/>
            </a:pPr>
            <a:r>
              <a:rPr lang="en-US" sz="1200">
                <a:latin typeface="IBM Plex Sans"/>
                <a:ea typeface="IBM Plex Sans"/>
                <a:cs typeface="IBM Plex Sans"/>
                <a:sym typeface="IBM Plex Sans"/>
              </a:rPr>
              <a:t>Introduction to APIs</a:t>
            </a:r>
            <a:endParaRPr sz="1200">
              <a:latin typeface="IBM Plex Sans"/>
              <a:ea typeface="IBM Plex Sans"/>
              <a:cs typeface="IBM Plex Sans"/>
              <a:sym typeface="IBM Plex Sans"/>
            </a:endParaRPr>
          </a:p>
        </p:txBody>
      </p:sp>
      <p:cxnSp>
        <p:nvCxnSpPr>
          <p:cNvPr id="269" name="Google Shape;269;g3869d7c24ac_0_18"/>
          <p:cNvCxnSpPr/>
          <p:nvPr/>
        </p:nvCxnSpPr>
        <p:spPr>
          <a:xfrm>
            <a:off x="97082" y="746462"/>
            <a:ext cx="10200300" cy="0"/>
          </a:xfrm>
          <a:prstGeom prst="straightConnector1">
            <a:avLst/>
          </a:prstGeom>
          <a:noFill/>
          <a:ln cap="flat" cmpd="sng" w="9525">
            <a:solidFill>
              <a:schemeClr val="accent1"/>
            </a:solidFill>
            <a:prstDash val="solid"/>
            <a:miter lim="800000"/>
            <a:headEnd len="sm" w="sm" type="none"/>
            <a:tailEnd len="sm" w="sm" type="none"/>
          </a:ln>
        </p:spPr>
      </p:cxnSp>
      <p:sp>
        <p:nvSpPr>
          <p:cNvPr id="270" name="Google Shape;270;g3869d7c24ac_0_18"/>
          <p:cNvSpPr txBox="1"/>
          <p:nvPr>
            <p:ph idx="4294967295" type="ctrTitle"/>
          </p:nvPr>
        </p:nvSpPr>
        <p:spPr>
          <a:xfrm>
            <a:off x="517400" y="983676"/>
            <a:ext cx="10150500" cy="601200"/>
          </a:xfrm>
          <a:prstGeom prst="rect">
            <a:avLst/>
          </a:prstGeom>
          <a:noFill/>
          <a:ln>
            <a:noFill/>
          </a:ln>
        </p:spPr>
        <p:txBody>
          <a:bodyPr anchorCtr="0" anchor="t" bIns="45700" lIns="91425" spcFirstLastPara="1" rIns="91425" wrap="square" tIns="45700">
            <a:normAutofit fontScale="90000"/>
          </a:bodyPr>
          <a:lstStyle/>
          <a:p>
            <a:pPr indent="0" lvl="0" marL="0" marR="0" rtl="0" algn="l">
              <a:lnSpc>
                <a:spcPct val="90000"/>
              </a:lnSpc>
              <a:spcBef>
                <a:spcPts val="0"/>
              </a:spcBef>
              <a:spcAft>
                <a:spcPts val="0"/>
              </a:spcAft>
              <a:buClr>
                <a:srgbClr val="9B1D23"/>
              </a:buClr>
              <a:buSzPct val="124209"/>
              <a:buFont typeface="Arial Black"/>
              <a:buNone/>
            </a:pPr>
            <a:r>
              <a:rPr lang="en-US"/>
              <a:t>Creating a Basic Application (2)</a:t>
            </a:r>
            <a:endParaRPr/>
          </a:p>
        </p:txBody>
      </p:sp>
      <p:sp>
        <p:nvSpPr>
          <p:cNvPr id="271" name="Google Shape;271;g3869d7c24ac_0_18"/>
          <p:cNvSpPr txBox="1"/>
          <p:nvPr/>
        </p:nvSpPr>
        <p:spPr>
          <a:xfrm>
            <a:off x="517400" y="1764525"/>
            <a:ext cx="10150500" cy="1486200"/>
          </a:xfrm>
          <a:prstGeom prst="rect">
            <a:avLst/>
          </a:prstGeom>
          <a:noFill/>
          <a:ln>
            <a:noFill/>
          </a:ln>
        </p:spPr>
        <p:txBody>
          <a:bodyPr anchorCtr="0" anchor="t" bIns="91425" lIns="91425" spcFirstLastPara="1" rIns="91425" wrap="square" tIns="91425">
            <a:spAutoFit/>
          </a:bodyPr>
          <a:lstStyle/>
          <a:p>
            <a:pPr indent="-349250" lvl="0" marL="457200" marR="0" rtl="0" algn="l">
              <a:lnSpc>
                <a:spcPct val="115000"/>
              </a:lnSpc>
              <a:spcBef>
                <a:spcPts val="0"/>
              </a:spcBef>
              <a:spcAft>
                <a:spcPts val="0"/>
              </a:spcAft>
              <a:buClr>
                <a:schemeClr val="dk1"/>
              </a:buClr>
              <a:buSzPts val="1900"/>
              <a:buFont typeface="Lexend"/>
              <a:buChar char="●"/>
            </a:pPr>
            <a:r>
              <a:rPr lang="en-US" sz="1900">
                <a:solidFill>
                  <a:schemeClr val="dk1"/>
                </a:solidFill>
                <a:latin typeface="Lexend"/>
                <a:ea typeface="Lexend"/>
                <a:cs typeface="Lexend"/>
                <a:sym typeface="Lexend"/>
              </a:rPr>
              <a:t>Create a basic Maven Project with Spark Java imported. In your Main class, add the following import.</a:t>
            </a:r>
            <a:endParaRPr sz="1900">
              <a:solidFill>
                <a:schemeClr val="dk1"/>
              </a:solidFill>
              <a:latin typeface="Lexend"/>
              <a:ea typeface="Lexend"/>
              <a:cs typeface="Lexend"/>
              <a:sym typeface="Lexend"/>
            </a:endParaRPr>
          </a:p>
          <a:p>
            <a:pPr indent="-349250" lvl="0" marL="457200" marR="0" rtl="0" algn="l">
              <a:lnSpc>
                <a:spcPct val="115000"/>
              </a:lnSpc>
              <a:spcBef>
                <a:spcPts val="0"/>
              </a:spcBef>
              <a:spcAft>
                <a:spcPts val="0"/>
              </a:spcAft>
              <a:buClr>
                <a:schemeClr val="dk1"/>
              </a:buClr>
              <a:buSzPts val="1900"/>
              <a:buFont typeface="Lexend"/>
              <a:buChar char="●"/>
            </a:pPr>
            <a:r>
              <a:rPr lang="en-US" sz="1900">
                <a:solidFill>
                  <a:schemeClr val="dk1"/>
                </a:solidFill>
                <a:latin typeface="Lexend"/>
                <a:ea typeface="Lexend"/>
                <a:cs typeface="Lexend"/>
                <a:sym typeface="Lexend"/>
              </a:rPr>
              <a:t>Note that it is a </a:t>
            </a:r>
            <a:r>
              <a:rPr b="1" lang="en-US" sz="1900">
                <a:solidFill>
                  <a:schemeClr val="dk1"/>
                </a:solidFill>
                <a:latin typeface="Lexend"/>
                <a:ea typeface="Lexend"/>
                <a:cs typeface="Lexend"/>
                <a:sym typeface="Lexend"/>
              </a:rPr>
              <a:t>static </a:t>
            </a:r>
            <a:r>
              <a:rPr lang="en-US" sz="1900">
                <a:solidFill>
                  <a:schemeClr val="dk1"/>
                </a:solidFill>
                <a:latin typeface="Lexend"/>
                <a:ea typeface="Lexend"/>
                <a:cs typeface="Lexend"/>
                <a:sym typeface="Lexend"/>
              </a:rPr>
              <a:t>import. It allows us to use all static methods inside the </a:t>
            </a:r>
            <a:r>
              <a:rPr b="1" lang="en-US" sz="1900">
                <a:solidFill>
                  <a:schemeClr val="dk1"/>
                </a:solidFill>
                <a:latin typeface="Lexend"/>
                <a:ea typeface="Lexend"/>
                <a:cs typeface="Lexend"/>
                <a:sym typeface="Lexend"/>
              </a:rPr>
              <a:t>Spark</a:t>
            </a:r>
            <a:r>
              <a:rPr lang="en-US" sz="1900">
                <a:solidFill>
                  <a:schemeClr val="dk1"/>
                </a:solidFill>
                <a:latin typeface="Lexend"/>
                <a:ea typeface="Lexend"/>
                <a:cs typeface="Lexend"/>
                <a:sym typeface="Lexend"/>
              </a:rPr>
              <a:t> class.</a:t>
            </a:r>
            <a:endParaRPr sz="1900">
              <a:solidFill>
                <a:schemeClr val="dk1"/>
              </a:solidFill>
              <a:latin typeface="Lexend"/>
              <a:ea typeface="Lexend"/>
              <a:cs typeface="Lexend"/>
              <a:sym typeface="Lexend"/>
            </a:endParaRPr>
          </a:p>
        </p:txBody>
      </p:sp>
      <p:sp>
        <p:nvSpPr>
          <p:cNvPr id="272" name="Google Shape;272;g3869d7c24ac_0_18"/>
          <p:cNvSpPr txBox="1"/>
          <p:nvPr/>
        </p:nvSpPr>
        <p:spPr>
          <a:xfrm>
            <a:off x="517400" y="3487300"/>
            <a:ext cx="10150500" cy="507900"/>
          </a:xfrm>
          <a:prstGeom prst="rect">
            <a:avLst/>
          </a:prstGeom>
          <a:noFill/>
          <a:ln>
            <a:noFill/>
          </a:ln>
        </p:spPr>
        <p:txBody>
          <a:bodyPr anchorCtr="0" anchor="t" bIns="91425" lIns="91425" spcFirstLastPara="1" rIns="91425" wrap="square" tIns="91425">
            <a:spAutoFit/>
          </a:bodyPr>
          <a:lstStyle/>
          <a:p>
            <a:pPr indent="0" lvl="0" marL="457200" marR="0" rtl="0" algn="l">
              <a:lnSpc>
                <a:spcPct val="115000"/>
              </a:lnSpc>
              <a:spcBef>
                <a:spcPts val="0"/>
              </a:spcBef>
              <a:spcAft>
                <a:spcPts val="0"/>
              </a:spcAft>
              <a:buNone/>
            </a:pPr>
            <a:r>
              <a:rPr b="1" lang="en-US" sz="2100">
                <a:solidFill>
                  <a:srgbClr val="7F0055"/>
                </a:solidFill>
                <a:highlight>
                  <a:srgbClr val="FFFFFF"/>
                </a:highlight>
                <a:latin typeface="Courier New"/>
                <a:ea typeface="Courier New"/>
                <a:cs typeface="Courier New"/>
                <a:sym typeface="Courier New"/>
              </a:rPr>
              <a:t>import</a:t>
            </a:r>
            <a:r>
              <a:rPr lang="en-US" sz="2100">
                <a:solidFill>
                  <a:schemeClr val="dk1"/>
                </a:solidFill>
                <a:highlight>
                  <a:srgbClr val="FFFFFF"/>
                </a:highlight>
                <a:latin typeface="Courier New"/>
                <a:ea typeface="Courier New"/>
                <a:cs typeface="Courier New"/>
                <a:sym typeface="Courier New"/>
              </a:rPr>
              <a:t> </a:t>
            </a:r>
            <a:r>
              <a:rPr b="1" lang="en-US" sz="2100">
                <a:solidFill>
                  <a:srgbClr val="7F0055"/>
                </a:solidFill>
                <a:highlight>
                  <a:srgbClr val="FFFFFF"/>
                </a:highlight>
                <a:latin typeface="Courier New"/>
                <a:ea typeface="Courier New"/>
                <a:cs typeface="Courier New"/>
                <a:sym typeface="Courier New"/>
              </a:rPr>
              <a:t>static</a:t>
            </a:r>
            <a:r>
              <a:rPr lang="en-US" sz="2100">
                <a:solidFill>
                  <a:schemeClr val="dk1"/>
                </a:solidFill>
                <a:highlight>
                  <a:srgbClr val="FFFFFF"/>
                </a:highlight>
                <a:latin typeface="Courier New"/>
                <a:ea typeface="Courier New"/>
                <a:cs typeface="Courier New"/>
                <a:sym typeface="Courier New"/>
              </a:rPr>
              <a:t> spark.Spark.*;</a:t>
            </a:r>
            <a:endParaRPr b="0" i="0" sz="2500" u="none" cap="none" strike="noStrike">
              <a:solidFill>
                <a:schemeClr val="dk1"/>
              </a:solidFill>
              <a:latin typeface="Lexend"/>
              <a:ea typeface="Lexend"/>
              <a:cs typeface="Lexend"/>
              <a:sym typeface="Lexen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g3869d7c24ac_0_34"/>
          <p:cNvSpPr txBox="1"/>
          <p:nvPr>
            <p:ph type="title"/>
          </p:nvPr>
        </p:nvSpPr>
        <p:spPr>
          <a:xfrm>
            <a:off x="439648" y="189700"/>
            <a:ext cx="5510400" cy="6603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1100"/>
              <a:buFont typeface="Arial"/>
              <a:buNone/>
            </a:pPr>
            <a:r>
              <a:rPr lang="en-US" sz="1200">
                <a:latin typeface="IBM Plex Sans"/>
                <a:ea typeface="IBM Plex Sans"/>
                <a:cs typeface="IBM Plex Sans"/>
                <a:sym typeface="IBM Plex Sans"/>
              </a:rPr>
              <a:t>Introduction to APIs</a:t>
            </a:r>
            <a:endParaRPr sz="1200">
              <a:latin typeface="IBM Plex Sans"/>
              <a:ea typeface="IBM Plex Sans"/>
              <a:cs typeface="IBM Plex Sans"/>
              <a:sym typeface="IBM Plex Sans"/>
            </a:endParaRPr>
          </a:p>
        </p:txBody>
      </p:sp>
      <p:cxnSp>
        <p:nvCxnSpPr>
          <p:cNvPr id="279" name="Google Shape;279;g3869d7c24ac_0_34"/>
          <p:cNvCxnSpPr/>
          <p:nvPr/>
        </p:nvCxnSpPr>
        <p:spPr>
          <a:xfrm>
            <a:off x="97082" y="746462"/>
            <a:ext cx="10200300" cy="0"/>
          </a:xfrm>
          <a:prstGeom prst="straightConnector1">
            <a:avLst/>
          </a:prstGeom>
          <a:noFill/>
          <a:ln cap="flat" cmpd="sng" w="9525">
            <a:solidFill>
              <a:schemeClr val="accent1"/>
            </a:solidFill>
            <a:prstDash val="solid"/>
            <a:miter lim="800000"/>
            <a:headEnd len="sm" w="sm" type="none"/>
            <a:tailEnd len="sm" w="sm" type="none"/>
          </a:ln>
        </p:spPr>
      </p:cxnSp>
      <p:sp>
        <p:nvSpPr>
          <p:cNvPr id="280" name="Google Shape;280;g3869d7c24ac_0_34"/>
          <p:cNvSpPr txBox="1"/>
          <p:nvPr>
            <p:ph idx="4294967295" type="ctrTitle"/>
          </p:nvPr>
        </p:nvSpPr>
        <p:spPr>
          <a:xfrm>
            <a:off x="517400" y="983676"/>
            <a:ext cx="10150500" cy="601200"/>
          </a:xfrm>
          <a:prstGeom prst="rect">
            <a:avLst/>
          </a:prstGeom>
          <a:noFill/>
          <a:ln>
            <a:noFill/>
          </a:ln>
        </p:spPr>
        <p:txBody>
          <a:bodyPr anchorCtr="0" anchor="t" bIns="45700" lIns="91425" spcFirstLastPara="1" rIns="91425" wrap="square" tIns="45700">
            <a:normAutofit fontScale="90000"/>
          </a:bodyPr>
          <a:lstStyle/>
          <a:p>
            <a:pPr indent="0" lvl="0" marL="0" marR="0" rtl="0" algn="l">
              <a:lnSpc>
                <a:spcPct val="90000"/>
              </a:lnSpc>
              <a:spcBef>
                <a:spcPts val="0"/>
              </a:spcBef>
              <a:spcAft>
                <a:spcPts val="0"/>
              </a:spcAft>
              <a:buClr>
                <a:srgbClr val="9B1D23"/>
              </a:buClr>
              <a:buSzPct val="124209"/>
              <a:buFont typeface="Arial Black"/>
              <a:buNone/>
            </a:pPr>
            <a:r>
              <a:rPr lang="en-US"/>
              <a:t>Creating a Basic Application (3)</a:t>
            </a:r>
            <a:endParaRPr/>
          </a:p>
        </p:txBody>
      </p:sp>
      <p:sp>
        <p:nvSpPr>
          <p:cNvPr id="281" name="Google Shape;281;g3869d7c24ac_0_34"/>
          <p:cNvSpPr txBox="1"/>
          <p:nvPr/>
        </p:nvSpPr>
        <p:spPr>
          <a:xfrm>
            <a:off x="517400" y="1764525"/>
            <a:ext cx="10150500" cy="813600"/>
          </a:xfrm>
          <a:prstGeom prst="rect">
            <a:avLst/>
          </a:prstGeom>
          <a:noFill/>
          <a:ln>
            <a:noFill/>
          </a:ln>
        </p:spPr>
        <p:txBody>
          <a:bodyPr anchorCtr="0" anchor="t" bIns="91425" lIns="91425" spcFirstLastPara="1" rIns="91425" wrap="square" tIns="91425">
            <a:spAutoFit/>
          </a:bodyPr>
          <a:lstStyle/>
          <a:p>
            <a:pPr indent="-349250" lvl="0" marL="457200" marR="0" rtl="0" algn="l">
              <a:lnSpc>
                <a:spcPct val="115000"/>
              </a:lnSpc>
              <a:spcBef>
                <a:spcPts val="0"/>
              </a:spcBef>
              <a:spcAft>
                <a:spcPts val="0"/>
              </a:spcAft>
              <a:buClr>
                <a:schemeClr val="dk1"/>
              </a:buClr>
              <a:buSzPts val="1900"/>
              <a:buFont typeface="Lexend"/>
              <a:buChar char="●"/>
            </a:pPr>
            <a:r>
              <a:rPr lang="en-US" sz="1900">
                <a:solidFill>
                  <a:schemeClr val="dk1"/>
                </a:solidFill>
                <a:latin typeface="Lexend"/>
                <a:ea typeface="Lexend"/>
                <a:cs typeface="Lexend"/>
                <a:sym typeface="Lexend"/>
              </a:rPr>
              <a:t>The documentation for the </a:t>
            </a:r>
            <a:r>
              <a:rPr b="1" lang="en-US" sz="1900">
                <a:solidFill>
                  <a:schemeClr val="dk1"/>
                </a:solidFill>
                <a:latin typeface="Lexend"/>
                <a:ea typeface="Lexend"/>
                <a:cs typeface="Lexend"/>
                <a:sym typeface="Lexend"/>
              </a:rPr>
              <a:t>Spark</a:t>
            </a:r>
            <a:r>
              <a:rPr lang="en-US" sz="1900">
                <a:solidFill>
                  <a:schemeClr val="dk1"/>
                </a:solidFill>
                <a:latin typeface="Lexend"/>
                <a:ea typeface="Lexend"/>
                <a:cs typeface="Lexend"/>
                <a:sym typeface="Lexend"/>
              </a:rPr>
              <a:t> class indicates that this is intended as it allows developers to setup the server intuitively.</a:t>
            </a:r>
            <a:endParaRPr sz="1900">
              <a:solidFill>
                <a:schemeClr val="dk1"/>
              </a:solidFill>
              <a:latin typeface="Lexend"/>
              <a:ea typeface="Lexend"/>
              <a:cs typeface="Lexend"/>
              <a:sym typeface="Lexend"/>
            </a:endParaRPr>
          </a:p>
        </p:txBody>
      </p:sp>
      <p:pic>
        <p:nvPicPr>
          <p:cNvPr id="282" name="Google Shape;282;g3869d7c24ac_0_34"/>
          <p:cNvPicPr preferRelativeResize="0"/>
          <p:nvPr/>
        </p:nvPicPr>
        <p:blipFill>
          <a:blip r:embed="rId3">
            <a:alphaModFix/>
          </a:blip>
          <a:stretch>
            <a:fillRect/>
          </a:stretch>
        </p:blipFill>
        <p:spPr>
          <a:xfrm>
            <a:off x="1181075" y="2757775"/>
            <a:ext cx="7404574" cy="312617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g3869d7c24ac_0_44"/>
          <p:cNvSpPr txBox="1"/>
          <p:nvPr>
            <p:ph type="title"/>
          </p:nvPr>
        </p:nvSpPr>
        <p:spPr>
          <a:xfrm>
            <a:off x="439648" y="189700"/>
            <a:ext cx="5510400" cy="6603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1100"/>
              <a:buFont typeface="Arial"/>
              <a:buNone/>
            </a:pPr>
            <a:r>
              <a:rPr lang="en-US" sz="1200">
                <a:latin typeface="IBM Plex Sans"/>
                <a:ea typeface="IBM Plex Sans"/>
                <a:cs typeface="IBM Plex Sans"/>
                <a:sym typeface="IBM Plex Sans"/>
              </a:rPr>
              <a:t>Introduction to APIs</a:t>
            </a:r>
            <a:endParaRPr sz="1200">
              <a:latin typeface="IBM Plex Sans"/>
              <a:ea typeface="IBM Plex Sans"/>
              <a:cs typeface="IBM Plex Sans"/>
              <a:sym typeface="IBM Plex Sans"/>
            </a:endParaRPr>
          </a:p>
        </p:txBody>
      </p:sp>
      <p:cxnSp>
        <p:nvCxnSpPr>
          <p:cNvPr id="289" name="Google Shape;289;g3869d7c24ac_0_44"/>
          <p:cNvCxnSpPr/>
          <p:nvPr/>
        </p:nvCxnSpPr>
        <p:spPr>
          <a:xfrm>
            <a:off x="97082" y="746462"/>
            <a:ext cx="10200300" cy="0"/>
          </a:xfrm>
          <a:prstGeom prst="straightConnector1">
            <a:avLst/>
          </a:prstGeom>
          <a:noFill/>
          <a:ln cap="flat" cmpd="sng" w="9525">
            <a:solidFill>
              <a:schemeClr val="accent1"/>
            </a:solidFill>
            <a:prstDash val="solid"/>
            <a:miter lim="800000"/>
            <a:headEnd len="sm" w="sm" type="none"/>
            <a:tailEnd len="sm" w="sm" type="none"/>
          </a:ln>
        </p:spPr>
      </p:cxnSp>
      <p:sp>
        <p:nvSpPr>
          <p:cNvPr id="290" name="Google Shape;290;g3869d7c24ac_0_44"/>
          <p:cNvSpPr txBox="1"/>
          <p:nvPr>
            <p:ph idx="4294967295" type="ctrTitle"/>
          </p:nvPr>
        </p:nvSpPr>
        <p:spPr>
          <a:xfrm>
            <a:off x="517400" y="983676"/>
            <a:ext cx="10150500" cy="601200"/>
          </a:xfrm>
          <a:prstGeom prst="rect">
            <a:avLst/>
          </a:prstGeom>
          <a:noFill/>
          <a:ln>
            <a:noFill/>
          </a:ln>
        </p:spPr>
        <p:txBody>
          <a:bodyPr anchorCtr="0" anchor="t" bIns="45700" lIns="91425" spcFirstLastPara="1" rIns="91425" wrap="square" tIns="45700">
            <a:normAutofit fontScale="90000"/>
          </a:bodyPr>
          <a:lstStyle/>
          <a:p>
            <a:pPr indent="0" lvl="0" marL="0" marR="0" rtl="0" algn="l">
              <a:lnSpc>
                <a:spcPct val="90000"/>
              </a:lnSpc>
              <a:spcBef>
                <a:spcPts val="0"/>
              </a:spcBef>
              <a:spcAft>
                <a:spcPts val="0"/>
              </a:spcAft>
              <a:buClr>
                <a:srgbClr val="9B1D23"/>
              </a:buClr>
              <a:buSzPct val="124209"/>
              <a:buFont typeface="Arial Black"/>
              <a:buNone/>
            </a:pPr>
            <a:r>
              <a:rPr lang="en-US"/>
              <a:t>Creating a Basic Application (4)</a:t>
            </a:r>
            <a:endParaRPr/>
          </a:p>
        </p:txBody>
      </p:sp>
      <p:sp>
        <p:nvSpPr>
          <p:cNvPr id="291" name="Google Shape;291;g3869d7c24ac_0_44"/>
          <p:cNvSpPr txBox="1"/>
          <p:nvPr/>
        </p:nvSpPr>
        <p:spPr>
          <a:xfrm>
            <a:off x="517400" y="1764525"/>
            <a:ext cx="10150500" cy="4884600"/>
          </a:xfrm>
          <a:prstGeom prst="rect">
            <a:avLst/>
          </a:prstGeom>
          <a:noFill/>
          <a:ln>
            <a:noFill/>
          </a:ln>
        </p:spPr>
        <p:txBody>
          <a:bodyPr anchorCtr="0" anchor="t" bIns="91425" lIns="91425" spcFirstLastPara="1" rIns="91425" wrap="square" tIns="91425">
            <a:spAutoFit/>
          </a:bodyPr>
          <a:lstStyle/>
          <a:p>
            <a:pPr indent="-349250" lvl="0" marL="457200" marR="0" rtl="0" algn="l">
              <a:lnSpc>
                <a:spcPct val="115000"/>
              </a:lnSpc>
              <a:spcBef>
                <a:spcPts val="0"/>
              </a:spcBef>
              <a:spcAft>
                <a:spcPts val="0"/>
              </a:spcAft>
              <a:buClr>
                <a:schemeClr val="dk1"/>
              </a:buClr>
              <a:buSzPts val="1900"/>
              <a:buFont typeface="Lexend"/>
              <a:buChar char="●"/>
            </a:pPr>
            <a:r>
              <a:rPr lang="en-US" sz="1900">
                <a:solidFill>
                  <a:schemeClr val="dk1"/>
                </a:solidFill>
                <a:latin typeface="Lexend"/>
                <a:ea typeface="Lexend"/>
                <a:cs typeface="Lexend"/>
                <a:sym typeface="Lexend"/>
              </a:rPr>
              <a:t>Let’s declare a </a:t>
            </a:r>
            <a:r>
              <a:rPr b="1" lang="en-US" sz="1900">
                <a:solidFill>
                  <a:schemeClr val="dk1"/>
                </a:solidFill>
                <a:latin typeface="Lexend"/>
                <a:ea typeface="Lexend"/>
                <a:cs typeface="Lexend"/>
                <a:sym typeface="Lexend"/>
              </a:rPr>
              <a:t>port</a:t>
            </a:r>
            <a:r>
              <a:rPr lang="en-US" sz="1900">
                <a:solidFill>
                  <a:schemeClr val="dk1"/>
                </a:solidFill>
                <a:latin typeface="Lexend"/>
                <a:ea typeface="Lexend"/>
                <a:cs typeface="Lexend"/>
                <a:sym typeface="Lexend"/>
              </a:rPr>
              <a:t> for our application; A port is a virtual point in our host that essentially tells where an application is located. </a:t>
            </a:r>
            <a:endParaRPr sz="1900">
              <a:solidFill>
                <a:schemeClr val="dk1"/>
              </a:solidFill>
              <a:latin typeface="Lexend"/>
              <a:ea typeface="Lexend"/>
              <a:cs typeface="Lexend"/>
              <a:sym typeface="Lexend"/>
            </a:endParaRPr>
          </a:p>
          <a:p>
            <a:pPr indent="-349250" lvl="0" marL="457200" marR="0" rtl="0" algn="l">
              <a:lnSpc>
                <a:spcPct val="115000"/>
              </a:lnSpc>
              <a:spcBef>
                <a:spcPts val="0"/>
              </a:spcBef>
              <a:spcAft>
                <a:spcPts val="0"/>
              </a:spcAft>
              <a:buClr>
                <a:schemeClr val="dk1"/>
              </a:buClr>
              <a:buSzPts val="1900"/>
              <a:buFont typeface="Lexend"/>
              <a:buChar char="●"/>
            </a:pPr>
            <a:r>
              <a:rPr lang="en-US" sz="1900">
                <a:solidFill>
                  <a:schemeClr val="dk1"/>
                </a:solidFill>
                <a:latin typeface="Lexend"/>
                <a:ea typeface="Lexend"/>
                <a:cs typeface="Lexend"/>
                <a:sym typeface="Lexend"/>
              </a:rPr>
              <a:t>Let’s create this application at port </a:t>
            </a:r>
            <a:r>
              <a:rPr b="1" lang="en-US" sz="1900">
                <a:solidFill>
                  <a:schemeClr val="dk1"/>
                </a:solidFill>
                <a:latin typeface="Lexend"/>
                <a:ea typeface="Lexend"/>
                <a:cs typeface="Lexend"/>
                <a:sym typeface="Lexend"/>
              </a:rPr>
              <a:t>4567 </a:t>
            </a:r>
            <a:r>
              <a:rPr lang="en-US" sz="1900">
                <a:solidFill>
                  <a:schemeClr val="dk1"/>
                </a:solidFill>
                <a:latin typeface="Lexend"/>
                <a:ea typeface="Lexend"/>
                <a:cs typeface="Lexend"/>
                <a:sym typeface="Lexend"/>
              </a:rPr>
              <a:t>by calling the static method: </a:t>
            </a:r>
            <a:r>
              <a:rPr b="1" lang="en-US" sz="1900">
                <a:solidFill>
                  <a:schemeClr val="dk1"/>
                </a:solidFill>
                <a:latin typeface="Lexend"/>
                <a:ea typeface="Lexend"/>
                <a:cs typeface="Lexend"/>
                <a:sym typeface="Lexend"/>
              </a:rPr>
              <a:t>port(int)</a:t>
            </a:r>
            <a:endParaRPr b="1" sz="1900">
              <a:solidFill>
                <a:schemeClr val="dk1"/>
              </a:solidFill>
              <a:latin typeface="Lexend"/>
              <a:ea typeface="Lexend"/>
              <a:cs typeface="Lexend"/>
              <a:sym typeface="Lexend"/>
            </a:endParaRPr>
          </a:p>
          <a:p>
            <a:pPr indent="-349250" lvl="0" marL="457200" marR="0" rtl="0" algn="l">
              <a:lnSpc>
                <a:spcPct val="115000"/>
              </a:lnSpc>
              <a:spcBef>
                <a:spcPts val="0"/>
              </a:spcBef>
              <a:spcAft>
                <a:spcPts val="0"/>
              </a:spcAft>
              <a:buClr>
                <a:schemeClr val="dk1"/>
              </a:buClr>
              <a:buSzPts val="1900"/>
              <a:buFont typeface="Lexend"/>
              <a:buChar char="●"/>
            </a:pPr>
            <a:r>
              <a:rPr lang="en-US" sz="1900">
                <a:solidFill>
                  <a:schemeClr val="dk1"/>
                </a:solidFill>
                <a:latin typeface="Lexend"/>
                <a:ea typeface="Lexend"/>
                <a:cs typeface="Lexend"/>
                <a:sym typeface="Lexend"/>
              </a:rPr>
              <a:t>The port must be added BEFORE any routes.</a:t>
            </a:r>
            <a:endParaRPr sz="1900">
              <a:solidFill>
                <a:schemeClr val="dk1"/>
              </a:solidFill>
              <a:latin typeface="Lexend"/>
              <a:ea typeface="Lexend"/>
              <a:cs typeface="Lexend"/>
              <a:sym typeface="Lexend"/>
            </a:endParaRPr>
          </a:p>
          <a:p>
            <a:pPr indent="0" lvl="0" marL="0" marR="0" rtl="0" algn="l">
              <a:lnSpc>
                <a:spcPct val="115000"/>
              </a:lnSpc>
              <a:spcBef>
                <a:spcPts val="0"/>
              </a:spcBef>
              <a:spcAft>
                <a:spcPts val="0"/>
              </a:spcAft>
              <a:buNone/>
            </a:pPr>
            <a:r>
              <a:t/>
            </a:r>
            <a:endParaRPr b="1" sz="1900">
              <a:solidFill>
                <a:schemeClr val="dk1"/>
              </a:solidFill>
              <a:latin typeface="Lexend"/>
              <a:ea typeface="Lexend"/>
              <a:cs typeface="Lexend"/>
              <a:sym typeface="Lexend"/>
            </a:endParaRPr>
          </a:p>
          <a:p>
            <a:pPr indent="0" lvl="0" marL="0" marR="0" rtl="0" algn="l">
              <a:lnSpc>
                <a:spcPct val="115000"/>
              </a:lnSpc>
              <a:spcBef>
                <a:spcPts val="0"/>
              </a:spcBef>
              <a:spcAft>
                <a:spcPts val="0"/>
              </a:spcAft>
              <a:buNone/>
            </a:pPr>
            <a:r>
              <a:t/>
            </a:r>
            <a:endParaRPr b="1" sz="1900">
              <a:solidFill>
                <a:schemeClr val="dk1"/>
              </a:solidFill>
              <a:latin typeface="Lexend"/>
              <a:ea typeface="Lexend"/>
              <a:cs typeface="Lexend"/>
              <a:sym typeface="Lexend"/>
            </a:endParaRPr>
          </a:p>
          <a:p>
            <a:pPr indent="0" lvl="0" marL="25400" rtl="0" algn="l">
              <a:lnSpc>
                <a:spcPct val="115000"/>
              </a:lnSpc>
              <a:spcBef>
                <a:spcPts val="0"/>
              </a:spcBef>
              <a:spcAft>
                <a:spcPts val="0"/>
              </a:spcAft>
              <a:buClr>
                <a:schemeClr val="dk1"/>
              </a:buClr>
              <a:buSzPts val="1100"/>
              <a:buFont typeface="Arial"/>
              <a:buNone/>
            </a:pPr>
            <a:r>
              <a:rPr b="1" lang="en-US" sz="1500">
                <a:solidFill>
                  <a:srgbClr val="7F0055"/>
                </a:solidFill>
                <a:highlight>
                  <a:srgbClr val="FFFFFF"/>
                </a:highlight>
                <a:latin typeface="Courier New"/>
                <a:ea typeface="Courier New"/>
                <a:cs typeface="Courier New"/>
                <a:sym typeface="Courier New"/>
              </a:rPr>
              <a:t>public</a:t>
            </a:r>
            <a:r>
              <a:rPr lang="en-US" sz="1500">
                <a:solidFill>
                  <a:schemeClr val="dk1"/>
                </a:solidFill>
                <a:highlight>
                  <a:srgbClr val="FFFFFF"/>
                </a:highlight>
                <a:latin typeface="Courier New"/>
                <a:ea typeface="Courier New"/>
                <a:cs typeface="Courier New"/>
                <a:sym typeface="Courier New"/>
              </a:rPr>
              <a:t> </a:t>
            </a:r>
            <a:r>
              <a:rPr b="1" lang="en-US" sz="1500">
                <a:solidFill>
                  <a:srgbClr val="7F0055"/>
                </a:solidFill>
                <a:highlight>
                  <a:srgbClr val="FFFFFF"/>
                </a:highlight>
                <a:latin typeface="Courier New"/>
                <a:ea typeface="Courier New"/>
                <a:cs typeface="Courier New"/>
                <a:sym typeface="Courier New"/>
              </a:rPr>
              <a:t>class</a:t>
            </a:r>
            <a:r>
              <a:rPr lang="en-US" sz="1500">
                <a:solidFill>
                  <a:schemeClr val="dk1"/>
                </a:solidFill>
                <a:highlight>
                  <a:srgbClr val="FFFFFF"/>
                </a:highlight>
                <a:latin typeface="Courier New"/>
                <a:ea typeface="Courier New"/>
                <a:cs typeface="Courier New"/>
                <a:sym typeface="Courier New"/>
              </a:rPr>
              <a:t> Main {</a:t>
            </a:r>
            <a:endParaRPr sz="15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lang="en-US" sz="1500">
                <a:solidFill>
                  <a:schemeClr val="dk1"/>
                </a:solidFill>
                <a:highlight>
                  <a:srgbClr val="FFFFFF"/>
                </a:highlight>
                <a:latin typeface="Courier New"/>
                <a:ea typeface="Courier New"/>
                <a:cs typeface="Courier New"/>
                <a:sym typeface="Courier New"/>
              </a:rPr>
              <a:t>	</a:t>
            </a:r>
            <a:endParaRPr sz="15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lang="en-US" sz="1500">
                <a:solidFill>
                  <a:schemeClr val="dk1"/>
                </a:solidFill>
                <a:highlight>
                  <a:srgbClr val="FFFFFF"/>
                </a:highlight>
                <a:latin typeface="Courier New"/>
                <a:ea typeface="Courier New"/>
                <a:cs typeface="Courier New"/>
                <a:sym typeface="Courier New"/>
              </a:rPr>
              <a:t>	</a:t>
            </a:r>
            <a:r>
              <a:rPr b="1" lang="en-US" sz="1500">
                <a:solidFill>
                  <a:srgbClr val="7F0055"/>
                </a:solidFill>
                <a:highlight>
                  <a:srgbClr val="FFFFFF"/>
                </a:highlight>
                <a:latin typeface="Courier New"/>
                <a:ea typeface="Courier New"/>
                <a:cs typeface="Courier New"/>
                <a:sym typeface="Courier New"/>
              </a:rPr>
              <a:t>private</a:t>
            </a:r>
            <a:r>
              <a:rPr lang="en-US" sz="1500">
                <a:solidFill>
                  <a:schemeClr val="dk1"/>
                </a:solidFill>
                <a:highlight>
                  <a:srgbClr val="FFFFFF"/>
                </a:highlight>
                <a:latin typeface="Courier New"/>
                <a:ea typeface="Courier New"/>
                <a:cs typeface="Courier New"/>
                <a:sym typeface="Courier New"/>
              </a:rPr>
              <a:t> </a:t>
            </a:r>
            <a:r>
              <a:rPr b="1" lang="en-US" sz="1500">
                <a:solidFill>
                  <a:srgbClr val="7F0055"/>
                </a:solidFill>
                <a:highlight>
                  <a:srgbClr val="FFFFFF"/>
                </a:highlight>
                <a:latin typeface="Courier New"/>
                <a:ea typeface="Courier New"/>
                <a:cs typeface="Courier New"/>
                <a:sym typeface="Courier New"/>
              </a:rPr>
              <a:t>static</a:t>
            </a:r>
            <a:r>
              <a:rPr lang="en-US" sz="1500">
                <a:solidFill>
                  <a:schemeClr val="dk1"/>
                </a:solidFill>
                <a:highlight>
                  <a:srgbClr val="FFFFFF"/>
                </a:highlight>
                <a:latin typeface="Courier New"/>
                <a:ea typeface="Courier New"/>
                <a:cs typeface="Courier New"/>
                <a:sym typeface="Courier New"/>
              </a:rPr>
              <a:t> </a:t>
            </a:r>
            <a:r>
              <a:rPr b="1" lang="en-US" sz="1500">
                <a:solidFill>
                  <a:srgbClr val="7F0055"/>
                </a:solidFill>
                <a:highlight>
                  <a:srgbClr val="FFFFFF"/>
                </a:highlight>
                <a:latin typeface="Courier New"/>
                <a:ea typeface="Courier New"/>
                <a:cs typeface="Courier New"/>
                <a:sym typeface="Courier New"/>
              </a:rPr>
              <a:t>final</a:t>
            </a:r>
            <a:r>
              <a:rPr lang="en-US" sz="1500">
                <a:solidFill>
                  <a:schemeClr val="dk1"/>
                </a:solidFill>
                <a:highlight>
                  <a:srgbClr val="FFFFFF"/>
                </a:highlight>
                <a:latin typeface="Courier New"/>
                <a:ea typeface="Courier New"/>
                <a:cs typeface="Courier New"/>
                <a:sym typeface="Courier New"/>
              </a:rPr>
              <a:t> Logger </a:t>
            </a:r>
            <a:r>
              <a:rPr b="1" i="1" lang="en-US" sz="1500">
                <a:solidFill>
                  <a:srgbClr val="0000C0"/>
                </a:solidFill>
                <a:highlight>
                  <a:srgbClr val="FFFFFF"/>
                </a:highlight>
                <a:latin typeface="Courier New"/>
                <a:ea typeface="Courier New"/>
                <a:cs typeface="Courier New"/>
                <a:sym typeface="Courier New"/>
              </a:rPr>
              <a:t>logger</a:t>
            </a:r>
            <a:r>
              <a:rPr lang="en-US" sz="1500">
                <a:solidFill>
                  <a:schemeClr val="dk1"/>
                </a:solidFill>
                <a:highlight>
                  <a:srgbClr val="FFFFFF"/>
                </a:highlight>
                <a:latin typeface="Courier New"/>
                <a:ea typeface="Courier New"/>
                <a:cs typeface="Courier New"/>
                <a:sym typeface="Courier New"/>
              </a:rPr>
              <a:t> =  LoggerFactory.</a:t>
            </a:r>
            <a:r>
              <a:rPr i="1" lang="en-US" sz="1500">
                <a:solidFill>
                  <a:schemeClr val="dk1"/>
                </a:solidFill>
                <a:highlight>
                  <a:srgbClr val="FFFFFF"/>
                </a:highlight>
                <a:latin typeface="Courier New"/>
                <a:ea typeface="Courier New"/>
                <a:cs typeface="Courier New"/>
                <a:sym typeface="Courier New"/>
              </a:rPr>
              <a:t>getLogger</a:t>
            </a:r>
            <a:r>
              <a:rPr lang="en-US" sz="1500">
                <a:solidFill>
                  <a:schemeClr val="dk1"/>
                </a:solidFill>
                <a:highlight>
                  <a:srgbClr val="FFFFFF"/>
                </a:highlight>
                <a:latin typeface="Courier New"/>
                <a:ea typeface="Courier New"/>
                <a:cs typeface="Courier New"/>
                <a:sym typeface="Courier New"/>
              </a:rPr>
              <a:t>(Main.</a:t>
            </a:r>
            <a:r>
              <a:rPr b="1" lang="en-US" sz="1500">
                <a:solidFill>
                  <a:srgbClr val="7F0055"/>
                </a:solidFill>
                <a:highlight>
                  <a:srgbClr val="FFFFFF"/>
                </a:highlight>
                <a:latin typeface="Courier New"/>
                <a:ea typeface="Courier New"/>
                <a:cs typeface="Courier New"/>
                <a:sym typeface="Courier New"/>
              </a:rPr>
              <a:t>class</a:t>
            </a:r>
            <a:r>
              <a:rPr lang="en-US" sz="1500">
                <a:solidFill>
                  <a:schemeClr val="dk1"/>
                </a:solidFill>
                <a:highlight>
                  <a:srgbClr val="FFFFFF"/>
                </a:highlight>
                <a:latin typeface="Courier New"/>
                <a:ea typeface="Courier New"/>
                <a:cs typeface="Courier New"/>
                <a:sym typeface="Courier New"/>
              </a:rPr>
              <a:t>);</a:t>
            </a:r>
            <a:endParaRPr sz="15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500">
                <a:solidFill>
                  <a:schemeClr val="dk1"/>
                </a:solidFill>
                <a:highlight>
                  <a:srgbClr val="FFFFFF"/>
                </a:highlight>
                <a:latin typeface="Courier New"/>
                <a:ea typeface="Courier New"/>
                <a:cs typeface="Courier New"/>
                <a:sym typeface="Courier New"/>
              </a:rPr>
              <a:t>	</a:t>
            </a:r>
            <a:r>
              <a:rPr b="1" lang="en-US" sz="1500">
                <a:solidFill>
                  <a:srgbClr val="7F0055"/>
                </a:solidFill>
                <a:highlight>
                  <a:srgbClr val="FFFFFF"/>
                </a:highlight>
                <a:latin typeface="Courier New"/>
                <a:ea typeface="Courier New"/>
                <a:cs typeface="Courier New"/>
                <a:sym typeface="Courier New"/>
              </a:rPr>
              <a:t>private</a:t>
            </a:r>
            <a:r>
              <a:rPr lang="en-US" sz="1500">
                <a:solidFill>
                  <a:schemeClr val="dk1"/>
                </a:solidFill>
                <a:highlight>
                  <a:srgbClr val="FFFFFF"/>
                </a:highlight>
                <a:latin typeface="Courier New"/>
                <a:ea typeface="Courier New"/>
                <a:cs typeface="Courier New"/>
                <a:sym typeface="Courier New"/>
              </a:rPr>
              <a:t> </a:t>
            </a:r>
            <a:r>
              <a:rPr b="1" lang="en-US" sz="1500">
                <a:solidFill>
                  <a:srgbClr val="7F0055"/>
                </a:solidFill>
                <a:highlight>
                  <a:srgbClr val="FFFFFF"/>
                </a:highlight>
                <a:latin typeface="Courier New"/>
                <a:ea typeface="Courier New"/>
                <a:cs typeface="Courier New"/>
                <a:sym typeface="Courier New"/>
              </a:rPr>
              <a:t>static</a:t>
            </a:r>
            <a:r>
              <a:rPr lang="en-US" sz="1500">
                <a:solidFill>
                  <a:schemeClr val="dk1"/>
                </a:solidFill>
                <a:highlight>
                  <a:srgbClr val="FFFFFF"/>
                </a:highlight>
                <a:latin typeface="Courier New"/>
                <a:ea typeface="Courier New"/>
                <a:cs typeface="Courier New"/>
                <a:sym typeface="Courier New"/>
              </a:rPr>
              <a:t> </a:t>
            </a:r>
            <a:r>
              <a:rPr b="1" lang="en-US" sz="1500">
                <a:solidFill>
                  <a:srgbClr val="7F0055"/>
                </a:solidFill>
                <a:highlight>
                  <a:srgbClr val="FFFFFF"/>
                </a:highlight>
                <a:latin typeface="Courier New"/>
                <a:ea typeface="Courier New"/>
                <a:cs typeface="Courier New"/>
                <a:sym typeface="Courier New"/>
              </a:rPr>
              <a:t>final</a:t>
            </a:r>
            <a:r>
              <a:rPr lang="en-US" sz="1500">
                <a:solidFill>
                  <a:schemeClr val="dk1"/>
                </a:solidFill>
                <a:highlight>
                  <a:srgbClr val="FFFFFF"/>
                </a:highlight>
                <a:latin typeface="Courier New"/>
                <a:ea typeface="Courier New"/>
                <a:cs typeface="Courier New"/>
                <a:sym typeface="Courier New"/>
              </a:rPr>
              <a:t> ObjectMapper </a:t>
            </a:r>
            <a:r>
              <a:rPr b="1" i="1" lang="en-US" sz="1500">
                <a:solidFill>
                  <a:srgbClr val="0000C0"/>
                </a:solidFill>
                <a:highlight>
                  <a:srgbClr val="FFFFFF"/>
                </a:highlight>
                <a:latin typeface="Courier New"/>
                <a:ea typeface="Courier New"/>
                <a:cs typeface="Courier New"/>
                <a:sym typeface="Courier New"/>
              </a:rPr>
              <a:t>mapper</a:t>
            </a:r>
            <a:r>
              <a:rPr lang="en-US" sz="1500">
                <a:solidFill>
                  <a:schemeClr val="dk1"/>
                </a:solidFill>
                <a:highlight>
                  <a:srgbClr val="FFFFFF"/>
                </a:highlight>
                <a:latin typeface="Courier New"/>
                <a:ea typeface="Courier New"/>
                <a:cs typeface="Courier New"/>
                <a:sym typeface="Courier New"/>
              </a:rPr>
              <a:t> = </a:t>
            </a:r>
            <a:r>
              <a:rPr b="1" lang="en-US" sz="1500">
                <a:solidFill>
                  <a:srgbClr val="7F0055"/>
                </a:solidFill>
                <a:highlight>
                  <a:srgbClr val="FFFFFF"/>
                </a:highlight>
                <a:latin typeface="Courier New"/>
                <a:ea typeface="Courier New"/>
                <a:cs typeface="Courier New"/>
                <a:sym typeface="Courier New"/>
              </a:rPr>
              <a:t>new</a:t>
            </a:r>
            <a:r>
              <a:rPr lang="en-US" sz="1500">
                <a:solidFill>
                  <a:schemeClr val="dk1"/>
                </a:solidFill>
                <a:highlight>
                  <a:srgbClr val="FFFFFF"/>
                </a:highlight>
                <a:latin typeface="Courier New"/>
                <a:ea typeface="Courier New"/>
                <a:cs typeface="Courier New"/>
                <a:sym typeface="Courier New"/>
              </a:rPr>
              <a:t> ObjectMapper();</a:t>
            </a:r>
            <a:endParaRPr sz="15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t/>
            </a:r>
            <a:endParaRPr sz="15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lang="en-US" sz="1500">
                <a:solidFill>
                  <a:schemeClr val="dk1"/>
                </a:solidFill>
                <a:highlight>
                  <a:srgbClr val="FFFFFF"/>
                </a:highlight>
                <a:latin typeface="Courier New"/>
                <a:ea typeface="Courier New"/>
                <a:cs typeface="Courier New"/>
                <a:sym typeface="Courier New"/>
              </a:rPr>
              <a:t>   </a:t>
            </a:r>
            <a:r>
              <a:rPr b="1" lang="en-US" sz="1500">
                <a:solidFill>
                  <a:srgbClr val="7F0055"/>
                </a:solidFill>
                <a:highlight>
                  <a:srgbClr val="FFFFFF"/>
                </a:highlight>
                <a:latin typeface="Courier New"/>
                <a:ea typeface="Courier New"/>
                <a:cs typeface="Courier New"/>
                <a:sym typeface="Courier New"/>
              </a:rPr>
              <a:t>public</a:t>
            </a:r>
            <a:r>
              <a:rPr lang="en-US" sz="1500">
                <a:solidFill>
                  <a:schemeClr val="dk1"/>
                </a:solidFill>
                <a:highlight>
                  <a:srgbClr val="FFFFFF"/>
                </a:highlight>
                <a:latin typeface="Courier New"/>
                <a:ea typeface="Courier New"/>
                <a:cs typeface="Courier New"/>
                <a:sym typeface="Courier New"/>
              </a:rPr>
              <a:t> </a:t>
            </a:r>
            <a:r>
              <a:rPr b="1" lang="en-US" sz="1500">
                <a:solidFill>
                  <a:srgbClr val="7F0055"/>
                </a:solidFill>
                <a:highlight>
                  <a:srgbClr val="FFFFFF"/>
                </a:highlight>
                <a:latin typeface="Courier New"/>
                <a:ea typeface="Courier New"/>
                <a:cs typeface="Courier New"/>
                <a:sym typeface="Courier New"/>
              </a:rPr>
              <a:t>static</a:t>
            </a:r>
            <a:r>
              <a:rPr lang="en-US" sz="1500">
                <a:solidFill>
                  <a:schemeClr val="dk1"/>
                </a:solidFill>
                <a:highlight>
                  <a:srgbClr val="FFFFFF"/>
                </a:highlight>
                <a:latin typeface="Courier New"/>
                <a:ea typeface="Courier New"/>
                <a:cs typeface="Courier New"/>
                <a:sym typeface="Courier New"/>
              </a:rPr>
              <a:t> </a:t>
            </a:r>
            <a:r>
              <a:rPr b="1" lang="en-US" sz="1500">
                <a:solidFill>
                  <a:srgbClr val="7F0055"/>
                </a:solidFill>
                <a:highlight>
                  <a:srgbClr val="FFFFFF"/>
                </a:highlight>
                <a:latin typeface="Courier New"/>
                <a:ea typeface="Courier New"/>
                <a:cs typeface="Courier New"/>
                <a:sym typeface="Courier New"/>
              </a:rPr>
              <a:t>void</a:t>
            </a:r>
            <a:r>
              <a:rPr lang="en-US" sz="1500">
                <a:solidFill>
                  <a:schemeClr val="dk1"/>
                </a:solidFill>
                <a:highlight>
                  <a:srgbClr val="FFFFFF"/>
                </a:highlight>
                <a:latin typeface="Courier New"/>
                <a:ea typeface="Courier New"/>
                <a:cs typeface="Courier New"/>
                <a:sym typeface="Courier New"/>
              </a:rPr>
              <a:t> main(String[] </a:t>
            </a:r>
            <a:r>
              <a:rPr lang="en-US" sz="1500">
                <a:solidFill>
                  <a:srgbClr val="6A3E3E"/>
                </a:solidFill>
                <a:highlight>
                  <a:srgbClr val="FFFFFF"/>
                </a:highlight>
                <a:latin typeface="Courier New"/>
                <a:ea typeface="Courier New"/>
                <a:cs typeface="Courier New"/>
                <a:sym typeface="Courier New"/>
              </a:rPr>
              <a:t>args</a:t>
            </a:r>
            <a:r>
              <a:rPr lang="en-US" sz="1500">
                <a:solidFill>
                  <a:schemeClr val="dk1"/>
                </a:solidFill>
                <a:highlight>
                  <a:srgbClr val="FFFFFF"/>
                </a:highlight>
                <a:latin typeface="Courier New"/>
                <a:ea typeface="Courier New"/>
                <a:cs typeface="Courier New"/>
                <a:sym typeface="Courier New"/>
              </a:rPr>
              <a:t>) {</a:t>
            </a:r>
            <a:endParaRPr sz="15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lang="en-US" sz="1500">
                <a:solidFill>
                  <a:schemeClr val="dk1"/>
                </a:solidFill>
                <a:highlight>
                  <a:srgbClr val="FFFFFF"/>
                </a:highlight>
                <a:latin typeface="Courier New"/>
                <a:ea typeface="Courier New"/>
                <a:cs typeface="Courier New"/>
                <a:sym typeface="Courier New"/>
              </a:rPr>
              <a:t>   	</a:t>
            </a:r>
            <a:endParaRPr sz="15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lang="en-US" sz="1500">
                <a:solidFill>
                  <a:schemeClr val="dk1"/>
                </a:solidFill>
                <a:highlight>
                  <a:srgbClr val="FFFFFF"/>
                </a:highlight>
                <a:latin typeface="Courier New"/>
                <a:ea typeface="Courier New"/>
                <a:cs typeface="Courier New"/>
                <a:sym typeface="Courier New"/>
              </a:rPr>
              <a:t>   	 </a:t>
            </a:r>
            <a:r>
              <a:rPr lang="en-US" sz="1500">
                <a:solidFill>
                  <a:srgbClr val="3F7F5F"/>
                </a:solidFill>
                <a:highlight>
                  <a:srgbClr val="FFFFFF"/>
                </a:highlight>
                <a:latin typeface="Courier New"/>
                <a:ea typeface="Courier New"/>
                <a:cs typeface="Courier New"/>
                <a:sym typeface="Courier New"/>
              </a:rPr>
              <a:t>// Start server on port 4567 (default)</a:t>
            </a:r>
            <a:endParaRPr sz="15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lang="en-US" sz="1500">
                <a:solidFill>
                  <a:schemeClr val="dk1"/>
                </a:solidFill>
                <a:highlight>
                  <a:srgbClr val="FFFFFF"/>
                </a:highlight>
                <a:latin typeface="Courier New"/>
                <a:ea typeface="Courier New"/>
                <a:cs typeface="Courier New"/>
                <a:sym typeface="Courier New"/>
              </a:rPr>
              <a:t>       </a:t>
            </a:r>
            <a:r>
              <a:rPr i="1" lang="en-US" sz="1500">
                <a:solidFill>
                  <a:schemeClr val="dk1"/>
                </a:solidFill>
                <a:highlight>
                  <a:srgbClr val="FFFFFF"/>
                </a:highlight>
                <a:latin typeface="Courier New"/>
                <a:ea typeface="Courier New"/>
                <a:cs typeface="Courier New"/>
                <a:sym typeface="Courier New"/>
              </a:rPr>
              <a:t>port</a:t>
            </a:r>
            <a:r>
              <a:rPr lang="en-US" sz="1500">
                <a:solidFill>
                  <a:schemeClr val="dk1"/>
                </a:solidFill>
                <a:highlight>
                  <a:srgbClr val="FFFFFF"/>
                </a:highlight>
                <a:latin typeface="Courier New"/>
                <a:ea typeface="Courier New"/>
                <a:cs typeface="Courier New"/>
                <a:sym typeface="Courier New"/>
              </a:rPr>
              <a:t>(4567);</a:t>
            </a:r>
            <a:endParaRPr sz="1500">
              <a:solidFill>
                <a:schemeClr val="dk1"/>
              </a:solidFill>
              <a:highlight>
                <a:srgbClr val="FFFFFF"/>
              </a:highlight>
              <a:latin typeface="Courier New"/>
              <a:ea typeface="Courier New"/>
              <a:cs typeface="Courier New"/>
              <a:sym typeface="Courier New"/>
            </a:endParaRPr>
          </a:p>
          <a:p>
            <a:pPr indent="0" lvl="0" marL="0" marR="0" rtl="0" algn="l">
              <a:lnSpc>
                <a:spcPct val="115000"/>
              </a:lnSpc>
              <a:spcBef>
                <a:spcPts val="0"/>
              </a:spcBef>
              <a:spcAft>
                <a:spcPts val="0"/>
              </a:spcAft>
              <a:buNone/>
            </a:pPr>
            <a:r>
              <a:t/>
            </a:r>
            <a:endParaRPr b="1" sz="1900">
              <a:solidFill>
                <a:schemeClr val="dk1"/>
              </a:solidFill>
              <a:latin typeface="Lexend"/>
              <a:ea typeface="Lexend"/>
              <a:cs typeface="Lexend"/>
              <a:sym typeface="Lexen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g3869d7c24ac_0_54"/>
          <p:cNvSpPr txBox="1"/>
          <p:nvPr>
            <p:ph type="title"/>
          </p:nvPr>
        </p:nvSpPr>
        <p:spPr>
          <a:xfrm>
            <a:off x="439648" y="189700"/>
            <a:ext cx="5510400" cy="6603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1100"/>
              <a:buFont typeface="Arial"/>
              <a:buNone/>
            </a:pPr>
            <a:r>
              <a:rPr lang="en-US" sz="1200">
                <a:latin typeface="IBM Plex Sans"/>
                <a:ea typeface="IBM Plex Sans"/>
                <a:cs typeface="IBM Plex Sans"/>
                <a:sym typeface="IBM Plex Sans"/>
              </a:rPr>
              <a:t>Introduction to APIs</a:t>
            </a:r>
            <a:endParaRPr sz="1200">
              <a:latin typeface="IBM Plex Sans"/>
              <a:ea typeface="IBM Plex Sans"/>
              <a:cs typeface="IBM Plex Sans"/>
              <a:sym typeface="IBM Plex Sans"/>
            </a:endParaRPr>
          </a:p>
        </p:txBody>
      </p:sp>
      <p:cxnSp>
        <p:nvCxnSpPr>
          <p:cNvPr id="298" name="Google Shape;298;g3869d7c24ac_0_54"/>
          <p:cNvCxnSpPr/>
          <p:nvPr/>
        </p:nvCxnSpPr>
        <p:spPr>
          <a:xfrm>
            <a:off x="97082" y="746462"/>
            <a:ext cx="10200300" cy="0"/>
          </a:xfrm>
          <a:prstGeom prst="straightConnector1">
            <a:avLst/>
          </a:prstGeom>
          <a:noFill/>
          <a:ln cap="flat" cmpd="sng" w="9525">
            <a:solidFill>
              <a:schemeClr val="accent1"/>
            </a:solidFill>
            <a:prstDash val="solid"/>
            <a:miter lim="800000"/>
            <a:headEnd len="sm" w="sm" type="none"/>
            <a:tailEnd len="sm" w="sm" type="none"/>
          </a:ln>
        </p:spPr>
      </p:cxnSp>
      <p:sp>
        <p:nvSpPr>
          <p:cNvPr id="299" name="Google Shape;299;g3869d7c24ac_0_54"/>
          <p:cNvSpPr txBox="1"/>
          <p:nvPr>
            <p:ph idx="4294967295" type="ctrTitle"/>
          </p:nvPr>
        </p:nvSpPr>
        <p:spPr>
          <a:xfrm>
            <a:off x="517400" y="983676"/>
            <a:ext cx="10150500" cy="601200"/>
          </a:xfrm>
          <a:prstGeom prst="rect">
            <a:avLst/>
          </a:prstGeom>
          <a:noFill/>
          <a:ln>
            <a:noFill/>
          </a:ln>
        </p:spPr>
        <p:txBody>
          <a:bodyPr anchorCtr="0" anchor="t" bIns="45700" lIns="91425" spcFirstLastPara="1" rIns="91425" wrap="square" tIns="45700">
            <a:normAutofit fontScale="90000"/>
          </a:bodyPr>
          <a:lstStyle/>
          <a:p>
            <a:pPr indent="0" lvl="0" marL="0" marR="0" rtl="0" algn="l">
              <a:lnSpc>
                <a:spcPct val="90000"/>
              </a:lnSpc>
              <a:spcBef>
                <a:spcPts val="0"/>
              </a:spcBef>
              <a:spcAft>
                <a:spcPts val="0"/>
              </a:spcAft>
              <a:buClr>
                <a:srgbClr val="9B1D23"/>
              </a:buClr>
              <a:buSzPct val="124209"/>
              <a:buFont typeface="Arial Black"/>
              <a:buNone/>
            </a:pPr>
            <a:r>
              <a:rPr lang="en-US"/>
              <a:t>Creating a Basic Application (5)</a:t>
            </a:r>
            <a:endParaRPr/>
          </a:p>
        </p:txBody>
      </p:sp>
      <p:sp>
        <p:nvSpPr>
          <p:cNvPr id="300" name="Google Shape;300;g3869d7c24ac_0_54"/>
          <p:cNvSpPr txBox="1"/>
          <p:nvPr/>
        </p:nvSpPr>
        <p:spPr>
          <a:xfrm>
            <a:off x="517400" y="1764525"/>
            <a:ext cx="10150500" cy="5238900"/>
          </a:xfrm>
          <a:prstGeom prst="rect">
            <a:avLst/>
          </a:prstGeom>
          <a:noFill/>
          <a:ln>
            <a:noFill/>
          </a:ln>
        </p:spPr>
        <p:txBody>
          <a:bodyPr anchorCtr="0" anchor="t" bIns="91425" lIns="91425" spcFirstLastPara="1" rIns="91425" wrap="square" tIns="91425">
            <a:spAutoFit/>
          </a:bodyPr>
          <a:lstStyle/>
          <a:p>
            <a:pPr indent="-349250" lvl="0" marL="457200" marR="0" rtl="0" algn="l">
              <a:lnSpc>
                <a:spcPct val="115000"/>
              </a:lnSpc>
              <a:spcBef>
                <a:spcPts val="0"/>
              </a:spcBef>
              <a:spcAft>
                <a:spcPts val="0"/>
              </a:spcAft>
              <a:buClr>
                <a:schemeClr val="dk1"/>
              </a:buClr>
              <a:buSzPts val="1900"/>
              <a:buFont typeface="Lexend"/>
              <a:buChar char="●"/>
            </a:pPr>
            <a:r>
              <a:rPr lang="en-US" sz="1900">
                <a:solidFill>
                  <a:schemeClr val="dk1"/>
                </a:solidFill>
                <a:latin typeface="Lexend"/>
                <a:ea typeface="Lexend"/>
                <a:cs typeface="Lexend"/>
                <a:sym typeface="Lexend"/>
              </a:rPr>
              <a:t>Finally, we add </a:t>
            </a:r>
            <a:r>
              <a:rPr b="1" lang="en-US" sz="1900">
                <a:solidFill>
                  <a:schemeClr val="dk1"/>
                </a:solidFill>
                <a:latin typeface="Lexend"/>
                <a:ea typeface="Lexend"/>
                <a:cs typeface="Lexend"/>
                <a:sym typeface="Lexend"/>
              </a:rPr>
              <a:t>routes</a:t>
            </a:r>
            <a:r>
              <a:rPr lang="en-US" sz="1900">
                <a:solidFill>
                  <a:schemeClr val="dk1"/>
                </a:solidFill>
                <a:latin typeface="Lexend"/>
                <a:ea typeface="Lexend"/>
                <a:cs typeface="Lexend"/>
                <a:sym typeface="Lexend"/>
              </a:rPr>
              <a:t> or </a:t>
            </a:r>
            <a:r>
              <a:rPr b="1" lang="en-US" sz="1900">
                <a:solidFill>
                  <a:schemeClr val="dk1"/>
                </a:solidFill>
                <a:latin typeface="Lexend"/>
                <a:ea typeface="Lexend"/>
                <a:cs typeface="Lexend"/>
                <a:sym typeface="Lexend"/>
              </a:rPr>
              <a:t>endpoints</a:t>
            </a:r>
            <a:r>
              <a:rPr lang="en-US" sz="1900">
                <a:solidFill>
                  <a:schemeClr val="dk1"/>
                </a:solidFill>
                <a:latin typeface="Lexend"/>
                <a:ea typeface="Lexend"/>
                <a:cs typeface="Lexend"/>
                <a:sym typeface="Lexend"/>
              </a:rPr>
              <a:t> to our web application. These are paths in our application to which a client application can invoke our API functionalities.</a:t>
            </a:r>
            <a:endParaRPr sz="1900">
              <a:solidFill>
                <a:schemeClr val="dk1"/>
              </a:solidFill>
              <a:latin typeface="Lexend"/>
              <a:ea typeface="Lexend"/>
              <a:cs typeface="Lexend"/>
              <a:sym typeface="Lexend"/>
            </a:endParaRPr>
          </a:p>
          <a:p>
            <a:pPr indent="-349250" lvl="0" marL="457200" marR="0" rtl="0" algn="l">
              <a:lnSpc>
                <a:spcPct val="115000"/>
              </a:lnSpc>
              <a:spcBef>
                <a:spcPts val="0"/>
              </a:spcBef>
              <a:spcAft>
                <a:spcPts val="0"/>
              </a:spcAft>
              <a:buClr>
                <a:schemeClr val="dk1"/>
              </a:buClr>
              <a:buSzPts val="1900"/>
              <a:buFont typeface="Lexend"/>
              <a:buChar char="●"/>
            </a:pPr>
            <a:r>
              <a:rPr lang="en-US" sz="1900">
                <a:solidFill>
                  <a:schemeClr val="dk1"/>
                </a:solidFill>
                <a:latin typeface="Lexend"/>
                <a:ea typeface="Lexend"/>
                <a:cs typeface="Lexend"/>
                <a:sym typeface="Lexend"/>
              </a:rPr>
              <a:t>Let’s create a route that will quickly allow us to know if the application is up and running. Pick a </a:t>
            </a:r>
            <a:r>
              <a:rPr b="1" lang="en-US" sz="1900">
                <a:solidFill>
                  <a:schemeClr val="dk1"/>
                </a:solidFill>
                <a:latin typeface="Lexend"/>
                <a:ea typeface="Lexend"/>
                <a:cs typeface="Lexend"/>
                <a:sym typeface="Lexend"/>
              </a:rPr>
              <a:t>name </a:t>
            </a:r>
            <a:r>
              <a:rPr lang="en-US" sz="1900">
                <a:solidFill>
                  <a:schemeClr val="dk1"/>
                </a:solidFill>
                <a:latin typeface="Lexend"/>
                <a:ea typeface="Lexend"/>
                <a:cs typeface="Lexend"/>
                <a:sym typeface="Lexend"/>
              </a:rPr>
              <a:t>for the path and call the </a:t>
            </a:r>
            <a:r>
              <a:rPr b="1" lang="en-US" sz="1900">
                <a:solidFill>
                  <a:schemeClr val="dk1"/>
                </a:solidFill>
                <a:latin typeface="Lexend"/>
                <a:ea typeface="Lexend"/>
                <a:cs typeface="Lexend"/>
                <a:sym typeface="Lexend"/>
              </a:rPr>
              <a:t>get(String, Route) </a:t>
            </a:r>
            <a:r>
              <a:rPr lang="en-US" sz="1900">
                <a:solidFill>
                  <a:schemeClr val="dk1"/>
                </a:solidFill>
                <a:latin typeface="Lexend"/>
                <a:ea typeface="Lexend"/>
                <a:cs typeface="Lexend"/>
                <a:sym typeface="Lexend"/>
              </a:rPr>
              <a:t>method.</a:t>
            </a:r>
            <a:endParaRPr>
              <a:latin typeface="Lexend"/>
              <a:ea typeface="Lexend"/>
              <a:cs typeface="Lexend"/>
              <a:sym typeface="Lexend"/>
            </a:endParaRPr>
          </a:p>
          <a:p>
            <a:pPr indent="0" lvl="0" marL="0" marR="0" rtl="0" algn="l">
              <a:lnSpc>
                <a:spcPct val="115000"/>
              </a:lnSpc>
              <a:spcBef>
                <a:spcPts val="0"/>
              </a:spcBef>
              <a:spcAft>
                <a:spcPts val="0"/>
              </a:spcAft>
              <a:buNone/>
            </a:pPr>
            <a:r>
              <a:t/>
            </a:r>
            <a:endParaRPr b="1" sz="1900">
              <a:solidFill>
                <a:schemeClr val="dk1"/>
              </a:solidFill>
              <a:latin typeface="Lexend"/>
              <a:ea typeface="Lexend"/>
              <a:cs typeface="Lexend"/>
              <a:sym typeface="Lexend"/>
            </a:endParaRPr>
          </a:p>
          <a:p>
            <a:pPr indent="0" lvl="0" marL="482600" rtl="0" algn="l">
              <a:lnSpc>
                <a:spcPct val="115000"/>
              </a:lnSpc>
              <a:spcBef>
                <a:spcPts val="0"/>
              </a:spcBef>
              <a:spcAft>
                <a:spcPts val="0"/>
              </a:spcAft>
              <a:buClr>
                <a:schemeClr val="dk1"/>
              </a:buClr>
              <a:buSzPts val="1100"/>
              <a:buFont typeface="Arial"/>
              <a:buNone/>
            </a:pPr>
            <a:r>
              <a:rPr lang="en-US" sz="1500">
                <a:solidFill>
                  <a:srgbClr val="3F7F5F"/>
                </a:solidFill>
                <a:highlight>
                  <a:srgbClr val="FFFFFF"/>
                </a:highlight>
                <a:latin typeface="Courier New"/>
                <a:ea typeface="Courier New"/>
                <a:cs typeface="Courier New"/>
                <a:sym typeface="Courier New"/>
              </a:rPr>
              <a:t>   // We create a route for checking if the server is active.</a:t>
            </a:r>
            <a:endParaRPr sz="15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lang="en-US" sz="1500">
                <a:solidFill>
                  <a:schemeClr val="dk1"/>
                </a:solidFill>
                <a:highlight>
                  <a:srgbClr val="FFFFFF"/>
                </a:highlight>
                <a:latin typeface="Courier New"/>
                <a:ea typeface="Courier New"/>
                <a:cs typeface="Courier New"/>
                <a:sym typeface="Courier New"/>
              </a:rPr>
              <a:t>       </a:t>
            </a:r>
            <a:r>
              <a:rPr i="1" lang="en-US" sz="1500">
                <a:solidFill>
                  <a:schemeClr val="dk1"/>
                </a:solidFill>
                <a:highlight>
                  <a:srgbClr val="FFFFFF"/>
                </a:highlight>
                <a:latin typeface="Courier New"/>
                <a:ea typeface="Courier New"/>
                <a:cs typeface="Courier New"/>
                <a:sym typeface="Courier New"/>
              </a:rPr>
              <a:t>get</a:t>
            </a:r>
            <a:r>
              <a:rPr lang="en-US" sz="1500">
                <a:solidFill>
                  <a:schemeClr val="dk1"/>
                </a:solidFill>
                <a:highlight>
                  <a:srgbClr val="FFFFFF"/>
                </a:highlight>
                <a:latin typeface="Courier New"/>
                <a:ea typeface="Courier New"/>
                <a:cs typeface="Courier New"/>
                <a:sym typeface="Courier New"/>
              </a:rPr>
              <a:t>(</a:t>
            </a:r>
            <a:r>
              <a:rPr lang="en-US" sz="1500">
                <a:solidFill>
                  <a:srgbClr val="2A00FF"/>
                </a:solidFill>
                <a:highlight>
                  <a:srgbClr val="FFFFFF"/>
                </a:highlight>
                <a:latin typeface="Courier New"/>
                <a:ea typeface="Courier New"/>
                <a:cs typeface="Courier New"/>
                <a:sym typeface="Courier New"/>
              </a:rPr>
              <a:t>"/check-connection"</a:t>
            </a:r>
            <a:r>
              <a:rPr lang="en-US" sz="1500">
                <a:solidFill>
                  <a:schemeClr val="dk1"/>
                </a:solidFill>
                <a:highlight>
                  <a:srgbClr val="FFFFFF"/>
                </a:highlight>
                <a:latin typeface="Courier New"/>
                <a:ea typeface="Courier New"/>
                <a:cs typeface="Courier New"/>
                <a:sym typeface="Courier New"/>
              </a:rPr>
              <a:t>, (</a:t>
            </a:r>
            <a:r>
              <a:rPr lang="en-US" sz="1500">
                <a:solidFill>
                  <a:srgbClr val="6A3E3E"/>
                </a:solidFill>
                <a:highlight>
                  <a:srgbClr val="FFFFFF"/>
                </a:highlight>
                <a:latin typeface="Courier New"/>
                <a:ea typeface="Courier New"/>
                <a:cs typeface="Courier New"/>
                <a:sym typeface="Courier New"/>
              </a:rPr>
              <a:t>req</a:t>
            </a:r>
            <a:r>
              <a:rPr lang="en-US" sz="1500">
                <a:solidFill>
                  <a:schemeClr val="dk1"/>
                </a:solidFill>
                <a:highlight>
                  <a:srgbClr val="FFFFFF"/>
                </a:highlight>
                <a:latin typeface="Courier New"/>
                <a:ea typeface="Courier New"/>
                <a:cs typeface="Courier New"/>
                <a:sym typeface="Courier New"/>
              </a:rPr>
              <a:t>, </a:t>
            </a:r>
            <a:r>
              <a:rPr lang="en-US" sz="1500">
                <a:solidFill>
                  <a:srgbClr val="6A3E3E"/>
                </a:solidFill>
                <a:highlight>
                  <a:srgbClr val="FFFFFF"/>
                </a:highlight>
                <a:latin typeface="Courier New"/>
                <a:ea typeface="Courier New"/>
                <a:cs typeface="Courier New"/>
                <a:sym typeface="Courier New"/>
              </a:rPr>
              <a:t>res</a:t>
            </a:r>
            <a:r>
              <a:rPr lang="en-US" sz="1500">
                <a:solidFill>
                  <a:schemeClr val="dk1"/>
                </a:solidFill>
                <a:highlight>
                  <a:srgbClr val="FFFFFF"/>
                </a:highlight>
                <a:latin typeface="Courier New"/>
                <a:ea typeface="Courier New"/>
                <a:cs typeface="Courier New"/>
                <a:sym typeface="Courier New"/>
              </a:rPr>
              <a:t>) -&gt; {</a:t>
            </a:r>
            <a:endParaRPr sz="15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lang="en-US" sz="1500">
                <a:solidFill>
                  <a:schemeClr val="dk1"/>
                </a:solidFill>
                <a:highlight>
                  <a:srgbClr val="FFFFFF"/>
                </a:highlight>
                <a:latin typeface="Courier New"/>
                <a:ea typeface="Courier New"/>
                <a:cs typeface="Courier New"/>
                <a:sym typeface="Courier New"/>
              </a:rPr>
              <a:t>           </a:t>
            </a:r>
            <a:r>
              <a:rPr lang="en-US" sz="1500">
                <a:solidFill>
                  <a:srgbClr val="6A3E3E"/>
                </a:solidFill>
                <a:highlight>
                  <a:srgbClr val="FFFFFF"/>
                </a:highlight>
                <a:latin typeface="Courier New"/>
                <a:ea typeface="Courier New"/>
                <a:cs typeface="Courier New"/>
                <a:sym typeface="Courier New"/>
              </a:rPr>
              <a:t>res</a:t>
            </a:r>
            <a:r>
              <a:rPr lang="en-US" sz="1500">
                <a:solidFill>
                  <a:schemeClr val="dk1"/>
                </a:solidFill>
                <a:highlight>
                  <a:srgbClr val="FFFFFF"/>
                </a:highlight>
                <a:latin typeface="Courier New"/>
                <a:ea typeface="Courier New"/>
                <a:cs typeface="Courier New"/>
                <a:sym typeface="Courier New"/>
              </a:rPr>
              <a:t>.type(</a:t>
            </a:r>
            <a:r>
              <a:rPr lang="en-US" sz="1500">
                <a:solidFill>
                  <a:srgbClr val="2A00FF"/>
                </a:solidFill>
                <a:highlight>
                  <a:srgbClr val="FFFFFF"/>
                </a:highlight>
                <a:latin typeface="Courier New"/>
                <a:ea typeface="Courier New"/>
                <a:cs typeface="Courier New"/>
                <a:sym typeface="Courier New"/>
              </a:rPr>
              <a:t>"application/json"</a:t>
            </a:r>
            <a:r>
              <a:rPr lang="en-US" sz="1500">
                <a:solidFill>
                  <a:schemeClr val="dk1"/>
                </a:solidFill>
                <a:highlight>
                  <a:srgbClr val="FFFFFF"/>
                </a:highlight>
                <a:latin typeface="Courier New"/>
                <a:ea typeface="Courier New"/>
                <a:cs typeface="Courier New"/>
                <a:sym typeface="Courier New"/>
              </a:rPr>
              <a:t>);</a:t>
            </a:r>
            <a:r>
              <a:rPr lang="en-US" sz="1500">
                <a:solidFill>
                  <a:srgbClr val="3F7F5F"/>
                </a:solidFill>
                <a:highlight>
                  <a:srgbClr val="FFFFFF"/>
                </a:highlight>
                <a:latin typeface="Courier New"/>
                <a:ea typeface="Courier New"/>
                <a:cs typeface="Courier New"/>
                <a:sym typeface="Courier New"/>
              </a:rPr>
              <a:t>// define the MIME type of the response</a:t>
            </a:r>
            <a:endParaRPr sz="15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lang="en-US" sz="1500">
                <a:solidFill>
                  <a:schemeClr val="dk1"/>
                </a:solidFill>
                <a:highlight>
                  <a:srgbClr val="FFFFFF"/>
                </a:highlight>
                <a:latin typeface="Courier New"/>
                <a:ea typeface="Courier New"/>
                <a:cs typeface="Courier New"/>
                <a:sym typeface="Courier New"/>
              </a:rPr>
              <a:t>           								</a:t>
            </a:r>
            <a:r>
              <a:rPr lang="en-US" sz="1500">
                <a:solidFill>
                  <a:srgbClr val="3F7F5F"/>
                </a:solidFill>
                <a:highlight>
                  <a:srgbClr val="FFFFFF"/>
                </a:highlight>
                <a:latin typeface="Courier New"/>
                <a:ea typeface="Courier New"/>
                <a:cs typeface="Courier New"/>
                <a:sym typeface="Courier New"/>
              </a:rPr>
              <a:t>// we're telling the client that the response</a:t>
            </a:r>
            <a:endParaRPr sz="15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lang="en-US" sz="1500">
                <a:solidFill>
                  <a:schemeClr val="dk1"/>
                </a:solidFill>
                <a:highlight>
                  <a:srgbClr val="FFFFFF"/>
                </a:highlight>
                <a:latin typeface="Courier New"/>
                <a:ea typeface="Courier New"/>
                <a:cs typeface="Courier New"/>
                <a:sym typeface="Courier New"/>
              </a:rPr>
              <a:t>           								</a:t>
            </a:r>
            <a:r>
              <a:rPr lang="en-US" sz="1500">
                <a:solidFill>
                  <a:srgbClr val="3F7F5F"/>
                </a:solidFill>
                <a:highlight>
                  <a:srgbClr val="FFFFFF"/>
                </a:highlight>
                <a:latin typeface="Courier New"/>
                <a:ea typeface="Courier New"/>
                <a:cs typeface="Courier New"/>
                <a:sym typeface="Courier New"/>
              </a:rPr>
              <a:t>// is of JSON format</a:t>
            </a:r>
            <a:endParaRPr sz="15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lang="en-US" sz="1500">
                <a:solidFill>
                  <a:schemeClr val="dk1"/>
                </a:solidFill>
                <a:highlight>
                  <a:srgbClr val="FFFFFF"/>
                </a:highlight>
                <a:latin typeface="Courier New"/>
                <a:ea typeface="Courier New"/>
                <a:cs typeface="Courier New"/>
                <a:sym typeface="Courier New"/>
              </a:rPr>
              <a:t>           </a:t>
            </a:r>
            <a:r>
              <a:rPr lang="en-US" sz="1500">
                <a:solidFill>
                  <a:srgbClr val="3F7F5F"/>
                </a:solidFill>
                <a:highlight>
                  <a:srgbClr val="FFFFFF"/>
                </a:highlight>
                <a:latin typeface="Courier New"/>
                <a:ea typeface="Courier New"/>
                <a:cs typeface="Courier New"/>
                <a:sym typeface="Courier New"/>
              </a:rPr>
              <a:t>// return a map (A map is basically a JSON formatted object)</a:t>
            </a:r>
            <a:endParaRPr sz="15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lang="en-US" sz="1500">
                <a:solidFill>
                  <a:schemeClr val="dk1"/>
                </a:solidFill>
                <a:highlight>
                  <a:srgbClr val="FFFFFF"/>
                </a:highlight>
                <a:latin typeface="Courier New"/>
                <a:ea typeface="Courier New"/>
                <a:cs typeface="Courier New"/>
                <a:sym typeface="Courier New"/>
              </a:rPr>
              <a:t>           Map&lt;String, String&gt; </a:t>
            </a:r>
            <a:r>
              <a:rPr lang="en-US" sz="1500">
                <a:solidFill>
                  <a:srgbClr val="6A3E3E"/>
                </a:solidFill>
                <a:highlight>
                  <a:srgbClr val="FFFFFF"/>
                </a:highlight>
                <a:latin typeface="Courier New"/>
                <a:ea typeface="Courier New"/>
                <a:cs typeface="Courier New"/>
                <a:sym typeface="Courier New"/>
              </a:rPr>
              <a:t>response</a:t>
            </a:r>
            <a:r>
              <a:rPr lang="en-US" sz="1500">
                <a:solidFill>
                  <a:schemeClr val="dk1"/>
                </a:solidFill>
                <a:highlight>
                  <a:srgbClr val="FFFFFF"/>
                </a:highlight>
                <a:latin typeface="Courier New"/>
                <a:ea typeface="Courier New"/>
                <a:cs typeface="Courier New"/>
                <a:sym typeface="Courier New"/>
              </a:rPr>
              <a:t> = </a:t>
            </a:r>
            <a:r>
              <a:rPr b="1" lang="en-US" sz="1500">
                <a:solidFill>
                  <a:srgbClr val="7F0055"/>
                </a:solidFill>
                <a:highlight>
                  <a:srgbClr val="FFFFFF"/>
                </a:highlight>
                <a:latin typeface="Courier New"/>
                <a:ea typeface="Courier New"/>
                <a:cs typeface="Courier New"/>
                <a:sym typeface="Courier New"/>
              </a:rPr>
              <a:t>new</a:t>
            </a:r>
            <a:r>
              <a:rPr lang="en-US" sz="1500">
                <a:solidFill>
                  <a:schemeClr val="dk1"/>
                </a:solidFill>
                <a:highlight>
                  <a:srgbClr val="FFFFFF"/>
                </a:highlight>
                <a:latin typeface="Courier New"/>
                <a:ea typeface="Courier New"/>
                <a:cs typeface="Courier New"/>
                <a:sym typeface="Courier New"/>
              </a:rPr>
              <a:t> HashMap&lt;&gt;();</a:t>
            </a:r>
            <a:endParaRPr sz="15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lang="en-US" sz="1500">
                <a:solidFill>
                  <a:schemeClr val="dk1"/>
                </a:solidFill>
                <a:highlight>
                  <a:srgbClr val="FFFFFF"/>
                </a:highlight>
                <a:latin typeface="Courier New"/>
                <a:ea typeface="Courier New"/>
                <a:cs typeface="Courier New"/>
                <a:sym typeface="Courier New"/>
              </a:rPr>
              <a:t>           </a:t>
            </a:r>
            <a:r>
              <a:rPr lang="en-US" sz="1500">
                <a:solidFill>
                  <a:srgbClr val="6A3E3E"/>
                </a:solidFill>
                <a:highlight>
                  <a:srgbClr val="FFFFFF"/>
                </a:highlight>
                <a:latin typeface="Courier New"/>
                <a:ea typeface="Courier New"/>
                <a:cs typeface="Courier New"/>
                <a:sym typeface="Courier New"/>
              </a:rPr>
              <a:t>response</a:t>
            </a:r>
            <a:r>
              <a:rPr lang="en-US" sz="1500">
                <a:solidFill>
                  <a:schemeClr val="dk1"/>
                </a:solidFill>
                <a:highlight>
                  <a:srgbClr val="FFFFFF"/>
                </a:highlight>
                <a:latin typeface="Courier New"/>
                <a:ea typeface="Courier New"/>
                <a:cs typeface="Courier New"/>
                <a:sym typeface="Courier New"/>
              </a:rPr>
              <a:t>.put(</a:t>
            </a:r>
            <a:r>
              <a:rPr lang="en-US" sz="1500">
                <a:solidFill>
                  <a:srgbClr val="2A00FF"/>
                </a:solidFill>
                <a:highlight>
                  <a:srgbClr val="FFFFFF"/>
                </a:highlight>
                <a:latin typeface="Courier New"/>
                <a:ea typeface="Courier New"/>
                <a:cs typeface="Courier New"/>
                <a:sym typeface="Courier New"/>
              </a:rPr>
              <a:t>"status"</a:t>
            </a:r>
            <a:r>
              <a:rPr lang="en-US" sz="1500">
                <a:solidFill>
                  <a:schemeClr val="dk1"/>
                </a:solidFill>
                <a:highlight>
                  <a:srgbClr val="FFFFFF"/>
                </a:highlight>
                <a:latin typeface="Courier New"/>
                <a:ea typeface="Courier New"/>
                <a:cs typeface="Courier New"/>
                <a:sym typeface="Courier New"/>
              </a:rPr>
              <a:t>, </a:t>
            </a:r>
            <a:r>
              <a:rPr lang="en-US" sz="1500">
                <a:solidFill>
                  <a:srgbClr val="2A00FF"/>
                </a:solidFill>
                <a:highlight>
                  <a:srgbClr val="FFFFFF"/>
                </a:highlight>
                <a:latin typeface="Courier New"/>
                <a:ea typeface="Courier New"/>
                <a:cs typeface="Courier New"/>
                <a:sym typeface="Courier New"/>
              </a:rPr>
              <a:t>"Server is running"</a:t>
            </a:r>
            <a:r>
              <a:rPr lang="en-US" sz="1500">
                <a:solidFill>
                  <a:schemeClr val="dk1"/>
                </a:solidFill>
                <a:highlight>
                  <a:srgbClr val="FFFFFF"/>
                </a:highlight>
                <a:latin typeface="Courier New"/>
                <a:ea typeface="Courier New"/>
                <a:cs typeface="Courier New"/>
                <a:sym typeface="Courier New"/>
              </a:rPr>
              <a:t>);</a:t>
            </a:r>
            <a:endParaRPr sz="15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lang="en-US" sz="1500">
                <a:solidFill>
                  <a:schemeClr val="dk1"/>
                </a:solidFill>
                <a:highlight>
                  <a:srgbClr val="FFFFFF"/>
                </a:highlight>
                <a:latin typeface="Courier New"/>
                <a:ea typeface="Courier New"/>
                <a:cs typeface="Courier New"/>
                <a:sym typeface="Courier New"/>
              </a:rPr>
              <a:t>           </a:t>
            </a:r>
            <a:r>
              <a:rPr b="1" lang="en-US" sz="1500">
                <a:solidFill>
                  <a:srgbClr val="7F0055"/>
                </a:solidFill>
                <a:highlight>
                  <a:srgbClr val="FFFFFF"/>
                </a:highlight>
                <a:latin typeface="Courier New"/>
                <a:ea typeface="Courier New"/>
                <a:cs typeface="Courier New"/>
                <a:sym typeface="Courier New"/>
              </a:rPr>
              <a:t>return</a:t>
            </a:r>
            <a:r>
              <a:rPr lang="en-US" sz="1500">
                <a:solidFill>
                  <a:schemeClr val="dk1"/>
                </a:solidFill>
                <a:highlight>
                  <a:srgbClr val="FFFFFF"/>
                </a:highlight>
                <a:latin typeface="Courier New"/>
                <a:ea typeface="Courier New"/>
                <a:cs typeface="Courier New"/>
                <a:sym typeface="Courier New"/>
              </a:rPr>
              <a:t> JsonUtil.</a:t>
            </a:r>
            <a:r>
              <a:rPr i="1" lang="en-US" sz="1500">
                <a:solidFill>
                  <a:schemeClr val="dk1"/>
                </a:solidFill>
                <a:highlight>
                  <a:srgbClr val="FFFFFF"/>
                </a:highlight>
                <a:latin typeface="Courier New"/>
                <a:ea typeface="Courier New"/>
                <a:cs typeface="Courier New"/>
                <a:sym typeface="Courier New"/>
              </a:rPr>
              <a:t>toJson</a:t>
            </a:r>
            <a:r>
              <a:rPr lang="en-US" sz="1500">
                <a:solidFill>
                  <a:schemeClr val="dk1"/>
                </a:solidFill>
                <a:highlight>
                  <a:srgbClr val="FFFFFF"/>
                </a:highlight>
                <a:latin typeface="Courier New"/>
                <a:ea typeface="Courier New"/>
                <a:cs typeface="Courier New"/>
                <a:sym typeface="Courier New"/>
              </a:rPr>
              <a:t>(</a:t>
            </a:r>
            <a:r>
              <a:rPr lang="en-US" sz="1500">
                <a:solidFill>
                  <a:srgbClr val="6A3E3E"/>
                </a:solidFill>
                <a:highlight>
                  <a:srgbClr val="FFFFFF"/>
                </a:highlight>
                <a:latin typeface="Courier New"/>
                <a:ea typeface="Courier New"/>
                <a:cs typeface="Courier New"/>
                <a:sym typeface="Courier New"/>
              </a:rPr>
              <a:t>response</a:t>
            </a:r>
            <a:r>
              <a:rPr lang="en-US" sz="1500">
                <a:solidFill>
                  <a:schemeClr val="dk1"/>
                </a:solidFill>
                <a:highlight>
                  <a:srgbClr val="FFFFFF"/>
                </a:highlight>
                <a:latin typeface="Courier New"/>
                <a:ea typeface="Courier New"/>
                <a:cs typeface="Courier New"/>
                <a:sym typeface="Courier New"/>
              </a:rPr>
              <a:t>);</a:t>
            </a:r>
            <a:endParaRPr sz="15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lang="en-US" sz="1500">
                <a:solidFill>
                  <a:schemeClr val="dk1"/>
                </a:solidFill>
                <a:highlight>
                  <a:srgbClr val="FFFFFF"/>
                </a:highlight>
                <a:latin typeface="Courier New"/>
                <a:ea typeface="Courier New"/>
                <a:cs typeface="Courier New"/>
                <a:sym typeface="Courier New"/>
              </a:rPr>
              <a:t>       });</a:t>
            </a:r>
            <a:endParaRPr b="1" sz="1900">
              <a:solidFill>
                <a:schemeClr val="dk1"/>
              </a:solidFill>
              <a:latin typeface="Lexend"/>
              <a:ea typeface="Lexend"/>
              <a:cs typeface="Lexend"/>
              <a:sym typeface="Lexend"/>
            </a:endParaRPr>
          </a:p>
          <a:p>
            <a:pPr indent="0" lvl="0" marL="0" marR="0" rtl="0" algn="l">
              <a:lnSpc>
                <a:spcPct val="115000"/>
              </a:lnSpc>
              <a:spcBef>
                <a:spcPts val="0"/>
              </a:spcBef>
              <a:spcAft>
                <a:spcPts val="0"/>
              </a:spcAft>
              <a:buNone/>
            </a:pPr>
            <a:r>
              <a:rPr lang="en-US" sz="1000">
                <a:solidFill>
                  <a:schemeClr val="dk1"/>
                </a:solidFill>
                <a:latin typeface="Lexend"/>
                <a:ea typeface="Lexend"/>
                <a:cs typeface="Lexend"/>
                <a:sym typeface="Lexend"/>
              </a:rPr>
              <a:t> </a:t>
            </a:r>
            <a:r>
              <a:rPr lang="en-US" sz="1200">
                <a:solidFill>
                  <a:schemeClr val="dk1"/>
                </a:solidFill>
                <a:latin typeface="Lexend"/>
                <a:ea typeface="Lexend"/>
                <a:cs typeface="Lexend"/>
                <a:sym typeface="Lexend"/>
              </a:rPr>
              <a:t>Note: the second parameter of get (and other methods) is a class called </a:t>
            </a:r>
            <a:r>
              <a:rPr b="1" lang="en-US" sz="1200">
                <a:solidFill>
                  <a:schemeClr val="dk1"/>
                </a:solidFill>
                <a:latin typeface="Lexend"/>
                <a:ea typeface="Lexend"/>
                <a:cs typeface="Lexend"/>
                <a:sym typeface="Lexend"/>
              </a:rPr>
              <a:t>Route</a:t>
            </a:r>
            <a:r>
              <a:rPr lang="en-US" sz="1200">
                <a:solidFill>
                  <a:schemeClr val="dk1"/>
                </a:solidFill>
                <a:latin typeface="Lexend"/>
                <a:ea typeface="Lexend"/>
                <a:cs typeface="Lexend"/>
                <a:sym typeface="Lexend"/>
              </a:rPr>
              <a:t> which is what we call a </a:t>
            </a:r>
            <a:r>
              <a:rPr b="1" lang="en-US" sz="1200">
                <a:solidFill>
                  <a:schemeClr val="dk1"/>
                </a:solidFill>
                <a:latin typeface="Lexend"/>
                <a:ea typeface="Lexend"/>
                <a:cs typeface="Lexend"/>
                <a:sym typeface="Lexend"/>
              </a:rPr>
              <a:t>Functional Interface. </a:t>
            </a:r>
            <a:r>
              <a:rPr lang="en-US" sz="1200">
                <a:solidFill>
                  <a:schemeClr val="dk1"/>
                </a:solidFill>
                <a:latin typeface="Lexend"/>
                <a:ea typeface="Lexend"/>
                <a:cs typeface="Lexend"/>
                <a:sym typeface="Lexend"/>
              </a:rPr>
              <a:t>It’s essentially a parameter that is also a </a:t>
            </a:r>
            <a:r>
              <a:rPr b="1" lang="en-US" sz="1200">
                <a:solidFill>
                  <a:schemeClr val="dk1"/>
                </a:solidFill>
                <a:latin typeface="Lexend"/>
                <a:ea typeface="Lexend"/>
                <a:cs typeface="Lexend"/>
                <a:sym typeface="Lexend"/>
              </a:rPr>
              <a:t>function</a:t>
            </a:r>
            <a:r>
              <a:rPr lang="en-US" sz="1200">
                <a:solidFill>
                  <a:schemeClr val="dk1"/>
                </a:solidFill>
                <a:latin typeface="Lexend"/>
                <a:ea typeface="Lexend"/>
                <a:cs typeface="Lexend"/>
                <a:sym typeface="Lexend"/>
              </a:rPr>
              <a:t>. We use it to pass </a:t>
            </a:r>
            <a:endParaRPr baseline="30000" sz="1200">
              <a:solidFill>
                <a:schemeClr val="dk1"/>
              </a:solidFill>
              <a:latin typeface="Lexend"/>
              <a:ea typeface="Lexend"/>
              <a:cs typeface="Lexend"/>
              <a:sym typeface="Lexend"/>
            </a:endParaRPr>
          </a:p>
          <a:p>
            <a:pPr indent="0" lvl="0" marL="0" marR="0" rtl="0" algn="l">
              <a:lnSpc>
                <a:spcPct val="115000"/>
              </a:lnSpc>
              <a:spcBef>
                <a:spcPts val="0"/>
              </a:spcBef>
              <a:spcAft>
                <a:spcPts val="0"/>
              </a:spcAft>
              <a:buNone/>
            </a:pPr>
            <a:r>
              <a:t/>
            </a:r>
            <a:endParaRPr b="1" sz="1900">
              <a:solidFill>
                <a:schemeClr val="dk1"/>
              </a:solidFill>
              <a:latin typeface="Lexend"/>
              <a:ea typeface="Lexend"/>
              <a:cs typeface="Lexend"/>
              <a:sym typeface="Lexen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g3869d7c24ac_1_3"/>
          <p:cNvSpPr txBox="1"/>
          <p:nvPr>
            <p:ph type="title"/>
          </p:nvPr>
        </p:nvSpPr>
        <p:spPr>
          <a:xfrm>
            <a:off x="439648" y="189700"/>
            <a:ext cx="5510400" cy="6603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1100"/>
              <a:buFont typeface="Arial"/>
              <a:buNone/>
            </a:pPr>
            <a:r>
              <a:rPr lang="en-US" sz="1200">
                <a:latin typeface="IBM Plex Sans"/>
                <a:ea typeface="IBM Plex Sans"/>
                <a:cs typeface="IBM Plex Sans"/>
                <a:sym typeface="IBM Plex Sans"/>
              </a:rPr>
              <a:t>Introduction to APIs</a:t>
            </a:r>
            <a:endParaRPr sz="1200">
              <a:latin typeface="IBM Plex Sans"/>
              <a:ea typeface="IBM Plex Sans"/>
              <a:cs typeface="IBM Plex Sans"/>
              <a:sym typeface="IBM Plex Sans"/>
            </a:endParaRPr>
          </a:p>
        </p:txBody>
      </p:sp>
      <p:cxnSp>
        <p:nvCxnSpPr>
          <p:cNvPr id="307" name="Google Shape;307;g3869d7c24ac_1_3"/>
          <p:cNvCxnSpPr/>
          <p:nvPr/>
        </p:nvCxnSpPr>
        <p:spPr>
          <a:xfrm>
            <a:off x="97082" y="746462"/>
            <a:ext cx="10200300" cy="0"/>
          </a:xfrm>
          <a:prstGeom prst="straightConnector1">
            <a:avLst/>
          </a:prstGeom>
          <a:noFill/>
          <a:ln cap="flat" cmpd="sng" w="9525">
            <a:solidFill>
              <a:schemeClr val="accent1"/>
            </a:solidFill>
            <a:prstDash val="solid"/>
            <a:miter lim="800000"/>
            <a:headEnd len="sm" w="sm" type="none"/>
            <a:tailEnd len="sm" w="sm" type="none"/>
          </a:ln>
        </p:spPr>
      </p:cxnSp>
      <p:sp>
        <p:nvSpPr>
          <p:cNvPr id="308" name="Google Shape;308;g3869d7c24ac_1_3"/>
          <p:cNvSpPr txBox="1"/>
          <p:nvPr>
            <p:ph idx="4294967295" type="ctrTitle"/>
          </p:nvPr>
        </p:nvSpPr>
        <p:spPr>
          <a:xfrm>
            <a:off x="517400" y="983676"/>
            <a:ext cx="10150500" cy="601200"/>
          </a:xfrm>
          <a:prstGeom prst="rect">
            <a:avLst/>
          </a:prstGeom>
          <a:noFill/>
          <a:ln>
            <a:noFill/>
          </a:ln>
        </p:spPr>
        <p:txBody>
          <a:bodyPr anchorCtr="0" anchor="t" bIns="45700" lIns="91425" spcFirstLastPara="1" rIns="91425" wrap="square" tIns="45700">
            <a:normAutofit fontScale="90000"/>
          </a:bodyPr>
          <a:lstStyle/>
          <a:p>
            <a:pPr indent="0" lvl="0" marL="0" marR="0" rtl="0" algn="l">
              <a:lnSpc>
                <a:spcPct val="90000"/>
              </a:lnSpc>
              <a:spcBef>
                <a:spcPts val="0"/>
              </a:spcBef>
              <a:spcAft>
                <a:spcPts val="0"/>
              </a:spcAft>
              <a:buClr>
                <a:srgbClr val="9B1D23"/>
              </a:buClr>
              <a:buSzPct val="124209"/>
              <a:buFont typeface="Arial Black"/>
              <a:buNone/>
            </a:pPr>
            <a:r>
              <a:rPr lang="en-US"/>
              <a:t>Creating a Basic Application (5)</a:t>
            </a:r>
            <a:endParaRPr/>
          </a:p>
        </p:txBody>
      </p:sp>
      <p:sp>
        <p:nvSpPr>
          <p:cNvPr id="309" name="Google Shape;309;g3869d7c24ac_1_3"/>
          <p:cNvSpPr txBox="1"/>
          <p:nvPr/>
        </p:nvSpPr>
        <p:spPr>
          <a:xfrm>
            <a:off x="517400" y="1764525"/>
            <a:ext cx="10150500" cy="2741400"/>
          </a:xfrm>
          <a:prstGeom prst="rect">
            <a:avLst/>
          </a:prstGeom>
          <a:noFill/>
          <a:ln>
            <a:noFill/>
          </a:ln>
        </p:spPr>
        <p:txBody>
          <a:bodyPr anchorCtr="0" anchor="t" bIns="91425" lIns="91425" spcFirstLastPara="1" rIns="91425" wrap="square" tIns="91425">
            <a:spAutoFit/>
          </a:bodyPr>
          <a:lstStyle/>
          <a:p>
            <a:pPr indent="-349250" lvl="0" marL="457200" marR="0" rtl="0" algn="l">
              <a:lnSpc>
                <a:spcPct val="115000"/>
              </a:lnSpc>
              <a:spcBef>
                <a:spcPts val="0"/>
              </a:spcBef>
              <a:spcAft>
                <a:spcPts val="0"/>
              </a:spcAft>
              <a:buClr>
                <a:schemeClr val="dk1"/>
              </a:buClr>
              <a:buSzPts val="1900"/>
              <a:buFont typeface="Lexend"/>
              <a:buChar char="●"/>
            </a:pPr>
            <a:r>
              <a:rPr lang="en-US" sz="1900">
                <a:solidFill>
                  <a:schemeClr val="dk1"/>
                </a:solidFill>
                <a:latin typeface="Lexend"/>
                <a:ea typeface="Lexend"/>
                <a:cs typeface="Lexend"/>
                <a:sym typeface="Lexend"/>
              </a:rPr>
              <a:t>Let’s add a route for a </a:t>
            </a:r>
            <a:r>
              <a:rPr b="1" lang="en-US" sz="1900">
                <a:solidFill>
                  <a:schemeClr val="dk1"/>
                </a:solidFill>
                <a:latin typeface="Lexend"/>
                <a:ea typeface="Lexend"/>
                <a:cs typeface="Lexend"/>
                <a:sym typeface="Lexend"/>
              </a:rPr>
              <a:t>POST</a:t>
            </a:r>
            <a:r>
              <a:rPr lang="en-US" sz="1900">
                <a:solidFill>
                  <a:schemeClr val="dk1"/>
                </a:solidFill>
                <a:latin typeface="Lexend"/>
                <a:ea typeface="Lexend"/>
                <a:cs typeface="Lexend"/>
                <a:sym typeface="Lexend"/>
              </a:rPr>
              <a:t> method.</a:t>
            </a:r>
            <a:endParaRPr>
              <a:latin typeface="Lexend"/>
              <a:ea typeface="Lexend"/>
              <a:cs typeface="Lexend"/>
              <a:sym typeface="Lexend"/>
            </a:endParaRPr>
          </a:p>
          <a:p>
            <a:pPr indent="0" lvl="0" marL="0" marR="0" rtl="0" algn="l">
              <a:lnSpc>
                <a:spcPct val="115000"/>
              </a:lnSpc>
              <a:spcBef>
                <a:spcPts val="0"/>
              </a:spcBef>
              <a:spcAft>
                <a:spcPts val="0"/>
              </a:spcAft>
              <a:buNone/>
            </a:pPr>
            <a:r>
              <a:t/>
            </a:r>
            <a:endParaRPr b="1" sz="1900">
              <a:solidFill>
                <a:schemeClr val="dk1"/>
              </a:solidFill>
              <a:latin typeface="Lexend"/>
              <a:ea typeface="Lexend"/>
              <a:cs typeface="Lexend"/>
              <a:sym typeface="Lexend"/>
            </a:endParaRPr>
          </a:p>
          <a:p>
            <a:pPr indent="0" lvl="0" marL="25400" rtl="0" algn="l">
              <a:lnSpc>
                <a:spcPct val="115000"/>
              </a:lnSpc>
              <a:spcBef>
                <a:spcPts val="0"/>
              </a:spcBef>
              <a:spcAft>
                <a:spcPts val="0"/>
              </a:spcAft>
              <a:buClr>
                <a:schemeClr val="dk1"/>
              </a:buClr>
              <a:buSzPts val="1100"/>
              <a:buFont typeface="Arial"/>
              <a:buNone/>
            </a:pPr>
            <a:r>
              <a:rPr lang="en-US">
                <a:solidFill>
                  <a:srgbClr val="3F7F5F"/>
                </a:solidFill>
                <a:highlight>
                  <a:srgbClr val="FFFFFF"/>
                </a:highlight>
                <a:latin typeface="Courier New"/>
                <a:ea typeface="Courier New"/>
                <a:cs typeface="Courier New"/>
                <a:sym typeface="Courier New"/>
              </a:rPr>
              <a:t>       // An example POST method that returns the </a:t>
            </a:r>
            <a:r>
              <a:rPr lang="en-US" u="sng">
                <a:solidFill>
                  <a:srgbClr val="3F7F5F"/>
                </a:solidFill>
                <a:highlight>
                  <a:srgbClr val="FFFFFF"/>
                </a:highlight>
                <a:latin typeface="Courier New"/>
                <a:ea typeface="Courier New"/>
                <a:cs typeface="Courier New"/>
                <a:sym typeface="Courier New"/>
              </a:rPr>
              <a:t>payload</a:t>
            </a:r>
            <a:r>
              <a:rPr lang="en-US">
                <a:solidFill>
                  <a:srgbClr val="3F7F5F"/>
                </a:solidFill>
                <a:highlight>
                  <a:srgbClr val="FFFFFF"/>
                </a:highlight>
                <a:latin typeface="Courier New"/>
                <a:ea typeface="Courier New"/>
                <a:cs typeface="Courier New"/>
                <a:sym typeface="Courier New"/>
              </a:rPr>
              <a:t> that you send.</a:t>
            </a:r>
            <a:endParaRPr>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lang="en-US">
                <a:solidFill>
                  <a:schemeClr val="dk1"/>
                </a:solidFill>
                <a:highlight>
                  <a:srgbClr val="FFFFFF"/>
                </a:highlight>
                <a:latin typeface="Courier New"/>
                <a:ea typeface="Courier New"/>
                <a:cs typeface="Courier New"/>
                <a:sym typeface="Courier New"/>
              </a:rPr>
              <a:t>       </a:t>
            </a:r>
            <a:r>
              <a:rPr i="1" lang="en-US">
                <a:solidFill>
                  <a:schemeClr val="dk1"/>
                </a:solidFill>
                <a:highlight>
                  <a:srgbClr val="FFFFFF"/>
                </a:highlight>
                <a:latin typeface="Courier New"/>
                <a:ea typeface="Courier New"/>
                <a:cs typeface="Courier New"/>
                <a:sym typeface="Courier New"/>
              </a:rPr>
              <a:t>post</a:t>
            </a:r>
            <a:r>
              <a:rPr lang="en-US">
                <a:solidFill>
                  <a:schemeClr val="dk1"/>
                </a:solidFill>
                <a:highlight>
                  <a:srgbClr val="FFFFFF"/>
                </a:highlight>
                <a:latin typeface="Courier New"/>
                <a:ea typeface="Courier New"/>
                <a:cs typeface="Courier New"/>
                <a:sym typeface="Courier New"/>
              </a:rPr>
              <a:t>(</a:t>
            </a:r>
            <a:r>
              <a:rPr lang="en-US">
                <a:solidFill>
                  <a:srgbClr val="2A00FF"/>
                </a:solidFill>
                <a:highlight>
                  <a:srgbClr val="FFFFFF"/>
                </a:highlight>
                <a:latin typeface="Courier New"/>
                <a:ea typeface="Courier New"/>
                <a:cs typeface="Courier New"/>
                <a:sym typeface="Courier New"/>
              </a:rPr>
              <a:t>"/echo"</a:t>
            </a:r>
            <a:r>
              <a:rPr lang="en-US">
                <a:solidFill>
                  <a:schemeClr val="dk1"/>
                </a:solidFill>
                <a:highlight>
                  <a:srgbClr val="FFFFFF"/>
                </a:highlight>
                <a:latin typeface="Courier New"/>
                <a:ea typeface="Courier New"/>
                <a:cs typeface="Courier New"/>
                <a:sym typeface="Courier New"/>
              </a:rPr>
              <a:t>, (</a:t>
            </a:r>
            <a:r>
              <a:rPr lang="en-US">
                <a:solidFill>
                  <a:srgbClr val="6A3E3E"/>
                </a:solidFill>
                <a:highlight>
                  <a:srgbClr val="FFFFFF"/>
                </a:highlight>
                <a:latin typeface="Courier New"/>
                <a:ea typeface="Courier New"/>
                <a:cs typeface="Courier New"/>
                <a:sym typeface="Courier New"/>
              </a:rPr>
              <a:t>req</a:t>
            </a:r>
            <a:r>
              <a:rPr lang="en-US">
                <a:solidFill>
                  <a:schemeClr val="dk1"/>
                </a:solidFill>
                <a:highlight>
                  <a:srgbClr val="FFFFFF"/>
                </a:highlight>
                <a:latin typeface="Courier New"/>
                <a:ea typeface="Courier New"/>
                <a:cs typeface="Courier New"/>
                <a:sym typeface="Courier New"/>
              </a:rPr>
              <a:t>, </a:t>
            </a:r>
            <a:r>
              <a:rPr lang="en-US">
                <a:solidFill>
                  <a:srgbClr val="6A3E3E"/>
                </a:solidFill>
                <a:highlight>
                  <a:srgbClr val="FFFFFF"/>
                </a:highlight>
                <a:latin typeface="Courier New"/>
                <a:ea typeface="Courier New"/>
                <a:cs typeface="Courier New"/>
                <a:sym typeface="Courier New"/>
              </a:rPr>
              <a:t>res</a:t>
            </a:r>
            <a:r>
              <a:rPr lang="en-US">
                <a:solidFill>
                  <a:schemeClr val="dk1"/>
                </a:solidFill>
                <a:highlight>
                  <a:srgbClr val="FFFFFF"/>
                </a:highlight>
                <a:latin typeface="Courier New"/>
                <a:ea typeface="Courier New"/>
                <a:cs typeface="Courier New"/>
                <a:sym typeface="Courier New"/>
              </a:rPr>
              <a:t>) -&gt; {</a:t>
            </a:r>
            <a:endParaRPr>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lang="en-US">
                <a:solidFill>
                  <a:schemeClr val="dk1"/>
                </a:solidFill>
                <a:highlight>
                  <a:srgbClr val="FFFFFF"/>
                </a:highlight>
                <a:latin typeface="Courier New"/>
                <a:ea typeface="Courier New"/>
                <a:cs typeface="Courier New"/>
                <a:sym typeface="Courier New"/>
              </a:rPr>
              <a:t>           </a:t>
            </a:r>
            <a:r>
              <a:rPr lang="en-US">
                <a:solidFill>
                  <a:srgbClr val="6A3E3E"/>
                </a:solidFill>
                <a:highlight>
                  <a:srgbClr val="FFFFFF"/>
                </a:highlight>
                <a:latin typeface="Courier New"/>
                <a:ea typeface="Courier New"/>
                <a:cs typeface="Courier New"/>
                <a:sym typeface="Courier New"/>
              </a:rPr>
              <a:t>res</a:t>
            </a:r>
            <a:r>
              <a:rPr lang="en-US">
                <a:solidFill>
                  <a:schemeClr val="dk1"/>
                </a:solidFill>
                <a:highlight>
                  <a:srgbClr val="FFFFFF"/>
                </a:highlight>
                <a:latin typeface="Courier New"/>
                <a:ea typeface="Courier New"/>
                <a:cs typeface="Courier New"/>
                <a:sym typeface="Courier New"/>
              </a:rPr>
              <a:t>.type(</a:t>
            </a:r>
            <a:r>
              <a:rPr lang="en-US">
                <a:solidFill>
                  <a:srgbClr val="2A00FF"/>
                </a:solidFill>
                <a:highlight>
                  <a:srgbClr val="FFFFFF"/>
                </a:highlight>
                <a:latin typeface="Courier New"/>
                <a:ea typeface="Courier New"/>
                <a:cs typeface="Courier New"/>
                <a:sym typeface="Courier New"/>
              </a:rPr>
              <a:t>"application/json"</a:t>
            </a:r>
            <a:r>
              <a:rPr lang="en-US">
                <a:solidFill>
                  <a:schemeClr val="dk1"/>
                </a:solidFill>
                <a:highlight>
                  <a:srgbClr val="FFFFFF"/>
                </a:highlight>
                <a:latin typeface="Courier New"/>
                <a:ea typeface="Courier New"/>
                <a:cs typeface="Courier New"/>
                <a:sym typeface="Courier New"/>
              </a:rPr>
              <a:t>);</a:t>
            </a:r>
            <a:endParaRPr>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lang="en-US">
                <a:solidFill>
                  <a:schemeClr val="dk1"/>
                </a:solidFill>
                <a:highlight>
                  <a:srgbClr val="FFFFFF"/>
                </a:highlight>
                <a:latin typeface="Courier New"/>
                <a:ea typeface="Courier New"/>
                <a:cs typeface="Courier New"/>
                <a:sym typeface="Courier New"/>
              </a:rPr>
              <a:t>           </a:t>
            </a:r>
            <a:r>
              <a:rPr lang="en-US">
                <a:solidFill>
                  <a:srgbClr val="3F7F5F"/>
                </a:solidFill>
                <a:highlight>
                  <a:srgbClr val="FFFFFF"/>
                </a:highlight>
                <a:latin typeface="Courier New"/>
                <a:ea typeface="Courier New"/>
                <a:cs typeface="Courier New"/>
                <a:sym typeface="Courier New"/>
              </a:rPr>
              <a:t>// Just return the request body as the response</a:t>
            </a:r>
            <a:endParaRPr>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lang="en-US">
                <a:solidFill>
                  <a:schemeClr val="dk1"/>
                </a:solidFill>
                <a:highlight>
                  <a:srgbClr val="FFFFFF"/>
                </a:highlight>
                <a:latin typeface="Courier New"/>
                <a:ea typeface="Courier New"/>
                <a:cs typeface="Courier New"/>
                <a:sym typeface="Courier New"/>
              </a:rPr>
              <a:t>           </a:t>
            </a:r>
            <a:r>
              <a:rPr b="1" lang="en-US">
                <a:solidFill>
                  <a:srgbClr val="7F0055"/>
                </a:solidFill>
                <a:highlight>
                  <a:srgbClr val="FFFFFF"/>
                </a:highlight>
                <a:latin typeface="Courier New"/>
                <a:ea typeface="Courier New"/>
                <a:cs typeface="Courier New"/>
                <a:sym typeface="Courier New"/>
              </a:rPr>
              <a:t>return</a:t>
            </a:r>
            <a:r>
              <a:rPr lang="en-US">
                <a:solidFill>
                  <a:schemeClr val="dk1"/>
                </a:solidFill>
                <a:highlight>
                  <a:srgbClr val="FFFFFF"/>
                </a:highlight>
                <a:latin typeface="Courier New"/>
                <a:ea typeface="Courier New"/>
                <a:cs typeface="Courier New"/>
                <a:sym typeface="Courier New"/>
              </a:rPr>
              <a:t> </a:t>
            </a:r>
            <a:r>
              <a:rPr lang="en-US">
                <a:solidFill>
                  <a:srgbClr val="6A3E3E"/>
                </a:solidFill>
                <a:highlight>
                  <a:srgbClr val="FFFFFF"/>
                </a:highlight>
                <a:latin typeface="Courier New"/>
                <a:ea typeface="Courier New"/>
                <a:cs typeface="Courier New"/>
                <a:sym typeface="Courier New"/>
              </a:rPr>
              <a:t>req</a:t>
            </a:r>
            <a:r>
              <a:rPr lang="en-US">
                <a:solidFill>
                  <a:schemeClr val="dk1"/>
                </a:solidFill>
                <a:highlight>
                  <a:srgbClr val="FFFFFF"/>
                </a:highlight>
                <a:latin typeface="Courier New"/>
                <a:ea typeface="Courier New"/>
                <a:cs typeface="Courier New"/>
                <a:sym typeface="Courier New"/>
              </a:rPr>
              <a:t>.body();</a:t>
            </a:r>
            <a:endParaRPr>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lang="en-US">
                <a:solidFill>
                  <a:schemeClr val="dk1"/>
                </a:solidFill>
                <a:highlight>
                  <a:srgbClr val="FFFFFF"/>
                </a:highlight>
                <a:latin typeface="Courier New"/>
                <a:ea typeface="Courier New"/>
                <a:cs typeface="Courier New"/>
                <a:sym typeface="Courier New"/>
              </a:rPr>
              <a:t>       });</a:t>
            </a:r>
            <a:endParaRPr>
              <a:solidFill>
                <a:schemeClr val="dk1"/>
              </a:solidFill>
              <a:highlight>
                <a:srgbClr val="FFFFFF"/>
              </a:highlight>
              <a:latin typeface="Courier New"/>
              <a:ea typeface="Courier New"/>
              <a:cs typeface="Courier New"/>
              <a:sym typeface="Courier New"/>
            </a:endParaRPr>
          </a:p>
          <a:p>
            <a:pPr indent="0" lvl="0" marL="0" marR="0" rtl="0" algn="l">
              <a:lnSpc>
                <a:spcPct val="115000"/>
              </a:lnSpc>
              <a:spcBef>
                <a:spcPts val="0"/>
              </a:spcBef>
              <a:spcAft>
                <a:spcPts val="0"/>
              </a:spcAft>
              <a:buNone/>
            </a:pPr>
            <a:r>
              <a:t/>
            </a:r>
            <a:endParaRPr baseline="30000" sz="1200">
              <a:solidFill>
                <a:schemeClr val="dk1"/>
              </a:solidFill>
              <a:latin typeface="Lexend"/>
              <a:ea typeface="Lexend"/>
              <a:cs typeface="Lexend"/>
              <a:sym typeface="Lexend"/>
            </a:endParaRPr>
          </a:p>
          <a:p>
            <a:pPr indent="0" lvl="0" marL="0" marR="0" rtl="0" algn="l">
              <a:lnSpc>
                <a:spcPct val="115000"/>
              </a:lnSpc>
              <a:spcBef>
                <a:spcPts val="0"/>
              </a:spcBef>
              <a:spcAft>
                <a:spcPts val="0"/>
              </a:spcAft>
              <a:buNone/>
            </a:pPr>
            <a:r>
              <a:t/>
            </a:r>
            <a:endParaRPr baseline="30000" sz="1200">
              <a:solidFill>
                <a:schemeClr val="dk1"/>
              </a:solidFill>
              <a:latin typeface="Lexend"/>
              <a:ea typeface="Lexend"/>
              <a:cs typeface="Lexend"/>
              <a:sym typeface="Lexend"/>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g3bda3d096ad_0_122"/>
          <p:cNvSpPr txBox="1"/>
          <p:nvPr>
            <p:ph type="title"/>
          </p:nvPr>
        </p:nvSpPr>
        <p:spPr>
          <a:xfrm>
            <a:off x="439648" y="189700"/>
            <a:ext cx="5510400" cy="6603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1100"/>
              <a:buFont typeface="Arial"/>
              <a:buNone/>
            </a:pPr>
            <a:r>
              <a:rPr lang="en-US" sz="1200">
                <a:latin typeface="IBM Plex Sans"/>
                <a:ea typeface="IBM Plex Sans"/>
                <a:cs typeface="IBM Plex Sans"/>
                <a:sym typeface="IBM Plex Sans"/>
              </a:rPr>
              <a:t>Introduction to APIs</a:t>
            </a:r>
            <a:endParaRPr sz="1200">
              <a:latin typeface="IBM Plex Sans"/>
              <a:ea typeface="IBM Plex Sans"/>
              <a:cs typeface="IBM Plex Sans"/>
              <a:sym typeface="IBM Plex Sans"/>
            </a:endParaRPr>
          </a:p>
        </p:txBody>
      </p:sp>
      <p:cxnSp>
        <p:nvCxnSpPr>
          <p:cNvPr id="316" name="Google Shape;316;g3bda3d096ad_0_122"/>
          <p:cNvCxnSpPr/>
          <p:nvPr/>
        </p:nvCxnSpPr>
        <p:spPr>
          <a:xfrm>
            <a:off x="97082" y="746462"/>
            <a:ext cx="10200300" cy="0"/>
          </a:xfrm>
          <a:prstGeom prst="straightConnector1">
            <a:avLst/>
          </a:prstGeom>
          <a:noFill/>
          <a:ln cap="flat" cmpd="sng" w="9525">
            <a:solidFill>
              <a:schemeClr val="accent1"/>
            </a:solidFill>
            <a:prstDash val="solid"/>
            <a:miter lim="800000"/>
            <a:headEnd len="sm" w="sm" type="none"/>
            <a:tailEnd len="sm" w="sm" type="none"/>
          </a:ln>
        </p:spPr>
      </p:cxnSp>
      <p:sp>
        <p:nvSpPr>
          <p:cNvPr id="317" name="Google Shape;317;g3bda3d096ad_0_122"/>
          <p:cNvSpPr txBox="1"/>
          <p:nvPr>
            <p:ph idx="4294967295" type="ctrTitle"/>
          </p:nvPr>
        </p:nvSpPr>
        <p:spPr>
          <a:xfrm>
            <a:off x="517400" y="983676"/>
            <a:ext cx="10150500" cy="601200"/>
          </a:xfrm>
          <a:prstGeom prst="rect">
            <a:avLst/>
          </a:prstGeom>
          <a:noFill/>
          <a:ln>
            <a:noFill/>
          </a:ln>
        </p:spPr>
        <p:txBody>
          <a:bodyPr anchorCtr="0" anchor="t" bIns="45700" lIns="91425" spcFirstLastPara="1" rIns="91425" wrap="square" tIns="45700">
            <a:normAutofit fontScale="90000"/>
          </a:bodyPr>
          <a:lstStyle/>
          <a:p>
            <a:pPr indent="0" lvl="0" marL="0" marR="0" rtl="0" algn="l">
              <a:lnSpc>
                <a:spcPct val="90000"/>
              </a:lnSpc>
              <a:spcBef>
                <a:spcPts val="0"/>
              </a:spcBef>
              <a:spcAft>
                <a:spcPts val="0"/>
              </a:spcAft>
              <a:buClr>
                <a:srgbClr val="9B1D23"/>
              </a:buClr>
              <a:buSzPct val="124209"/>
              <a:buFont typeface="Arial Black"/>
              <a:buNone/>
            </a:pPr>
            <a:r>
              <a:rPr lang="en-US"/>
              <a:t>Quick Cheat Sheet for Spark Java</a:t>
            </a:r>
            <a:endParaRPr/>
          </a:p>
        </p:txBody>
      </p:sp>
      <p:sp>
        <p:nvSpPr>
          <p:cNvPr id="318" name="Google Shape;318;g3bda3d096ad_0_122"/>
          <p:cNvSpPr txBox="1"/>
          <p:nvPr/>
        </p:nvSpPr>
        <p:spPr>
          <a:xfrm>
            <a:off x="517400" y="1764525"/>
            <a:ext cx="10150500" cy="5378700"/>
          </a:xfrm>
          <a:prstGeom prst="rect">
            <a:avLst/>
          </a:prstGeom>
          <a:noFill/>
          <a:ln>
            <a:noFill/>
          </a:ln>
        </p:spPr>
        <p:txBody>
          <a:bodyPr anchorCtr="0" anchor="t" bIns="91425" lIns="91425" spcFirstLastPara="1" rIns="91425" wrap="square" tIns="91425">
            <a:spAutoFit/>
          </a:bodyPr>
          <a:lstStyle/>
          <a:p>
            <a:pPr indent="-349250" lvl="0" marL="457200" marR="0" rtl="0" algn="l">
              <a:lnSpc>
                <a:spcPct val="115000"/>
              </a:lnSpc>
              <a:spcBef>
                <a:spcPts val="0"/>
              </a:spcBef>
              <a:spcAft>
                <a:spcPts val="0"/>
              </a:spcAft>
              <a:buClr>
                <a:schemeClr val="dk1"/>
              </a:buClr>
              <a:buSzPts val="1900"/>
              <a:buFont typeface="Lexend"/>
              <a:buChar char="●"/>
            </a:pPr>
            <a:r>
              <a:rPr lang="en-US" sz="1900">
                <a:solidFill>
                  <a:schemeClr val="dk1"/>
                </a:solidFill>
                <a:latin typeface="Lexend"/>
                <a:ea typeface="Lexend"/>
                <a:cs typeface="Lexend"/>
                <a:sym typeface="Lexend"/>
              </a:rPr>
              <a:t>Below is all you need to know for creating a simple Spark Java Endpoint</a:t>
            </a:r>
            <a:endParaRPr b="1" sz="1900">
              <a:solidFill>
                <a:schemeClr val="dk1"/>
              </a:solidFill>
              <a:latin typeface="Lexend"/>
              <a:ea typeface="Lexend"/>
              <a:cs typeface="Lexend"/>
              <a:sym typeface="Lexend"/>
            </a:endParaRPr>
          </a:p>
          <a:p>
            <a:pPr indent="0" lvl="0" marL="482600" rtl="0" algn="l">
              <a:lnSpc>
                <a:spcPct val="115000"/>
              </a:lnSpc>
              <a:spcBef>
                <a:spcPts val="0"/>
              </a:spcBef>
              <a:spcAft>
                <a:spcPts val="0"/>
              </a:spcAft>
              <a:buClr>
                <a:schemeClr val="dk1"/>
              </a:buClr>
              <a:buSzPts val="1100"/>
              <a:buFont typeface="Arial"/>
              <a:buNone/>
            </a:pPr>
            <a:r>
              <a:rPr lang="en-US">
                <a:solidFill>
                  <a:srgbClr val="3F7F5F"/>
                </a:solidFill>
                <a:highlight>
                  <a:srgbClr val="FFFFFF"/>
                </a:highlight>
                <a:latin typeface="Courier New"/>
                <a:ea typeface="Courier New"/>
                <a:cs typeface="Courier New"/>
                <a:sym typeface="Courier New"/>
              </a:rPr>
              <a:t>   // This is a PUT </a:t>
            </a:r>
            <a:r>
              <a:rPr lang="en-US" u="sng">
                <a:solidFill>
                  <a:srgbClr val="3F7F5F"/>
                </a:solidFill>
                <a:highlight>
                  <a:srgbClr val="FFFFFF"/>
                </a:highlight>
                <a:latin typeface="Courier New"/>
                <a:ea typeface="Courier New"/>
                <a:cs typeface="Courier New"/>
                <a:sym typeface="Courier New"/>
              </a:rPr>
              <a:t>endpoint</a:t>
            </a:r>
            <a:endParaRPr u="sng">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lang="en-US">
                <a:solidFill>
                  <a:schemeClr val="dk1"/>
                </a:solidFill>
                <a:highlight>
                  <a:srgbClr val="FFFFFF"/>
                </a:highlight>
                <a:latin typeface="Courier New"/>
                <a:ea typeface="Courier New"/>
                <a:cs typeface="Courier New"/>
                <a:sym typeface="Courier New"/>
              </a:rPr>
              <a:t>       </a:t>
            </a:r>
            <a:r>
              <a:rPr lang="en-US">
                <a:solidFill>
                  <a:srgbClr val="3F7F5F"/>
                </a:solidFill>
                <a:highlight>
                  <a:srgbClr val="FFFFFF"/>
                </a:highlight>
                <a:latin typeface="Courier New"/>
                <a:ea typeface="Courier New"/>
                <a:cs typeface="Courier New"/>
                <a:sym typeface="Courier New"/>
              </a:rPr>
              <a:t>// put = method</a:t>
            </a:r>
            <a:endParaRPr>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lang="en-US">
                <a:solidFill>
                  <a:schemeClr val="dk1"/>
                </a:solidFill>
                <a:highlight>
                  <a:srgbClr val="FFFFFF"/>
                </a:highlight>
                <a:latin typeface="Courier New"/>
                <a:ea typeface="Courier New"/>
                <a:cs typeface="Courier New"/>
                <a:sym typeface="Courier New"/>
              </a:rPr>
              <a:t>       </a:t>
            </a:r>
            <a:r>
              <a:rPr lang="en-US">
                <a:solidFill>
                  <a:srgbClr val="3F7F5F"/>
                </a:solidFill>
                <a:highlight>
                  <a:srgbClr val="FFFFFF"/>
                </a:highlight>
                <a:latin typeface="Courier New"/>
                <a:ea typeface="Courier New"/>
                <a:cs typeface="Courier New"/>
                <a:sym typeface="Courier New"/>
              </a:rPr>
              <a:t>// /persons = path</a:t>
            </a:r>
            <a:endParaRPr>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lang="en-US">
                <a:solidFill>
                  <a:schemeClr val="dk1"/>
                </a:solidFill>
                <a:highlight>
                  <a:srgbClr val="FFFFFF"/>
                </a:highlight>
                <a:latin typeface="Courier New"/>
                <a:ea typeface="Courier New"/>
                <a:cs typeface="Courier New"/>
                <a:sym typeface="Courier New"/>
              </a:rPr>
              <a:t>       </a:t>
            </a:r>
            <a:r>
              <a:rPr lang="en-US">
                <a:solidFill>
                  <a:srgbClr val="3F7F5F"/>
                </a:solidFill>
                <a:highlight>
                  <a:srgbClr val="FFFFFF"/>
                </a:highlight>
                <a:latin typeface="Courier New"/>
                <a:ea typeface="Courier New"/>
                <a:cs typeface="Courier New"/>
                <a:sym typeface="Courier New"/>
              </a:rPr>
              <a:t>// :id = </a:t>
            </a:r>
            <a:r>
              <a:rPr lang="en-US" u="sng">
                <a:solidFill>
                  <a:srgbClr val="3F7F5F"/>
                </a:solidFill>
                <a:highlight>
                  <a:srgbClr val="FFFFFF"/>
                </a:highlight>
                <a:latin typeface="Courier New"/>
                <a:ea typeface="Courier New"/>
                <a:cs typeface="Courier New"/>
                <a:sym typeface="Courier New"/>
              </a:rPr>
              <a:t>uri</a:t>
            </a:r>
            <a:r>
              <a:rPr lang="en-US">
                <a:solidFill>
                  <a:srgbClr val="3F7F5F"/>
                </a:solidFill>
                <a:highlight>
                  <a:srgbClr val="FFFFFF"/>
                </a:highlight>
                <a:latin typeface="Courier New"/>
                <a:ea typeface="Courier New"/>
                <a:cs typeface="Courier New"/>
                <a:sym typeface="Courier New"/>
              </a:rPr>
              <a:t> parameter, this indicates that this is a dynamic value</a:t>
            </a:r>
            <a:endParaRPr>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lang="en-US">
                <a:solidFill>
                  <a:schemeClr val="dk1"/>
                </a:solidFill>
                <a:highlight>
                  <a:srgbClr val="FFFFFF"/>
                </a:highlight>
                <a:latin typeface="Courier New"/>
                <a:ea typeface="Courier New"/>
                <a:cs typeface="Courier New"/>
                <a:sym typeface="Courier New"/>
              </a:rPr>
              <a:t>       </a:t>
            </a:r>
            <a:r>
              <a:rPr lang="en-US">
                <a:solidFill>
                  <a:srgbClr val="3F7F5F"/>
                </a:solidFill>
                <a:highlight>
                  <a:srgbClr val="FFFFFF"/>
                </a:highlight>
                <a:latin typeface="Courier New"/>
                <a:ea typeface="Courier New"/>
                <a:cs typeface="Courier New"/>
                <a:sym typeface="Courier New"/>
              </a:rPr>
              <a:t>// </a:t>
            </a:r>
            <a:r>
              <a:rPr lang="en-US" u="sng">
                <a:solidFill>
                  <a:srgbClr val="3F7F5F"/>
                </a:solidFill>
                <a:highlight>
                  <a:srgbClr val="FFFFFF"/>
                </a:highlight>
                <a:latin typeface="Courier New"/>
                <a:ea typeface="Courier New"/>
                <a:cs typeface="Courier New"/>
                <a:sym typeface="Courier New"/>
              </a:rPr>
              <a:t>req</a:t>
            </a:r>
            <a:r>
              <a:rPr lang="en-US">
                <a:solidFill>
                  <a:srgbClr val="3F7F5F"/>
                </a:solidFill>
                <a:highlight>
                  <a:srgbClr val="FFFFFF"/>
                </a:highlight>
                <a:latin typeface="Courier New"/>
                <a:ea typeface="Courier New"/>
                <a:cs typeface="Courier New"/>
                <a:sym typeface="Courier New"/>
              </a:rPr>
              <a:t> = HTTP request sent by the client</a:t>
            </a:r>
            <a:endParaRPr>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lang="en-US">
                <a:solidFill>
                  <a:schemeClr val="dk1"/>
                </a:solidFill>
                <a:highlight>
                  <a:srgbClr val="FFFFFF"/>
                </a:highlight>
                <a:latin typeface="Courier New"/>
                <a:ea typeface="Courier New"/>
                <a:cs typeface="Courier New"/>
                <a:sym typeface="Courier New"/>
              </a:rPr>
              <a:t>       </a:t>
            </a:r>
            <a:r>
              <a:rPr lang="en-US">
                <a:solidFill>
                  <a:srgbClr val="3F7F5F"/>
                </a:solidFill>
                <a:highlight>
                  <a:srgbClr val="FFFFFF"/>
                </a:highlight>
                <a:latin typeface="Courier New"/>
                <a:ea typeface="Courier New"/>
                <a:cs typeface="Courier New"/>
                <a:sym typeface="Courier New"/>
              </a:rPr>
              <a:t>// res = HTTP response to be returned by this path, you can set headers here</a:t>
            </a:r>
            <a:endParaRPr>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lang="en-US">
                <a:solidFill>
                  <a:schemeClr val="dk1"/>
                </a:solidFill>
                <a:highlight>
                  <a:srgbClr val="FFFFFF"/>
                </a:highlight>
                <a:latin typeface="Courier New"/>
                <a:ea typeface="Courier New"/>
                <a:cs typeface="Courier New"/>
                <a:sym typeface="Courier New"/>
              </a:rPr>
              <a:t>       </a:t>
            </a:r>
            <a:r>
              <a:rPr i="1" lang="en-US">
                <a:solidFill>
                  <a:schemeClr val="dk1"/>
                </a:solidFill>
                <a:highlight>
                  <a:srgbClr val="FFFFFF"/>
                </a:highlight>
                <a:latin typeface="Courier New"/>
                <a:ea typeface="Courier New"/>
                <a:cs typeface="Courier New"/>
                <a:sym typeface="Courier New"/>
              </a:rPr>
              <a:t>put</a:t>
            </a:r>
            <a:r>
              <a:rPr lang="en-US">
                <a:solidFill>
                  <a:schemeClr val="dk1"/>
                </a:solidFill>
                <a:highlight>
                  <a:srgbClr val="FFFFFF"/>
                </a:highlight>
                <a:latin typeface="Courier New"/>
                <a:ea typeface="Courier New"/>
                <a:cs typeface="Courier New"/>
                <a:sym typeface="Courier New"/>
              </a:rPr>
              <a:t>(</a:t>
            </a:r>
            <a:r>
              <a:rPr lang="en-US">
                <a:solidFill>
                  <a:srgbClr val="2A00FF"/>
                </a:solidFill>
                <a:highlight>
                  <a:srgbClr val="FFFFFF"/>
                </a:highlight>
                <a:latin typeface="Courier New"/>
                <a:ea typeface="Courier New"/>
                <a:cs typeface="Courier New"/>
                <a:sym typeface="Courier New"/>
              </a:rPr>
              <a:t>"/persons/:id"</a:t>
            </a:r>
            <a:r>
              <a:rPr lang="en-US">
                <a:solidFill>
                  <a:schemeClr val="dk1"/>
                </a:solidFill>
                <a:highlight>
                  <a:srgbClr val="FFFFFF"/>
                </a:highlight>
                <a:latin typeface="Courier New"/>
                <a:ea typeface="Courier New"/>
                <a:cs typeface="Courier New"/>
                <a:sym typeface="Courier New"/>
              </a:rPr>
              <a:t>, (</a:t>
            </a:r>
            <a:r>
              <a:rPr lang="en-US">
                <a:solidFill>
                  <a:srgbClr val="6A3E3E"/>
                </a:solidFill>
                <a:highlight>
                  <a:srgbClr val="FFFFFF"/>
                </a:highlight>
                <a:latin typeface="Courier New"/>
                <a:ea typeface="Courier New"/>
                <a:cs typeface="Courier New"/>
                <a:sym typeface="Courier New"/>
              </a:rPr>
              <a:t>req</a:t>
            </a:r>
            <a:r>
              <a:rPr lang="en-US">
                <a:solidFill>
                  <a:schemeClr val="dk1"/>
                </a:solidFill>
                <a:highlight>
                  <a:srgbClr val="FFFFFF"/>
                </a:highlight>
                <a:latin typeface="Courier New"/>
                <a:ea typeface="Courier New"/>
                <a:cs typeface="Courier New"/>
                <a:sym typeface="Courier New"/>
              </a:rPr>
              <a:t>, </a:t>
            </a:r>
            <a:r>
              <a:rPr lang="en-US">
                <a:solidFill>
                  <a:srgbClr val="6A3E3E"/>
                </a:solidFill>
                <a:highlight>
                  <a:srgbClr val="FFFFFF"/>
                </a:highlight>
                <a:latin typeface="Courier New"/>
                <a:ea typeface="Courier New"/>
                <a:cs typeface="Courier New"/>
                <a:sym typeface="Courier New"/>
              </a:rPr>
              <a:t>res</a:t>
            </a:r>
            <a:r>
              <a:rPr lang="en-US">
                <a:solidFill>
                  <a:schemeClr val="dk1"/>
                </a:solidFill>
                <a:highlight>
                  <a:srgbClr val="FFFFFF"/>
                </a:highlight>
                <a:latin typeface="Courier New"/>
                <a:ea typeface="Courier New"/>
                <a:cs typeface="Courier New"/>
                <a:sym typeface="Courier New"/>
              </a:rPr>
              <a:t>) -&gt; {</a:t>
            </a:r>
            <a:endParaRPr>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lang="en-US">
                <a:solidFill>
                  <a:schemeClr val="dk1"/>
                </a:solidFill>
                <a:highlight>
                  <a:srgbClr val="FFFFFF"/>
                </a:highlight>
                <a:latin typeface="Courier New"/>
                <a:ea typeface="Courier New"/>
                <a:cs typeface="Courier New"/>
                <a:sym typeface="Courier New"/>
              </a:rPr>
              <a:t>       	   </a:t>
            </a:r>
            <a:r>
              <a:rPr lang="en-US">
                <a:solidFill>
                  <a:srgbClr val="3F7F5F"/>
                </a:solidFill>
                <a:highlight>
                  <a:srgbClr val="FFFFFF"/>
                </a:highlight>
                <a:latin typeface="Courier New"/>
                <a:ea typeface="Courier New"/>
                <a:cs typeface="Courier New"/>
                <a:sym typeface="Courier New"/>
              </a:rPr>
              <a:t>// this is a query </a:t>
            </a:r>
            <a:r>
              <a:rPr lang="en-US" u="sng">
                <a:solidFill>
                  <a:srgbClr val="3F7F5F"/>
                </a:solidFill>
                <a:highlight>
                  <a:srgbClr val="FFFFFF"/>
                </a:highlight>
                <a:latin typeface="Courier New"/>
                <a:ea typeface="Courier New"/>
                <a:cs typeface="Courier New"/>
                <a:sym typeface="Courier New"/>
              </a:rPr>
              <a:t>param</a:t>
            </a:r>
            <a:r>
              <a:rPr lang="en-US">
                <a:solidFill>
                  <a:srgbClr val="3F7F5F"/>
                </a:solidFill>
                <a:highlight>
                  <a:srgbClr val="FFFFFF"/>
                </a:highlight>
                <a:latin typeface="Courier New"/>
                <a:ea typeface="Courier New"/>
                <a:cs typeface="Courier New"/>
                <a:sym typeface="Courier New"/>
              </a:rPr>
              <a:t>. it looks like this: /persons/1?name=value</a:t>
            </a:r>
            <a:endParaRPr>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lang="en-US">
                <a:solidFill>
                  <a:schemeClr val="dk1"/>
                </a:solidFill>
                <a:highlight>
                  <a:srgbClr val="FFFFFF"/>
                </a:highlight>
                <a:latin typeface="Courier New"/>
                <a:ea typeface="Courier New"/>
                <a:cs typeface="Courier New"/>
                <a:sym typeface="Courier New"/>
              </a:rPr>
              <a:t>       	   String </a:t>
            </a:r>
            <a:r>
              <a:rPr lang="en-US" u="sng">
                <a:solidFill>
                  <a:srgbClr val="6A3E3E"/>
                </a:solidFill>
                <a:highlight>
                  <a:srgbClr val="FFFFFF"/>
                </a:highlight>
                <a:latin typeface="Courier New"/>
                <a:ea typeface="Courier New"/>
                <a:cs typeface="Courier New"/>
                <a:sym typeface="Courier New"/>
              </a:rPr>
              <a:t>name</a:t>
            </a:r>
            <a:r>
              <a:rPr lang="en-US">
                <a:solidFill>
                  <a:schemeClr val="dk1"/>
                </a:solidFill>
                <a:highlight>
                  <a:srgbClr val="FFFFFF"/>
                </a:highlight>
                <a:latin typeface="Courier New"/>
                <a:ea typeface="Courier New"/>
                <a:cs typeface="Courier New"/>
                <a:sym typeface="Courier New"/>
              </a:rPr>
              <a:t> = </a:t>
            </a:r>
            <a:r>
              <a:rPr lang="en-US">
                <a:solidFill>
                  <a:srgbClr val="6A3E3E"/>
                </a:solidFill>
                <a:highlight>
                  <a:srgbClr val="FFFFFF"/>
                </a:highlight>
                <a:latin typeface="Courier New"/>
                <a:ea typeface="Courier New"/>
                <a:cs typeface="Courier New"/>
                <a:sym typeface="Courier New"/>
              </a:rPr>
              <a:t>req</a:t>
            </a:r>
            <a:r>
              <a:rPr lang="en-US">
                <a:solidFill>
                  <a:schemeClr val="dk1"/>
                </a:solidFill>
                <a:highlight>
                  <a:srgbClr val="FFFFFF"/>
                </a:highlight>
                <a:latin typeface="Courier New"/>
                <a:ea typeface="Courier New"/>
                <a:cs typeface="Courier New"/>
                <a:sym typeface="Courier New"/>
              </a:rPr>
              <a:t>.queryParams(</a:t>
            </a:r>
            <a:r>
              <a:rPr lang="en-US">
                <a:solidFill>
                  <a:srgbClr val="2A00FF"/>
                </a:solidFill>
                <a:highlight>
                  <a:srgbClr val="FFFFFF"/>
                </a:highlight>
                <a:latin typeface="Courier New"/>
                <a:ea typeface="Courier New"/>
                <a:cs typeface="Courier New"/>
                <a:sym typeface="Courier New"/>
              </a:rPr>
              <a:t>"name"</a:t>
            </a:r>
            <a:r>
              <a:rPr lang="en-US">
                <a:solidFill>
                  <a:schemeClr val="dk1"/>
                </a:solidFill>
                <a:highlight>
                  <a:srgbClr val="FFFFFF"/>
                </a:highlight>
                <a:latin typeface="Courier New"/>
                <a:ea typeface="Courier New"/>
                <a:cs typeface="Courier New"/>
                <a:sym typeface="Courier New"/>
              </a:rPr>
              <a:t>);	</a:t>
            </a:r>
            <a:endParaRPr>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lang="en-US">
                <a:solidFill>
                  <a:schemeClr val="dk1"/>
                </a:solidFill>
                <a:highlight>
                  <a:srgbClr val="FFFFFF"/>
                </a:highlight>
                <a:latin typeface="Courier New"/>
                <a:ea typeface="Courier New"/>
                <a:cs typeface="Courier New"/>
                <a:sym typeface="Courier New"/>
              </a:rPr>
              <a:t>        </a:t>
            </a:r>
            <a:endParaRPr>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lang="en-US">
                <a:solidFill>
                  <a:schemeClr val="dk1"/>
                </a:solidFill>
                <a:highlight>
                  <a:srgbClr val="FFFFFF"/>
                </a:highlight>
                <a:latin typeface="Courier New"/>
                <a:ea typeface="Courier New"/>
                <a:cs typeface="Courier New"/>
                <a:sym typeface="Courier New"/>
              </a:rPr>
              <a:t>           </a:t>
            </a:r>
            <a:r>
              <a:rPr lang="en-US">
                <a:solidFill>
                  <a:srgbClr val="3F7F5F"/>
                </a:solidFill>
                <a:highlight>
                  <a:srgbClr val="FFFFFF"/>
                </a:highlight>
                <a:latin typeface="Courier New"/>
                <a:ea typeface="Courier New"/>
                <a:cs typeface="Courier New"/>
                <a:sym typeface="Courier New"/>
              </a:rPr>
              <a:t>// we get the value of :id</a:t>
            </a:r>
            <a:endParaRPr>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lang="en-US">
                <a:solidFill>
                  <a:schemeClr val="dk1"/>
                </a:solidFill>
                <a:highlight>
                  <a:srgbClr val="FFFFFF"/>
                </a:highlight>
                <a:latin typeface="Courier New"/>
                <a:ea typeface="Courier New"/>
                <a:cs typeface="Courier New"/>
                <a:sym typeface="Courier New"/>
              </a:rPr>
              <a:t>           String </a:t>
            </a:r>
            <a:r>
              <a:rPr lang="en-US" u="sng">
                <a:solidFill>
                  <a:srgbClr val="6A3E3E"/>
                </a:solidFill>
                <a:highlight>
                  <a:srgbClr val="FFFFFF"/>
                </a:highlight>
                <a:latin typeface="Courier New"/>
                <a:ea typeface="Courier New"/>
                <a:cs typeface="Courier New"/>
                <a:sym typeface="Courier New"/>
              </a:rPr>
              <a:t>paramId</a:t>
            </a:r>
            <a:r>
              <a:rPr lang="en-US">
                <a:solidFill>
                  <a:schemeClr val="dk1"/>
                </a:solidFill>
                <a:highlight>
                  <a:srgbClr val="FFFFFF"/>
                </a:highlight>
                <a:latin typeface="Courier New"/>
                <a:ea typeface="Courier New"/>
                <a:cs typeface="Courier New"/>
                <a:sym typeface="Courier New"/>
              </a:rPr>
              <a:t> = </a:t>
            </a:r>
            <a:r>
              <a:rPr lang="en-US">
                <a:solidFill>
                  <a:srgbClr val="6A3E3E"/>
                </a:solidFill>
                <a:highlight>
                  <a:srgbClr val="FFFFFF"/>
                </a:highlight>
                <a:latin typeface="Courier New"/>
                <a:ea typeface="Courier New"/>
                <a:cs typeface="Courier New"/>
                <a:sym typeface="Courier New"/>
              </a:rPr>
              <a:t>req</a:t>
            </a:r>
            <a:r>
              <a:rPr lang="en-US">
                <a:solidFill>
                  <a:schemeClr val="dk1"/>
                </a:solidFill>
                <a:highlight>
                  <a:srgbClr val="FFFFFF"/>
                </a:highlight>
                <a:latin typeface="Courier New"/>
                <a:ea typeface="Courier New"/>
                <a:cs typeface="Courier New"/>
                <a:sym typeface="Courier New"/>
              </a:rPr>
              <a:t>.params(</a:t>
            </a:r>
            <a:r>
              <a:rPr lang="en-US">
                <a:solidFill>
                  <a:srgbClr val="2A00FF"/>
                </a:solidFill>
                <a:highlight>
                  <a:srgbClr val="FFFFFF"/>
                </a:highlight>
                <a:latin typeface="Courier New"/>
                <a:ea typeface="Courier New"/>
                <a:cs typeface="Courier New"/>
                <a:sym typeface="Courier New"/>
              </a:rPr>
              <a:t>"id"</a:t>
            </a:r>
            <a:r>
              <a:rPr lang="en-US">
                <a:solidFill>
                  <a:schemeClr val="dk1"/>
                </a:solidFill>
                <a:highlight>
                  <a:srgbClr val="FFFFFF"/>
                </a:highlight>
                <a:latin typeface="Courier New"/>
                <a:ea typeface="Courier New"/>
                <a:cs typeface="Courier New"/>
                <a:sym typeface="Courier New"/>
              </a:rPr>
              <a:t>);    	</a:t>
            </a:r>
            <a:endParaRPr>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lang="en-US">
                <a:solidFill>
                  <a:schemeClr val="dk1"/>
                </a:solidFill>
                <a:highlight>
                  <a:srgbClr val="FFFFFF"/>
                </a:highlight>
                <a:latin typeface="Courier New"/>
                <a:ea typeface="Courier New"/>
                <a:cs typeface="Courier New"/>
                <a:sym typeface="Courier New"/>
              </a:rPr>
              <a:t>          </a:t>
            </a:r>
            <a:endParaRPr>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lang="en-US">
                <a:solidFill>
                  <a:schemeClr val="dk1"/>
                </a:solidFill>
                <a:highlight>
                  <a:srgbClr val="FFFFFF"/>
                </a:highlight>
                <a:latin typeface="Courier New"/>
                <a:ea typeface="Courier New"/>
                <a:cs typeface="Courier New"/>
                <a:sym typeface="Courier New"/>
              </a:rPr>
              <a:t>           </a:t>
            </a:r>
            <a:r>
              <a:rPr lang="en-US">
                <a:solidFill>
                  <a:srgbClr val="3F7F5F"/>
                </a:solidFill>
                <a:highlight>
                  <a:srgbClr val="FFFFFF"/>
                </a:highlight>
                <a:latin typeface="Courier New"/>
                <a:ea typeface="Courier New"/>
                <a:cs typeface="Courier New"/>
                <a:sym typeface="Courier New"/>
              </a:rPr>
              <a:t>// we </a:t>
            </a:r>
            <a:r>
              <a:rPr lang="en-US" u="sng">
                <a:solidFill>
                  <a:srgbClr val="3F7F5F"/>
                </a:solidFill>
                <a:highlight>
                  <a:srgbClr val="FFFFFF"/>
                </a:highlight>
                <a:latin typeface="Courier New"/>
                <a:ea typeface="Courier New"/>
                <a:cs typeface="Courier New"/>
                <a:sym typeface="Courier New"/>
              </a:rPr>
              <a:t>deserialize</a:t>
            </a:r>
            <a:r>
              <a:rPr lang="en-US">
                <a:solidFill>
                  <a:srgbClr val="3F7F5F"/>
                </a:solidFill>
                <a:highlight>
                  <a:srgbClr val="FFFFFF"/>
                </a:highlight>
                <a:latin typeface="Courier New"/>
                <a:ea typeface="Courier New"/>
                <a:cs typeface="Courier New"/>
                <a:sym typeface="Courier New"/>
              </a:rPr>
              <a:t> the JSON into our Java Object</a:t>
            </a:r>
            <a:endParaRPr>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lang="en-US">
                <a:solidFill>
                  <a:schemeClr val="dk1"/>
                </a:solidFill>
                <a:highlight>
                  <a:srgbClr val="FFFFFF"/>
                </a:highlight>
                <a:latin typeface="Courier New"/>
                <a:ea typeface="Courier New"/>
                <a:cs typeface="Courier New"/>
                <a:sym typeface="Courier New"/>
              </a:rPr>
              <a:t>           Object </a:t>
            </a:r>
            <a:r>
              <a:rPr lang="en-US">
                <a:solidFill>
                  <a:srgbClr val="6A3E3E"/>
                </a:solidFill>
                <a:highlight>
                  <a:srgbClr val="FFFFFF"/>
                </a:highlight>
                <a:latin typeface="Courier New"/>
                <a:ea typeface="Courier New"/>
                <a:cs typeface="Courier New"/>
                <a:sym typeface="Courier New"/>
              </a:rPr>
              <a:t>payload</a:t>
            </a:r>
            <a:r>
              <a:rPr lang="en-US">
                <a:solidFill>
                  <a:schemeClr val="dk1"/>
                </a:solidFill>
                <a:highlight>
                  <a:srgbClr val="FFFFFF"/>
                </a:highlight>
                <a:latin typeface="Courier New"/>
                <a:ea typeface="Courier New"/>
                <a:cs typeface="Courier New"/>
                <a:sym typeface="Courier New"/>
              </a:rPr>
              <a:t> = JsonUtil.</a:t>
            </a:r>
            <a:r>
              <a:rPr i="1" lang="en-US">
                <a:solidFill>
                  <a:schemeClr val="dk1"/>
                </a:solidFill>
                <a:highlight>
                  <a:srgbClr val="FFFFFF"/>
                </a:highlight>
                <a:latin typeface="Courier New"/>
                <a:ea typeface="Courier New"/>
                <a:cs typeface="Courier New"/>
                <a:sym typeface="Courier New"/>
              </a:rPr>
              <a:t>fromJson</a:t>
            </a:r>
            <a:r>
              <a:rPr lang="en-US">
                <a:solidFill>
                  <a:schemeClr val="dk1"/>
                </a:solidFill>
                <a:highlight>
                  <a:srgbClr val="FFFFFF"/>
                </a:highlight>
                <a:latin typeface="Courier New"/>
                <a:ea typeface="Courier New"/>
                <a:cs typeface="Courier New"/>
                <a:sym typeface="Courier New"/>
              </a:rPr>
              <a:t>(</a:t>
            </a:r>
            <a:r>
              <a:rPr lang="en-US">
                <a:solidFill>
                  <a:srgbClr val="6A3E3E"/>
                </a:solidFill>
                <a:highlight>
                  <a:srgbClr val="FFFFFF"/>
                </a:highlight>
                <a:latin typeface="Courier New"/>
                <a:ea typeface="Courier New"/>
                <a:cs typeface="Courier New"/>
                <a:sym typeface="Courier New"/>
              </a:rPr>
              <a:t>req</a:t>
            </a:r>
            <a:r>
              <a:rPr lang="en-US">
                <a:solidFill>
                  <a:schemeClr val="dk1"/>
                </a:solidFill>
                <a:highlight>
                  <a:srgbClr val="FFFFFF"/>
                </a:highlight>
                <a:latin typeface="Courier New"/>
                <a:ea typeface="Courier New"/>
                <a:cs typeface="Courier New"/>
                <a:sym typeface="Courier New"/>
              </a:rPr>
              <a:t>.body(), Person.</a:t>
            </a:r>
            <a:r>
              <a:rPr b="1" lang="en-US">
                <a:solidFill>
                  <a:srgbClr val="7F0055"/>
                </a:solidFill>
                <a:highlight>
                  <a:srgbClr val="FFFFFF"/>
                </a:highlight>
                <a:latin typeface="Courier New"/>
                <a:ea typeface="Courier New"/>
                <a:cs typeface="Courier New"/>
                <a:sym typeface="Courier New"/>
              </a:rPr>
              <a:t>class</a:t>
            </a:r>
            <a:r>
              <a:rPr lang="en-US">
                <a:solidFill>
                  <a:schemeClr val="dk1"/>
                </a:solidFill>
                <a:highlight>
                  <a:srgbClr val="FFFFFF"/>
                </a:highlight>
                <a:latin typeface="Courier New"/>
                <a:ea typeface="Courier New"/>
                <a:cs typeface="Courier New"/>
                <a:sym typeface="Courier New"/>
              </a:rPr>
              <a:t>);	</a:t>
            </a:r>
            <a:endParaRPr>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lang="en-US">
                <a:solidFill>
                  <a:schemeClr val="dk1"/>
                </a:solidFill>
                <a:highlight>
                  <a:srgbClr val="FFFFFF"/>
                </a:highlight>
                <a:latin typeface="Courier New"/>
                <a:ea typeface="Courier New"/>
                <a:cs typeface="Courier New"/>
                <a:sym typeface="Courier New"/>
              </a:rPr>
              <a:t>           </a:t>
            </a:r>
            <a:r>
              <a:rPr b="1" lang="en-US">
                <a:solidFill>
                  <a:srgbClr val="7F0055"/>
                </a:solidFill>
                <a:highlight>
                  <a:srgbClr val="FFFFFF"/>
                </a:highlight>
                <a:latin typeface="Courier New"/>
                <a:ea typeface="Courier New"/>
                <a:cs typeface="Courier New"/>
                <a:sym typeface="Courier New"/>
              </a:rPr>
              <a:t>return</a:t>
            </a:r>
            <a:r>
              <a:rPr lang="en-US">
                <a:solidFill>
                  <a:schemeClr val="dk1"/>
                </a:solidFill>
                <a:highlight>
                  <a:srgbClr val="FFFFFF"/>
                </a:highlight>
                <a:latin typeface="Courier New"/>
                <a:ea typeface="Courier New"/>
                <a:cs typeface="Courier New"/>
                <a:sym typeface="Courier New"/>
              </a:rPr>
              <a:t> JsonUtil.</a:t>
            </a:r>
            <a:r>
              <a:rPr i="1" lang="en-US">
                <a:solidFill>
                  <a:schemeClr val="dk1"/>
                </a:solidFill>
                <a:highlight>
                  <a:srgbClr val="FFFFFF"/>
                </a:highlight>
                <a:latin typeface="Courier New"/>
                <a:ea typeface="Courier New"/>
                <a:cs typeface="Courier New"/>
                <a:sym typeface="Courier New"/>
              </a:rPr>
              <a:t>toJson</a:t>
            </a:r>
            <a:r>
              <a:rPr lang="en-US">
                <a:solidFill>
                  <a:schemeClr val="dk1"/>
                </a:solidFill>
                <a:highlight>
                  <a:srgbClr val="FFFFFF"/>
                </a:highlight>
                <a:latin typeface="Courier New"/>
                <a:ea typeface="Courier New"/>
                <a:cs typeface="Courier New"/>
                <a:sym typeface="Courier New"/>
              </a:rPr>
              <a:t>(</a:t>
            </a:r>
            <a:r>
              <a:rPr lang="en-US">
                <a:solidFill>
                  <a:srgbClr val="6A3E3E"/>
                </a:solidFill>
                <a:highlight>
                  <a:srgbClr val="FFFFFF"/>
                </a:highlight>
                <a:latin typeface="Courier New"/>
                <a:ea typeface="Courier New"/>
                <a:cs typeface="Courier New"/>
                <a:sym typeface="Courier New"/>
              </a:rPr>
              <a:t>payload</a:t>
            </a:r>
            <a:r>
              <a:rPr lang="en-US">
                <a:solidFill>
                  <a:schemeClr val="dk1"/>
                </a:solidFill>
                <a:highlight>
                  <a:srgbClr val="FFFFFF"/>
                </a:highlight>
                <a:latin typeface="Courier New"/>
                <a:ea typeface="Courier New"/>
                <a:cs typeface="Courier New"/>
                <a:sym typeface="Courier New"/>
              </a:rPr>
              <a:t>);</a:t>
            </a:r>
            <a:endParaRPr>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lang="en-US">
                <a:solidFill>
                  <a:schemeClr val="dk1"/>
                </a:solidFill>
                <a:highlight>
                  <a:srgbClr val="FFFFFF"/>
                </a:highlight>
                <a:latin typeface="Courier New"/>
                <a:ea typeface="Courier New"/>
                <a:cs typeface="Courier New"/>
                <a:sym typeface="Courier New"/>
              </a:rPr>
              <a:t>       });</a:t>
            </a:r>
            <a:endParaRPr>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t/>
            </a:r>
            <a:endParaRPr>
              <a:solidFill>
                <a:srgbClr val="3F7F5F"/>
              </a:solidFill>
              <a:highlight>
                <a:srgbClr val="FFFFFF"/>
              </a:highlight>
              <a:latin typeface="Courier New"/>
              <a:ea typeface="Courier New"/>
              <a:cs typeface="Courier New"/>
              <a:sym typeface="Courier New"/>
            </a:endParaRPr>
          </a:p>
          <a:p>
            <a:pPr indent="0" lvl="0" marL="0" marR="0" rtl="0" algn="l">
              <a:lnSpc>
                <a:spcPct val="115000"/>
              </a:lnSpc>
              <a:spcBef>
                <a:spcPts val="0"/>
              </a:spcBef>
              <a:spcAft>
                <a:spcPts val="0"/>
              </a:spcAft>
              <a:buNone/>
            </a:pPr>
            <a:r>
              <a:t/>
            </a:r>
            <a:endParaRPr baseline="30000" sz="1200">
              <a:solidFill>
                <a:schemeClr val="dk1"/>
              </a:solidFill>
              <a:latin typeface="Lexend"/>
              <a:ea typeface="Lexend"/>
              <a:cs typeface="Lexend"/>
              <a:sym typeface="Lexend"/>
            </a:endParaRPr>
          </a:p>
          <a:p>
            <a:pPr indent="0" lvl="0" marL="0" marR="0" rtl="0" algn="l">
              <a:lnSpc>
                <a:spcPct val="115000"/>
              </a:lnSpc>
              <a:spcBef>
                <a:spcPts val="0"/>
              </a:spcBef>
              <a:spcAft>
                <a:spcPts val="0"/>
              </a:spcAft>
              <a:buNone/>
            </a:pPr>
            <a:r>
              <a:t/>
            </a:r>
            <a:endParaRPr baseline="30000" sz="1200">
              <a:solidFill>
                <a:schemeClr val="dk1"/>
              </a:solidFill>
              <a:latin typeface="Lexend"/>
              <a:ea typeface="Lexend"/>
              <a:cs typeface="Lexend"/>
              <a:sym typeface="Lexend"/>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g3bd943db8a6_0_23"/>
          <p:cNvSpPr txBox="1"/>
          <p:nvPr>
            <p:ph type="title"/>
          </p:nvPr>
        </p:nvSpPr>
        <p:spPr>
          <a:xfrm>
            <a:off x="439648" y="189700"/>
            <a:ext cx="5510400" cy="6603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1100"/>
              <a:buFont typeface="Arial"/>
              <a:buNone/>
            </a:pPr>
            <a:r>
              <a:rPr lang="en-US" sz="1200">
                <a:latin typeface="IBM Plex Sans"/>
                <a:ea typeface="IBM Plex Sans"/>
                <a:cs typeface="IBM Plex Sans"/>
                <a:sym typeface="IBM Plex Sans"/>
              </a:rPr>
              <a:t>Introduction to APIs</a:t>
            </a:r>
            <a:endParaRPr sz="1200">
              <a:latin typeface="IBM Plex Sans"/>
              <a:ea typeface="IBM Plex Sans"/>
              <a:cs typeface="IBM Plex Sans"/>
              <a:sym typeface="IBM Plex Sans"/>
            </a:endParaRPr>
          </a:p>
        </p:txBody>
      </p:sp>
      <p:cxnSp>
        <p:nvCxnSpPr>
          <p:cNvPr id="325" name="Google Shape;325;g3bd943db8a6_0_23"/>
          <p:cNvCxnSpPr/>
          <p:nvPr/>
        </p:nvCxnSpPr>
        <p:spPr>
          <a:xfrm>
            <a:off x="97082" y="746462"/>
            <a:ext cx="10200300" cy="0"/>
          </a:xfrm>
          <a:prstGeom prst="straightConnector1">
            <a:avLst/>
          </a:prstGeom>
          <a:noFill/>
          <a:ln cap="flat" cmpd="sng" w="9525">
            <a:solidFill>
              <a:schemeClr val="accent1"/>
            </a:solidFill>
            <a:prstDash val="solid"/>
            <a:miter lim="800000"/>
            <a:headEnd len="sm" w="sm" type="none"/>
            <a:tailEnd len="sm" w="sm" type="none"/>
          </a:ln>
        </p:spPr>
      </p:cxnSp>
      <p:sp>
        <p:nvSpPr>
          <p:cNvPr id="326" name="Google Shape;326;g3bd943db8a6_0_23"/>
          <p:cNvSpPr txBox="1"/>
          <p:nvPr>
            <p:ph idx="4294967295" type="ctrTitle"/>
          </p:nvPr>
        </p:nvSpPr>
        <p:spPr>
          <a:xfrm>
            <a:off x="517400" y="983676"/>
            <a:ext cx="10150500" cy="6012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9B1D23"/>
              </a:buClr>
              <a:buSzPts val="4770"/>
              <a:buFont typeface="Arial Black"/>
              <a:buNone/>
            </a:pPr>
            <a:r>
              <a:rPr lang="en-US" sz="3440"/>
              <a:t>Exercise 1 - Individual (M7_ACTIVITY1)</a:t>
            </a:r>
            <a:endParaRPr sz="3440"/>
          </a:p>
        </p:txBody>
      </p:sp>
      <p:sp>
        <p:nvSpPr>
          <p:cNvPr id="327" name="Google Shape;327;g3bd943db8a6_0_23"/>
          <p:cNvSpPr txBox="1"/>
          <p:nvPr/>
        </p:nvSpPr>
        <p:spPr>
          <a:xfrm>
            <a:off x="517400" y="1764525"/>
            <a:ext cx="10150500" cy="3504000"/>
          </a:xfrm>
          <a:prstGeom prst="rect">
            <a:avLst/>
          </a:prstGeom>
          <a:noFill/>
          <a:ln>
            <a:noFill/>
          </a:ln>
        </p:spPr>
        <p:txBody>
          <a:bodyPr anchorCtr="0" anchor="t" bIns="91425" lIns="91425" spcFirstLastPara="1" rIns="91425" wrap="square" tIns="91425">
            <a:spAutoFit/>
          </a:bodyPr>
          <a:lstStyle/>
          <a:p>
            <a:pPr indent="-349250" lvl="0" marL="457200" marR="0" rtl="0" algn="l">
              <a:lnSpc>
                <a:spcPct val="115000"/>
              </a:lnSpc>
              <a:spcBef>
                <a:spcPts val="0"/>
              </a:spcBef>
              <a:spcAft>
                <a:spcPts val="0"/>
              </a:spcAft>
              <a:buClr>
                <a:schemeClr val="dk1"/>
              </a:buClr>
              <a:buSzPts val="1900"/>
              <a:buFont typeface="Lexend"/>
              <a:buChar char="●"/>
            </a:pPr>
            <a:r>
              <a:rPr lang="en-US" sz="1900">
                <a:solidFill>
                  <a:schemeClr val="dk1"/>
                </a:solidFill>
                <a:latin typeface="Lexend"/>
                <a:ea typeface="Lexend"/>
                <a:cs typeface="Lexend"/>
                <a:sym typeface="Lexend"/>
              </a:rPr>
              <a:t>Clone the repository </a:t>
            </a:r>
            <a:r>
              <a:rPr lang="en-US" sz="1900" u="sng">
                <a:solidFill>
                  <a:schemeClr val="hlink"/>
                </a:solidFill>
                <a:latin typeface="Lexend"/>
                <a:ea typeface="Lexend"/>
                <a:cs typeface="Lexend"/>
                <a:sym typeface="Lexend"/>
                <a:hlinkClick r:id="rId3"/>
              </a:rPr>
              <a:t>https://github.com/jpmenguito/api-training</a:t>
            </a:r>
            <a:r>
              <a:rPr lang="en-US" sz="1900">
                <a:solidFill>
                  <a:schemeClr val="dk1"/>
                </a:solidFill>
                <a:latin typeface="Lexend"/>
                <a:ea typeface="Lexend"/>
                <a:cs typeface="Lexend"/>
                <a:sym typeface="Lexend"/>
              </a:rPr>
              <a:t> (or sync the repository if you already cloned it)</a:t>
            </a:r>
            <a:endParaRPr sz="1900">
              <a:solidFill>
                <a:schemeClr val="dk1"/>
              </a:solidFill>
              <a:latin typeface="Lexend"/>
              <a:ea typeface="Lexend"/>
              <a:cs typeface="Lexend"/>
              <a:sym typeface="Lexend"/>
            </a:endParaRPr>
          </a:p>
          <a:p>
            <a:pPr indent="-349250" lvl="0" marL="457200" marR="0" rtl="0" algn="l">
              <a:lnSpc>
                <a:spcPct val="115000"/>
              </a:lnSpc>
              <a:spcBef>
                <a:spcPts val="0"/>
              </a:spcBef>
              <a:spcAft>
                <a:spcPts val="0"/>
              </a:spcAft>
              <a:buClr>
                <a:schemeClr val="dk1"/>
              </a:buClr>
              <a:buSzPts val="1900"/>
              <a:buFont typeface="Lexend"/>
              <a:buChar char="●"/>
            </a:pPr>
            <a:r>
              <a:rPr lang="en-US" sz="1900">
                <a:solidFill>
                  <a:schemeClr val="dk1"/>
                </a:solidFill>
                <a:latin typeface="Lexend"/>
                <a:ea typeface="Lexend"/>
                <a:cs typeface="Lexend"/>
                <a:sym typeface="Lexend"/>
              </a:rPr>
              <a:t>Import / Run the project named </a:t>
            </a:r>
            <a:r>
              <a:rPr b="1" lang="en-US" sz="1900">
                <a:solidFill>
                  <a:schemeClr val="dk1"/>
                </a:solidFill>
                <a:latin typeface="Lexend"/>
                <a:ea typeface="Lexend"/>
                <a:cs typeface="Lexend"/>
                <a:sym typeface="Lexend"/>
              </a:rPr>
              <a:t>m7_activity1</a:t>
            </a:r>
            <a:r>
              <a:rPr lang="en-US" sz="1900">
                <a:solidFill>
                  <a:schemeClr val="dk1"/>
                </a:solidFill>
                <a:latin typeface="Lexend"/>
                <a:ea typeface="Lexend"/>
                <a:cs typeface="Lexend"/>
                <a:sym typeface="Lexend"/>
              </a:rPr>
              <a:t> using Eclipse or your IDE.</a:t>
            </a:r>
            <a:endParaRPr sz="1900">
              <a:solidFill>
                <a:schemeClr val="dk1"/>
              </a:solidFill>
              <a:latin typeface="Lexend"/>
              <a:ea typeface="Lexend"/>
              <a:cs typeface="Lexend"/>
              <a:sym typeface="Lexend"/>
            </a:endParaRPr>
          </a:p>
          <a:p>
            <a:pPr indent="-349250" lvl="0" marL="457200" marR="0" rtl="0" algn="l">
              <a:lnSpc>
                <a:spcPct val="115000"/>
              </a:lnSpc>
              <a:spcBef>
                <a:spcPts val="0"/>
              </a:spcBef>
              <a:spcAft>
                <a:spcPts val="0"/>
              </a:spcAft>
              <a:buClr>
                <a:schemeClr val="dk1"/>
              </a:buClr>
              <a:buSzPts val="1900"/>
              <a:buFont typeface="Lexend"/>
              <a:buChar char="●"/>
            </a:pPr>
            <a:r>
              <a:rPr lang="en-US" sz="1900">
                <a:solidFill>
                  <a:schemeClr val="dk1"/>
                </a:solidFill>
                <a:latin typeface="Lexend"/>
                <a:ea typeface="Lexend"/>
                <a:cs typeface="Lexend"/>
                <a:sym typeface="Lexend"/>
              </a:rPr>
              <a:t>If you cannot run it, feel free to copy the code into your project, just make sure you have the proper Maven Dependencies. (See </a:t>
            </a:r>
            <a:r>
              <a:rPr b="1" lang="en-US" sz="1900">
                <a:solidFill>
                  <a:schemeClr val="dk1"/>
                </a:solidFill>
                <a:latin typeface="Lexend"/>
                <a:ea typeface="Lexend"/>
                <a:cs typeface="Lexend"/>
                <a:sym typeface="Lexend"/>
              </a:rPr>
              <a:t>Module 7 Prerequisites.pdf</a:t>
            </a:r>
            <a:r>
              <a:rPr b="1" lang="en-US" sz="1900">
                <a:solidFill>
                  <a:schemeClr val="dk1"/>
                </a:solidFill>
                <a:latin typeface="Lexend"/>
                <a:ea typeface="Lexend"/>
                <a:cs typeface="Lexend"/>
                <a:sym typeface="Lexend"/>
              </a:rPr>
              <a:t>)</a:t>
            </a:r>
            <a:endParaRPr sz="1900">
              <a:solidFill>
                <a:schemeClr val="dk1"/>
              </a:solidFill>
              <a:latin typeface="Lexend"/>
              <a:ea typeface="Lexend"/>
              <a:cs typeface="Lexend"/>
              <a:sym typeface="Lexend"/>
            </a:endParaRPr>
          </a:p>
          <a:p>
            <a:pPr indent="-349250" lvl="0" marL="457200" marR="0" rtl="0" algn="l">
              <a:lnSpc>
                <a:spcPct val="115000"/>
              </a:lnSpc>
              <a:spcBef>
                <a:spcPts val="0"/>
              </a:spcBef>
              <a:spcAft>
                <a:spcPts val="0"/>
              </a:spcAft>
              <a:buClr>
                <a:schemeClr val="dk1"/>
              </a:buClr>
              <a:buSzPts val="1900"/>
              <a:buFont typeface="Lexend"/>
              <a:buChar char="●"/>
            </a:pPr>
            <a:r>
              <a:rPr b="1" lang="en-US" sz="1900">
                <a:solidFill>
                  <a:schemeClr val="dk1"/>
                </a:solidFill>
                <a:latin typeface="Lexend"/>
                <a:ea typeface="Lexend"/>
                <a:cs typeface="Lexend"/>
                <a:sym typeface="Lexend"/>
              </a:rPr>
              <a:t>Requirements:</a:t>
            </a:r>
            <a:endParaRPr b="1" sz="1900">
              <a:solidFill>
                <a:schemeClr val="dk1"/>
              </a:solidFill>
              <a:latin typeface="Lexend"/>
              <a:ea typeface="Lexend"/>
              <a:cs typeface="Lexend"/>
              <a:sym typeface="Lexend"/>
            </a:endParaRPr>
          </a:p>
          <a:p>
            <a:pPr indent="-349250" lvl="1" marL="914400" marR="0" rtl="0" algn="l">
              <a:lnSpc>
                <a:spcPct val="115000"/>
              </a:lnSpc>
              <a:spcBef>
                <a:spcPts val="0"/>
              </a:spcBef>
              <a:spcAft>
                <a:spcPts val="0"/>
              </a:spcAft>
              <a:buClr>
                <a:schemeClr val="dk1"/>
              </a:buClr>
              <a:buSzPts val="1900"/>
              <a:buFont typeface="Lexend"/>
              <a:buChar char="○"/>
            </a:pPr>
            <a:r>
              <a:rPr lang="en-US" sz="1900">
                <a:solidFill>
                  <a:schemeClr val="dk1"/>
                </a:solidFill>
                <a:latin typeface="Lexend"/>
                <a:ea typeface="Lexend"/>
                <a:cs typeface="Lexend"/>
                <a:sym typeface="Lexend"/>
              </a:rPr>
              <a:t>Inside </a:t>
            </a:r>
            <a:r>
              <a:rPr b="1" lang="en-US" sz="1900">
                <a:solidFill>
                  <a:schemeClr val="dk1"/>
                </a:solidFill>
                <a:latin typeface="Lexend"/>
                <a:ea typeface="Lexend"/>
                <a:cs typeface="Lexend"/>
                <a:sym typeface="Lexend"/>
              </a:rPr>
              <a:t>Main.java,</a:t>
            </a:r>
            <a:r>
              <a:rPr lang="en-US" sz="1900">
                <a:solidFill>
                  <a:schemeClr val="dk1"/>
                </a:solidFill>
                <a:latin typeface="Lexend"/>
                <a:ea typeface="Lexend"/>
                <a:cs typeface="Lexend"/>
                <a:sym typeface="Lexend"/>
              </a:rPr>
              <a:t> implement a </a:t>
            </a:r>
            <a:r>
              <a:rPr b="1" lang="en-US" sz="1900">
                <a:solidFill>
                  <a:schemeClr val="dk1"/>
                </a:solidFill>
                <a:latin typeface="Lexend"/>
                <a:ea typeface="Lexend"/>
                <a:cs typeface="Lexend"/>
                <a:sym typeface="Lexend"/>
              </a:rPr>
              <a:t>GET</a:t>
            </a:r>
            <a:r>
              <a:rPr lang="en-US" sz="1900">
                <a:solidFill>
                  <a:schemeClr val="dk1"/>
                </a:solidFill>
                <a:latin typeface="Lexend"/>
                <a:ea typeface="Lexend"/>
                <a:cs typeface="Lexend"/>
                <a:sym typeface="Lexend"/>
              </a:rPr>
              <a:t> and </a:t>
            </a:r>
            <a:r>
              <a:rPr b="1" lang="en-US" sz="1900">
                <a:solidFill>
                  <a:schemeClr val="dk1"/>
                </a:solidFill>
                <a:latin typeface="Lexend"/>
                <a:ea typeface="Lexend"/>
                <a:cs typeface="Lexend"/>
                <a:sym typeface="Lexend"/>
              </a:rPr>
              <a:t>POST</a:t>
            </a:r>
            <a:r>
              <a:rPr lang="en-US" sz="1900">
                <a:solidFill>
                  <a:schemeClr val="dk1"/>
                </a:solidFill>
                <a:latin typeface="Lexend"/>
                <a:ea typeface="Lexend"/>
                <a:cs typeface="Lexend"/>
                <a:sym typeface="Lexend"/>
              </a:rPr>
              <a:t> endpoint for the entity Movie</a:t>
            </a:r>
            <a:endParaRPr sz="1900">
              <a:solidFill>
                <a:schemeClr val="dk1"/>
              </a:solidFill>
              <a:latin typeface="Lexend"/>
              <a:ea typeface="Lexend"/>
              <a:cs typeface="Lexend"/>
              <a:sym typeface="Lexend"/>
            </a:endParaRPr>
          </a:p>
          <a:p>
            <a:pPr indent="-349250" lvl="1" marL="914400" marR="0" rtl="0" algn="l">
              <a:lnSpc>
                <a:spcPct val="115000"/>
              </a:lnSpc>
              <a:spcBef>
                <a:spcPts val="0"/>
              </a:spcBef>
              <a:spcAft>
                <a:spcPts val="0"/>
              </a:spcAft>
              <a:buClr>
                <a:schemeClr val="dk1"/>
              </a:buClr>
              <a:buSzPts val="1900"/>
              <a:buFont typeface="Lexend"/>
              <a:buChar char="○"/>
            </a:pPr>
            <a:r>
              <a:rPr b="1" lang="en-US" sz="1900">
                <a:solidFill>
                  <a:schemeClr val="dk1"/>
                </a:solidFill>
                <a:latin typeface="Lexend"/>
                <a:ea typeface="Lexend"/>
                <a:cs typeface="Lexend"/>
                <a:sym typeface="Lexend"/>
              </a:rPr>
              <a:t>GET</a:t>
            </a:r>
            <a:r>
              <a:rPr lang="en-US" sz="1900">
                <a:solidFill>
                  <a:schemeClr val="dk1"/>
                </a:solidFill>
                <a:latin typeface="Lexend"/>
                <a:ea typeface="Lexend"/>
                <a:cs typeface="Lexend"/>
                <a:sym typeface="Lexend"/>
              </a:rPr>
              <a:t> movies should retrieve </a:t>
            </a:r>
            <a:r>
              <a:rPr b="1" lang="en-US" sz="1900">
                <a:solidFill>
                  <a:schemeClr val="dk1"/>
                </a:solidFill>
                <a:latin typeface="Lexend"/>
                <a:ea typeface="Lexend"/>
                <a:cs typeface="Lexend"/>
                <a:sym typeface="Lexend"/>
              </a:rPr>
              <a:t>all movies</a:t>
            </a:r>
            <a:endParaRPr b="1" sz="1900">
              <a:solidFill>
                <a:schemeClr val="dk1"/>
              </a:solidFill>
              <a:latin typeface="Lexend"/>
              <a:ea typeface="Lexend"/>
              <a:cs typeface="Lexend"/>
              <a:sym typeface="Lexend"/>
            </a:endParaRPr>
          </a:p>
          <a:p>
            <a:pPr indent="-349250" lvl="1" marL="914400" marR="0" rtl="0" algn="l">
              <a:lnSpc>
                <a:spcPct val="115000"/>
              </a:lnSpc>
              <a:spcBef>
                <a:spcPts val="0"/>
              </a:spcBef>
              <a:spcAft>
                <a:spcPts val="0"/>
              </a:spcAft>
              <a:buClr>
                <a:schemeClr val="dk1"/>
              </a:buClr>
              <a:buSzPts val="1900"/>
              <a:buFont typeface="Lexend"/>
              <a:buChar char="○"/>
            </a:pPr>
            <a:r>
              <a:rPr b="1" lang="en-US" sz="1900">
                <a:solidFill>
                  <a:schemeClr val="dk1"/>
                </a:solidFill>
                <a:latin typeface="Lexend"/>
                <a:ea typeface="Lexend"/>
                <a:cs typeface="Lexend"/>
                <a:sym typeface="Lexend"/>
              </a:rPr>
              <a:t>POST</a:t>
            </a:r>
            <a:r>
              <a:rPr lang="en-US" sz="1900">
                <a:solidFill>
                  <a:schemeClr val="dk1"/>
                </a:solidFill>
                <a:latin typeface="Lexend"/>
                <a:ea typeface="Lexend"/>
                <a:cs typeface="Lexend"/>
                <a:sym typeface="Lexend"/>
              </a:rPr>
              <a:t> movies should accept a Movie object from the request and save it inside the repository.</a:t>
            </a:r>
            <a:endParaRPr sz="1900">
              <a:solidFill>
                <a:schemeClr val="dk1"/>
              </a:solidFill>
              <a:latin typeface="Lexend"/>
              <a:ea typeface="Lexend"/>
              <a:cs typeface="Lexend"/>
              <a:sym typeface="Lexend"/>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g3bda3d096ad_0_147"/>
          <p:cNvSpPr txBox="1"/>
          <p:nvPr>
            <p:ph type="title"/>
          </p:nvPr>
        </p:nvSpPr>
        <p:spPr>
          <a:xfrm>
            <a:off x="439648" y="189700"/>
            <a:ext cx="5510400" cy="6603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1100"/>
              <a:buFont typeface="Arial"/>
              <a:buNone/>
            </a:pPr>
            <a:r>
              <a:rPr lang="en-US" sz="1200">
                <a:latin typeface="IBM Plex Sans"/>
                <a:ea typeface="IBM Plex Sans"/>
                <a:cs typeface="IBM Plex Sans"/>
                <a:sym typeface="IBM Plex Sans"/>
              </a:rPr>
              <a:t>Introduction to APIs</a:t>
            </a:r>
            <a:endParaRPr sz="1200">
              <a:latin typeface="IBM Plex Sans"/>
              <a:ea typeface="IBM Plex Sans"/>
              <a:cs typeface="IBM Plex Sans"/>
              <a:sym typeface="IBM Plex Sans"/>
            </a:endParaRPr>
          </a:p>
        </p:txBody>
      </p:sp>
      <p:cxnSp>
        <p:nvCxnSpPr>
          <p:cNvPr id="334" name="Google Shape;334;g3bda3d096ad_0_147"/>
          <p:cNvCxnSpPr/>
          <p:nvPr/>
        </p:nvCxnSpPr>
        <p:spPr>
          <a:xfrm>
            <a:off x="97082" y="746462"/>
            <a:ext cx="10200300" cy="0"/>
          </a:xfrm>
          <a:prstGeom prst="straightConnector1">
            <a:avLst/>
          </a:prstGeom>
          <a:noFill/>
          <a:ln cap="flat" cmpd="sng" w="9525">
            <a:solidFill>
              <a:schemeClr val="accent1"/>
            </a:solidFill>
            <a:prstDash val="solid"/>
            <a:miter lim="800000"/>
            <a:headEnd len="sm" w="sm" type="none"/>
            <a:tailEnd len="sm" w="sm" type="none"/>
          </a:ln>
        </p:spPr>
      </p:cxnSp>
      <p:sp>
        <p:nvSpPr>
          <p:cNvPr id="335" name="Google Shape;335;g3bda3d096ad_0_147"/>
          <p:cNvSpPr txBox="1"/>
          <p:nvPr>
            <p:ph idx="4294967295" type="ctrTitle"/>
          </p:nvPr>
        </p:nvSpPr>
        <p:spPr>
          <a:xfrm>
            <a:off x="517400" y="983676"/>
            <a:ext cx="10150500" cy="6012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9B1D23"/>
              </a:buClr>
              <a:buSzPts val="4770"/>
              <a:buFont typeface="Arial Black"/>
              <a:buNone/>
            </a:pPr>
            <a:r>
              <a:rPr lang="en-US" sz="3440"/>
              <a:t>Exercise 1 - Individual (M7_ACTIVITY1)</a:t>
            </a:r>
            <a:endParaRPr sz="3440"/>
          </a:p>
        </p:txBody>
      </p:sp>
      <p:sp>
        <p:nvSpPr>
          <p:cNvPr id="336" name="Google Shape;336;g3bda3d096ad_0_147"/>
          <p:cNvSpPr txBox="1"/>
          <p:nvPr/>
        </p:nvSpPr>
        <p:spPr>
          <a:xfrm>
            <a:off x="517400" y="1764525"/>
            <a:ext cx="10150500" cy="3840300"/>
          </a:xfrm>
          <a:prstGeom prst="rect">
            <a:avLst/>
          </a:prstGeom>
          <a:noFill/>
          <a:ln>
            <a:noFill/>
          </a:ln>
        </p:spPr>
        <p:txBody>
          <a:bodyPr anchorCtr="0" anchor="t" bIns="91425" lIns="91425" spcFirstLastPara="1" rIns="91425" wrap="square" tIns="91425">
            <a:spAutoFit/>
          </a:bodyPr>
          <a:lstStyle/>
          <a:p>
            <a:pPr indent="-349250" lvl="0" marL="457200" marR="0" rtl="0" algn="l">
              <a:lnSpc>
                <a:spcPct val="115000"/>
              </a:lnSpc>
              <a:spcBef>
                <a:spcPts val="0"/>
              </a:spcBef>
              <a:spcAft>
                <a:spcPts val="0"/>
              </a:spcAft>
              <a:buClr>
                <a:schemeClr val="dk1"/>
              </a:buClr>
              <a:buSzPts val="1900"/>
              <a:buFont typeface="Lexend"/>
              <a:buChar char="●"/>
            </a:pPr>
            <a:r>
              <a:rPr b="1" lang="en-US" sz="1900">
                <a:solidFill>
                  <a:schemeClr val="dk1"/>
                </a:solidFill>
                <a:latin typeface="Lexend"/>
                <a:ea typeface="Lexend"/>
                <a:cs typeface="Lexend"/>
                <a:sym typeface="Lexend"/>
              </a:rPr>
              <a:t>m7_activity1</a:t>
            </a:r>
            <a:r>
              <a:rPr lang="en-US" sz="1900">
                <a:solidFill>
                  <a:schemeClr val="dk1"/>
                </a:solidFill>
                <a:latin typeface="Lexend"/>
                <a:ea typeface="Lexend"/>
                <a:cs typeface="Lexend"/>
                <a:sym typeface="Lexend"/>
              </a:rPr>
              <a:t> is already configured to have a database with an already existing </a:t>
            </a:r>
            <a:r>
              <a:rPr b="1" lang="en-US" sz="1900">
                <a:solidFill>
                  <a:schemeClr val="dk1"/>
                </a:solidFill>
                <a:latin typeface="Lexend"/>
                <a:ea typeface="Lexend"/>
                <a:cs typeface="Lexend"/>
                <a:sym typeface="Lexend"/>
              </a:rPr>
              <a:t>Movie</a:t>
            </a:r>
            <a:r>
              <a:rPr lang="en-US" sz="1900">
                <a:solidFill>
                  <a:schemeClr val="dk1"/>
                </a:solidFill>
                <a:latin typeface="Lexend"/>
                <a:ea typeface="Lexend"/>
                <a:cs typeface="Lexend"/>
                <a:sym typeface="Lexend"/>
              </a:rPr>
              <a:t> for the model, </a:t>
            </a:r>
            <a:r>
              <a:rPr b="1" lang="en-US" sz="1900">
                <a:solidFill>
                  <a:schemeClr val="dk1"/>
                </a:solidFill>
                <a:latin typeface="Lexend"/>
                <a:ea typeface="Lexend"/>
                <a:cs typeface="Lexend"/>
                <a:sym typeface="Lexend"/>
              </a:rPr>
              <a:t>MovieRepository</a:t>
            </a:r>
            <a:r>
              <a:rPr lang="en-US" sz="1900">
                <a:solidFill>
                  <a:schemeClr val="dk1"/>
                </a:solidFill>
                <a:latin typeface="Lexend"/>
                <a:ea typeface="Lexend"/>
                <a:cs typeface="Lexend"/>
                <a:sym typeface="Lexend"/>
              </a:rPr>
              <a:t> for the DAO. </a:t>
            </a:r>
            <a:endParaRPr sz="1900">
              <a:solidFill>
                <a:schemeClr val="dk1"/>
              </a:solidFill>
              <a:latin typeface="Lexend"/>
              <a:ea typeface="Lexend"/>
              <a:cs typeface="Lexend"/>
              <a:sym typeface="Lexend"/>
            </a:endParaRPr>
          </a:p>
          <a:p>
            <a:pPr indent="-349250" lvl="0" marL="457200" marR="0" rtl="0" algn="l">
              <a:lnSpc>
                <a:spcPct val="115000"/>
              </a:lnSpc>
              <a:spcBef>
                <a:spcPts val="0"/>
              </a:spcBef>
              <a:spcAft>
                <a:spcPts val="0"/>
              </a:spcAft>
              <a:buClr>
                <a:schemeClr val="dk1"/>
              </a:buClr>
              <a:buSzPts val="1900"/>
              <a:buFont typeface="Lexend"/>
              <a:buChar char="●"/>
            </a:pPr>
            <a:r>
              <a:rPr lang="en-US" sz="1900">
                <a:solidFill>
                  <a:schemeClr val="dk1"/>
                </a:solidFill>
                <a:latin typeface="Lexend"/>
                <a:ea typeface="Lexend"/>
                <a:cs typeface="Lexend"/>
                <a:sym typeface="Lexend"/>
              </a:rPr>
              <a:t>Use the functions of </a:t>
            </a:r>
            <a:r>
              <a:rPr b="1" lang="en-US" sz="1900">
                <a:solidFill>
                  <a:schemeClr val="dk1"/>
                </a:solidFill>
                <a:latin typeface="Lexend"/>
                <a:ea typeface="Lexend"/>
                <a:cs typeface="Lexend"/>
                <a:sym typeface="Lexend"/>
              </a:rPr>
              <a:t>MovieRepository</a:t>
            </a:r>
            <a:r>
              <a:rPr lang="en-US" sz="1900">
                <a:solidFill>
                  <a:schemeClr val="dk1"/>
                </a:solidFill>
                <a:latin typeface="Lexend"/>
                <a:ea typeface="Lexend"/>
                <a:cs typeface="Lexend"/>
                <a:sym typeface="Lexend"/>
              </a:rPr>
              <a:t> to satisfy the requirements below.</a:t>
            </a:r>
            <a:endParaRPr sz="1900">
              <a:solidFill>
                <a:schemeClr val="dk1"/>
              </a:solidFill>
              <a:latin typeface="Lexend"/>
              <a:ea typeface="Lexend"/>
              <a:cs typeface="Lexend"/>
              <a:sym typeface="Lexend"/>
            </a:endParaRPr>
          </a:p>
          <a:p>
            <a:pPr indent="-349250" lvl="0" marL="457200" marR="0" rtl="0" algn="l">
              <a:lnSpc>
                <a:spcPct val="115000"/>
              </a:lnSpc>
              <a:spcBef>
                <a:spcPts val="0"/>
              </a:spcBef>
              <a:spcAft>
                <a:spcPts val="0"/>
              </a:spcAft>
              <a:buClr>
                <a:schemeClr val="dk1"/>
              </a:buClr>
              <a:buSzPts val="1900"/>
              <a:buFont typeface="Lexend"/>
              <a:buChar char="●"/>
            </a:pPr>
            <a:r>
              <a:rPr b="1" lang="en-US" sz="1900">
                <a:solidFill>
                  <a:schemeClr val="dk1"/>
                </a:solidFill>
                <a:latin typeface="Lexend"/>
                <a:ea typeface="Lexend"/>
                <a:cs typeface="Lexend"/>
                <a:sym typeface="Lexend"/>
              </a:rPr>
              <a:t>NOTE: </a:t>
            </a:r>
            <a:r>
              <a:rPr lang="en-US" sz="1900">
                <a:solidFill>
                  <a:schemeClr val="dk1"/>
                </a:solidFill>
                <a:latin typeface="Lexend"/>
                <a:ea typeface="Lexend"/>
                <a:cs typeface="Lexend"/>
                <a:sym typeface="Lexend"/>
              </a:rPr>
              <a:t>edit /src/resources/META-INF/persistence.xml</a:t>
            </a:r>
            <a:r>
              <a:rPr b="1" lang="en-US" sz="1900">
                <a:solidFill>
                  <a:schemeClr val="dk1"/>
                </a:solidFill>
                <a:latin typeface="Lexend"/>
                <a:ea typeface="Lexend"/>
                <a:cs typeface="Lexend"/>
                <a:sym typeface="Lexend"/>
              </a:rPr>
              <a:t> </a:t>
            </a:r>
            <a:r>
              <a:rPr lang="en-US" sz="1900">
                <a:solidFill>
                  <a:schemeClr val="dk1"/>
                </a:solidFill>
                <a:latin typeface="Lexend"/>
                <a:ea typeface="Lexend"/>
                <a:cs typeface="Lexend"/>
                <a:sym typeface="Lexend"/>
              </a:rPr>
              <a:t>according to </a:t>
            </a:r>
            <a:r>
              <a:rPr b="1" lang="en-US" sz="1900">
                <a:solidFill>
                  <a:schemeClr val="dk1"/>
                </a:solidFill>
                <a:latin typeface="Lexend"/>
                <a:ea typeface="Lexend"/>
                <a:cs typeface="Lexend"/>
                <a:sym typeface="Lexend"/>
              </a:rPr>
              <a:t>your computer’s database </a:t>
            </a:r>
            <a:r>
              <a:rPr lang="en-US" sz="1900">
                <a:solidFill>
                  <a:schemeClr val="dk1"/>
                </a:solidFill>
                <a:latin typeface="Lexend"/>
                <a:ea typeface="Lexend"/>
                <a:cs typeface="Lexend"/>
                <a:sym typeface="Lexend"/>
              </a:rPr>
              <a:t>setup.</a:t>
            </a:r>
            <a:endParaRPr sz="1900">
              <a:solidFill>
                <a:schemeClr val="dk1"/>
              </a:solidFill>
              <a:latin typeface="Lexend"/>
              <a:ea typeface="Lexend"/>
              <a:cs typeface="Lexend"/>
              <a:sym typeface="Lexend"/>
            </a:endParaRPr>
          </a:p>
          <a:p>
            <a:pPr indent="0" lvl="0" marL="0" marR="0" rtl="0" algn="l">
              <a:lnSpc>
                <a:spcPct val="115000"/>
              </a:lnSpc>
              <a:spcBef>
                <a:spcPts val="0"/>
              </a:spcBef>
              <a:spcAft>
                <a:spcPts val="0"/>
              </a:spcAft>
              <a:buNone/>
            </a:pPr>
            <a:r>
              <a:t/>
            </a:r>
            <a:endParaRPr sz="1900">
              <a:solidFill>
                <a:schemeClr val="dk1"/>
              </a:solidFill>
              <a:latin typeface="Lexend"/>
              <a:ea typeface="Lexend"/>
              <a:cs typeface="Lexend"/>
              <a:sym typeface="Lexend"/>
            </a:endParaRPr>
          </a:p>
          <a:p>
            <a:pPr indent="-349250" lvl="0" marL="457200" marR="0" rtl="0" algn="l">
              <a:lnSpc>
                <a:spcPct val="115000"/>
              </a:lnSpc>
              <a:spcBef>
                <a:spcPts val="0"/>
              </a:spcBef>
              <a:spcAft>
                <a:spcPts val="0"/>
              </a:spcAft>
              <a:buClr>
                <a:schemeClr val="dk1"/>
              </a:buClr>
              <a:buSzPts val="1900"/>
              <a:buFont typeface="Lexend"/>
              <a:buChar char="●"/>
            </a:pPr>
            <a:r>
              <a:rPr b="1" lang="en-US" sz="1900">
                <a:solidFill>
                  <a:schemeClr val="dk1"/>
                </a:solidFill>
                <a:latin typeface="Lexend"/>
                <a:ea typeface="Lexend"/>
                <a:cs typeface="Lexend"/>
                <a:sym typeface="Lexend"/>
              </a:rPr>
              <a:t>Requirements:</a:t>
            </a:r>
            <a:endParaRPr b="1" sz="1900">
              <a:solidFill>
                <a:schemeClr val="dk1"/>
              </a:solidFill>
              <a:latin typeface="Lexend"/>
              <a:ea typeface="Lexend"/>
              <a:cs typeface="Lexend"/>
              <a:sym typeface="Lexend"/>
            </a:endParaRPr>
          </a:p>
          <a:p>
            <a:pPr indent="-349250" lvl="1" marL="914400" marR="0" rtl="0" algn="l">
              <a:lnSpc>
                <a:spcPct val="115000"/>
              </a:lnSpc>
              <a:spcBef>
                <a:spcPts val="0"/>
              </a:spcBef>
              <a:spcAft>
                <a:spcPts val="0"/>
              </a:spcAft>
              <a:buClr>
                <a:schemeClr val="dk1"/>
              </a:buClr>
              <a:buSzPts val="1900"/>
              <a:buFont typeface="Lexend"/>
              <a:buChar char="○"/>
            </a:pPr>
            <a:r>
              <a:rPr lang="en-US" sz="1900">
                <a:solidFill>
                  <a:schemeClr val="dk1"/>
                </a:solidFill>
                <a:latin typeface="Lexend"/>
                <a:ea typeface="Lexend"/>
                <a:cs typeface="Lexend"/>
                <a:sym typeface="Lexend"/>
              </a:rPr>
              <a:t>Inside </a:t>
            </a:r>
            <a:r>
              <a:rPr b="1" lang="en-US" sz="1900">
                <a:solidFill>
                  <a:schemeClr val="dk1"/>
                </a:solidFill>
                <a:latin typeface="Lexend"/>
                <a:ea typeface="Lexend"/>
                <a:cs typeface="Lexend"/>
                <a:sym typeface="Lexend"/>
              </a:rPr>
              <a:t>Main.java,</a:t>
            </a:r>
            <a:r>
              <a:rPr lang="en-US" sz="1900">
                <a:solidFill>
                  <a:schemeClr val="dk1"/>
                </a:solidFill>
                <a:latin typeface="Lexend"/>
                <a:ea typeface="Lexend"/>
                <a:cs typeface="Lexend"/>
                <a:sym typeface="Lexend"/>
              </a:rPr>
              <a:t> implement a </a:t>
            </a:r>
            <a:r>
              <a:rPr b="1" lang="en-US" sz="1900">
                <a:solidFill>
                  <a:schemeClr val="dk1"/>
                </a:solidFill>
                <a:latin typeface="Lexend"/>
                <a:ea typeface="Lexend"/>
                <a:cs typeface="Lexend"/>
                <a:sym typeface="Lexend"/>
              </a:rPr>
              <a:t>GET</a:t>
            </a:r>
            <a:r>
              <a:rPr lang="en-US" sz="1900">
                <a:solidFill>
                  <a:schemeClr val="dk1"/>
                </a:solidFill>
                <a:latin typeface="Lexend"/>
                <a:ea typeface="Lexend"/>
                <a:cs typeface="Lexend"/>
                <a:sym typeface="Lexend"/>
              </a:rPr>
              <a:t> and </a:t>
            </a:r>
            <a:r>
              <a:rPr b="1" lang="en-US" sz="1900">
                <a:solidFill>
                  <a:schemeClr val="dk1"/>
                </a:solidFill>
                <a:latin typeface="Lexend"/>
                <a:ea typeface="Lexend"/>
                <a:cs typeface="Lexend"/>
                <a:sym typeface="Lexend"/>
              </a:rPr>
              <a:t>POST</a:t>
            </a:r>
            <a:r>
              <a:rPr lang="en-US" sz="1900">
                <a:solidFill>
                  <a:schemeClr val="dk1"/>
                </a:solidFill>
                <a:latin typeface="Lexend"/>
                <a:ea typeface="Lexend"/>
                <a:cs typeface="Lexend"/>
                <a:sym typeface="Lexend"/>
              </a:rPr>
              <a:t> endpoint for the entity Movie</a:t>
            </a:r>
            <a:endParaRPr sz="1900">
              <a:solidFill>
                <a:schemeClr val="dk1"/>
              </a:solidFill>
              <a:latin typeface="Lexend"/>
              <a:ea typeface="Lexend"/>
              <a:cs typeface="Lexend"/>
              <a:sym typeface="Lexend"/>
            </a:endParaRPr>
          </a:p>
          <a:p>
            <a:pPr indent="-349250" lvl="1" marL="914400" marR="0" rtl="0" algn="l">
              <a:lnSpc>
                <a:spcPct val="115000"/>
              </a:lnSpc>
              <a:spcBef>
                <a:spcPts val="0"/>
              </a:spcBef>
              <a:spcAft>
                <a:spcPts val="0"/>
              </a:spcAft>
              <a:buClr>
                <a:schemeClr val="dk1"/>
              </a:buClr>
              <a:buSzPts val="1900"/>
              <a:buFont typeface="Lexend"/>
              <a:buChar char="○"/>
            </a:pPr>
            <a:r>
              <a:rPr b="1" lang="en-US" sz="1900">
                <a:solidFill>
                  <a:schemeClr val="dk1"/>
                </a:solidFill>
                <a:latin typeface="Lexend"/>
                <a:ea typeface="Lexend"/>
                <a:cs typeface="Lexend"/>
                <a:sym typeface="Lexend"/>
              </a:rPr>
              <a:t>GET</a:t>
            </a:r>
            <a:r>
              <a:rPr lang="en-US" sz="1900">
                <a:solidFill>
                  <a:schemeClr val="dk1"/>
                </a:solidFill>
                <a:latin typeface="Lexend"/>
                <a:ea typeface="Lexend"/>
                <a:cs typeface="Lexend"/>
                <a:sym typeface="Lexend"/>
              </a:rPr>
              <a:t> movies should retrieve </a:t>
            </a:r>
            <a:r>
              <a:rPr b="1" lang="en-US" sz="1900">
                <a:solidFill>
                  <a:schemeClr val="dk1"/>
                </a:solidFill>
                <a:latin typeface="Lexend"/>
                <a:ea typeface="Lexend"/>
                <a:cs typeface="Lexend"/>
                <a:sym typeface="Lexend"/>
              </a:rPr>
              <a:t>all movies</a:t>
            </a:r>
            <a:endParaRPr b="1" sz="1900">
              <a:solidFill>
                <a:schemeClr val="dk1"/>
              </a:solidFill>
              <a:latin typeface="Lexend"/>
              <a:ea typeface="Lexend"/>
              <a:cs typeface="Lexend"/>
              <a:sym typeface="Lexend"/>
            </a:endParaRPr>
          </a:p>
          <a:p>
            <a:pPr indent="-349250" lvl="1" marL="914400" marR="0" rtl="0" algn="l">
              <a:lnSpc>
                <a:spcPct val="115000"/>
              </a:lnSpc>
              <a:spcBef>
                <a:spcPts val="0"/>
              </a:spcBef>
              <a:spcAft>
                <a:spcPts val="0"/>
              </a:spcAft>
              <a:buClr>
                <a:schemeClr val="dk1"/>
              </a:buClr>
              <a:buSzPts val="1900"/>
              <a:buFont typeface="Lexend"/>
              <a:buChar char="○"/>
            </a:pPr>
            <a:r>
              <a:rPr b="1" lang="en-US" sz="1900">
                <a:solidFill>
                  <a:schemeClr val="dk1"/>
                </a:solidFill>
                <a:latin typeface="Lexend"/>
                <a:ea typeface="Lexend"/>
                <a:cs typeface="Lexend"/>
                <a:sym typeface="Lexend"/>
              </a:rPr>
              <a:t>POST</a:t>
            </a:r>
            <a:r>
              <a:rPr lang="en-US" sz="1900">
                <a:solidFill>
                  <a:schemeClr val="dk1"/>
                </a:solidFill>
                <a:latin typeface="Lexend"/>
                <a:ea typeface="Lexend"/>
                <a:cs typeface="Lexend"/>
                <a:sym typeface="Lexend"/>
              </a:rPr>
              <a:t> movies should accept a Movie object from the request and save it inside the repository.</a:t>
            </a:r>
            <a:endParaRPr sz="1900">
              <a:solidFill>
                <a:schemeClr val="dk1"/>
              </a:solidFill>
              <a:latin typeface="Lexend"/>
              <a:ea typeface="Lexend"/>
              <a:cs typeface="Lexend"/>
              <a:sym typeface="Lexend"/>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g3869d7c24ac_1_13"/>
          <p:cNvSpPr txBox="1"/>
          <p:nvPr>
            <p:ph type="title"/>
          </p:nvPr>
        </p:nvSpPr>
        <p:spPr>
          <a:xfrm>
            <a:off x="439648" y="189700"/>
            <a:ext cx="5510400" cy="6603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1100"/>
              <a:buFont typeface="Arial"/>
              <a:buNone/>
            </a:pPr>
            <a:r>
              <a:rPr lang="en-US" sz="1200">
                <a:latin typeface="IBM Plex Sans"/>
                <a:ea typeface="IBM Plex Sans"/>
                <a:cs typeface="IBM Plex Sans"/>
                <a:sym typeface="IBM Plex Sans"/>
              </a:rPr>
              <a:t>Introduction to APIs</a:t>
            </a:r>
            <a:endParaRPr sz="1200">
              <a:latin typeface="IBM Plex Sans"/>
              <a:ea typeface="IBM Plex Sans"/>
              <a:cs typeface="IBM Plex Sans"/>
              <a:sym typeface="IBM Plex Sans"/>
            </a:endParaRPr>
          </a:p>
        </p:txBody>
      </p:sp>
      <p:cxnSp>
        <p:nvCxnSpPr>
          <p:cNvPr id="343" name="Google Shape;343;g3869d7c24ac_1_13"/>
          <p:cNvCxnSpPr/>
          <p:nvPr/>
        </p:nvCxnSpPr>
        <p:spPr>
          <a:xfrm>
            <a:off x="97082" y="746462"/>
            <a:ext cx="10200300" cy="0"/>
          </a:xfrm>
          <a:prstGeom prst="straightConnector1">
            <a:avLst/>
          </a:prstGeom>
          <a:noFill/>
          <a:ln cap="flat" cmpd="sng" w="9525">
            <a:solidFill>
              <a:schemeClr val="accent1"/>
            </a:solidFill>
            <a:prstDash val="solid"/>
            <a:miter lim="800000"/>
            <a:headEnd len="sm" w="sm" type="none"/>
            <a:tailEnd len="sm" w="sm" type="none"/>
          </a:ln>
        </p:spPr>
      </p:cxnSp>
      <p:sp>
        <p:nvSpPr>
          <p:cNvPr id="344" name="Google Shape;344;g3869d7c24ac_1_13"/>
          <p:cNvSpPr txBox="1"/>
          <p:nvPr>
            <p:ph idx="4294967295" type="ctrTitle"/>
          </p:nvPr>
        </p:nvSpPr>
        <p:spPr>
          <a:xfrm>
            <a:off x="517400" y="983676"/>
            <a:ext cx="10150500" cy="601200"/>
          </a:xfrm>
          <a:prstGeom prst="rect">
            <a:avLst/>
          </a:prstGeom>
          <a:noFill/>
          <a:ln>
            <a:noFill/>
          </a:ln>
        </p:spPr>
        <p:txBody>
          <a:bodyPr anchorCtr="0" anchor="t" bIns="45700" lIns="91425" spcFirstLastPara="1" rIns="91425" wrap="square" tIns="45700">
            <a:normAutofit fontScale="90000"/>
          </a:bodyPr>
          <a:lstStyle/>
          <a:p>
            <a:pPr indent="0" lvl="0" marL="0" marR="0" rtl="0" algn="l">
              <a:lnSpc>
                <a:spcPct val="90000"/>
              </a:lnSpc>
              <a:spcBef>
                <a:spcPts val="0"/>
              </a:spcBef>
              <a:spcAft>
                <a:spcPts val="0"/>
              </a:spcAft>
              <a:buClr>
                <a:srgbClr val="9B1D23"/>
              </a:buClr>
              <a:buSzPct val="124209"/>
              <a:buFont typeface="Arial Black"/>
              <a:buNone/>
            </a:pPr>
            <a:r>
              <a:rPr lang="en-US"/>
              <a:t>Postman Quick Guide</a:t>
            </a:r>
            <a:endParaRPr/>
          </a:p>
        </p:txBody>
      </p:sp>
      <p:pic>
        <p:nvPicPr>
          <p:cNvPr id="345" name="Google Shape;345;g3869d7c24ac_1_13"/>
          <p:cNvPicPr preferRelativeResize="0"/>
          <p:nvPr/>
        </p:nvPicPr>
        <p:blipFill>
          <a:blip r:embed="rId3">
            <a:alphaModFix/>
          </a:blip>
          <a:stretch>
            <a:fillRect/>
          </a:stretch>
        </p:blipFill>
        <p:spPr>
          <a:xfrm>
            <a:off x="1606175" y="1536201"/>
            <a:ext cx="8691199" cy="4968323"/>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 name="Shape 350"/>
        <p:cNvGrpSpPr/>
        <p:nvPr/>
      </p:nvGrpSpPr>
      <p:grpSpPr>
        <a:xfrm>
          <a:off x="0" y="0"/>
          <a:ext cx="0" cy="0"/>
          <a:chOff x="0" y="0"/>
          <a:chExt cx="0" cy="0"/>
        </a:xfrm>
      </p:grpSpPr>
      <p:sp>
        <p:nvSpPr>
          <p:cNvPr id="351" name="Google Shape;351;g3bd943db8a6_0_1"/>
          <p:cNvSpPr txBox="1"/>
          <p:nvPr>
            <p:ph type="title"/>
          </p:nvPr>
        </p:nvSpPr>
        <p:spPr>
          <a:xfrm>
            <a:off x="439648" y="189700"/>
            <a:ext cx="5510400" cy="6603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1100"/>
              <a:buFont typeface="Arial"/>
              <a:buNone/>
            </a:pPr>
            <a:r>
              <a:rPr lang="en-US" sz="1200">
                <a:latin typeface="IBM Plex Sans"/>
                <a:ea typeface="IBM Plex Sans"/>
                <a:cs typeface="IBM Plex Sans"/>
                <a:sym typeface="IBM Plex Sans"/>
              </a:rPr>
              <a:t>Introduction to APIs</a:t>
            </a:r>
            <a:endParaRPr sz="1200">
              <a:latin typeface="IBM Plex Sans"/>
              <a:ea typeface="IBM Plex Sans"/>
              <a:cs typeface="IBM Plex Sans"/>
              <a:sym typeface="IBM Plex Sans"/>
            </a:endParaRPr>
          </a:p>
        </p:txBody>
      </p:sp>
      <p:cxnSp>
        <p:nvCxnSpPr>
          <p:cNvPr id="352" name="Google Shape;352;g3bd943db8a6_0_1"/>
          <p:cNvCxnSpPr/>
          <p:nvPr/>
        </p:nvCxnSpPr>
        <p:spPr>
          <a:xfrm>
            <a:off x="97082" y="746462"/>
            <a:ext cx="10200300" cy="0"/>
          </a:xfrm>
          <a:prstGeom prst="straightConnector1">
            <a:avLst/>
          </a:prstGeom>
          <a:noFill/>
          <a:ln cap="flat" cmpd="sng" w="9525">
            <a:solidFill>
              <a:schemeClr val="accent1"/>
            </a:solidFill>
            <a:prstDash val="solid"/>
            <a:miter lim="800000"/>
            <a:headEnd len="sm" w="sm" type="none"/>
            <a:tailEnd len="sm" w="sm" type="none"/>
          </a:ln>
        </p:spPr>
      </p:cxnSp>
      <p:sp>
        <p:nvSpPr>
          <p:cNvPr id="353" name="Google Shape;353;g3bd943db8a6_0_1"/>
          <p:cNvSpPr txBox="1"/>
          <p:nvPr>
            <p:ph idx="4294967295" type="ctrTitle"/>
          </p:nvPr>
        </p:nvSpPr>
        <p:spPr>
          <a:xfrm>
            <a:off x="517400" y="983676"/>
            <a:ext cx="10150500" cy="601200"/>
          </a:xfrm>
          <a:prstGeom prst="rect">
            <a:avLst/>
          </a:prstGeom>
          <a:noFill/>
          <a:ln>
            <a:noFill/>
          </a:ln>
        </p:spPr>
        <p:txBody>
          <a:bodyPr anchorCtr="0" anchor="t" bIns="45700" lIns="91425" spcFirstLastPara="1" rIns="91425" wrap="square" tIns="45700">
            <a:normAutofit fontScale="90000"/>
          </a:bodyPr>
          <a:lstStyle/>
          <a:p>
            <a:pPr indent="0" lvl="0" marL="0" marR="0" rtl="0" algn="l">
              <a:lnSpc>
                <a:spcPct val="90000"/>
              </a:lnSpc>
              <a:spcBef>
                <a:spcPts val="0"/>
              </a:spcBef>
              <a:spcAft>
                <a:spcPts val="0"/>
              </a:spcAft>
              <a:buClr>
                <a:srgbClr val="9B1D23"/>
              </a:buClr>
              <a:buSzPct val="124209"/>
              <a:buFont typeface="Arial Black"/>
              <a:buNone/>
            </a:pPr>
            <a:r>
              <a:rPr lang="en-US"/>
              <a:t>Postman - Code Tab</a:t>
            </a:r>
            <a:endParaRPr/>
          </a:p>
        </p:txBody>
      </p:sp>
      <p:pic>
        <p:nvPicPr>
          <p:cNvPr id="354" name="Google Shape;354;g3bd943db8a6_0_1"/>
          <p:cNvPicPr preferRelativeResize="0"/>
          <p:nvPr/>
        </p:nvPicPr>
        <p:blipFill>
          <a:blip r:embed="rId3">
            <a:alphaModFix/>
          </a:blip>
          <a:stretch>
            <a:fillRect/>
          </a:stretch>
        </p:blipFill>
        <p:spPr>
          <a:xfrm>
            <a:off x="1720763" y="1584876"/>
            <a:ext cx="8750485" cy="4968323"/>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 name="Shape 359"/>
        <p:cNvGrpSpPr/>
        <p:nvPr/>
      </p:nvGrpSpPr>
      <p:grpSpPr>
        <a:xfrm>
          <a:off x="0" y="0"/>
          <a:ext cx="0" cy="0"/>
          <a:chOff x="0" y="0"/>
          <a:chExt cx="0" cy="0"/>
        </a:xfrm>
      </p:grpSpPr>
      <p:sp>
        <p:nvSpPr>
          <p:cNvPr id="360" name="Google Shape;360;g3bd943db8a6_0_10"/>
          <p:cNvSpPr txBox="1"/>
          <p:nvPr>
            <p:ph type="title"/>
          </p:nvPr>
        </p:nvSpPr>
        <p:spPr>
          <a:xfrm>
            <a:off x="439648" y="189700"/>
            <a:ext cx="5510400" cy="6603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1100"/>
              <a:buFont typeface="Arial"/>
              <a:buNone/>
            </a:pPr>
            <a:r>
              <a:rPr lang="en-US" sz="1200">
                <a:latin typeface="IBM Plex Sans"/>
                <a:ea typeface="IBM Plex Sans"/>
                <a:cs typeface="IBM Plex Sans"/>
                <a:sym typeface="IBM Plex Sans"/>
              </a:rPr>
              <a:t>Introduction to APIs</a:t>
            </a:r>
            <a:endParaRPr sz="1200">
              <a:latin typeface="IBM Plex Sans"/>
              <a:ea typeface="IBM Plex Sans"/>
              <a:cs typeface="IBM Plex Sans"/>
              <a:sym typeface="IBM Plex Sans"/>
            </a:endParaRPr>
          </a:p>
        </p:txBody>
      </p:sp>
      <p:cxnSp>
        <p:nvCxnSpPr>
          <p:cNvPr id="361" name="Google Shape;361;g3bd943db8a6_0_10"/>
          <p:cNvCxnSpPr/>
          <p:nvPr/>
        </p:nvCxnSpPr>
        <p:spPr>
          <a:xfrm>
            <a:off x="97082" y="746462"/>
            <a:ext cx="10200300" cy="0"/>
          </a:xfrm>
          <a:prstGeom prst="straightConnector1">
            <a:avLst/>
          </a:prstGeom>
          <a:noFill/>
          <a:ln cap="flat" cmpd="sng" w="9525">
            <a:solidFill>
              <a:schemeClr val="accent1"/>
            </a:solidFill>
            <a:prstDash val="solid"/>
            <a:miter lim="800000"/>
            <a:headEnd len="sm" w="sm" type="none"/>
            <a:tailEnd len="sm" w="sm" type="none"/>
          </a:ln>
        </p:spPr>
      </p:cxnSp>
      <p:sp>
        <p:nvSpPr>
          <p:cNvPr id="362" name="Google Shape;362;g3bd943db8a6_0_10"/>
          <p:cNvSpPr txBox="1"/>
          <p:nvPr>
            <p:ph idx="4294967295" type="ctrTitle"/>
          </p:nvPr>
        </p:nvSpPr>
        <p:spPr>
          <a:xfrm>
            <a:off x="517400" y="983676"/>
            <a:ext cx="10150500" cy="601200"/>
          </a:xfrm>
          <a:prstGeom prst="rect">
            <a:avLst/>
          </a:prstGeom>
          <a:noFill/>
          <a:ln>
            <a:noFill/>
          </a:ln>
        </p:spPr>
        <p:txBody>
          <a:bodyPr anchorCtr="0" anchor="t" bIns="45700" lIns="91425" spcFirstLastPara="1" rIns="91425" wrap="square" tIns="45700">
            <a:normAutofit fontScale="90000"/>
          </a:bodyPr>
          <a:lstStyle/>
          <a:p>
            <a:pPr indent="0" lvl="0" marL="0" marR="0" rtl="0" algn="l">
              <a:lnSpc>
                <a:spcPct val="90000"/>
              </a:lnSpc>
              <a:spcBef>
                <a:spcPts val="0"/>
              </a:spcBef>
              <a:spcAft>
                <a:spcPts val="0"/>
              </a:spcAft>
              <a:buClr>
                <a:srgbClr val="9B1D23"/>
              </a:buClr>
              <a:buSzPct val="124209"/>
              <a:buFont typeface="Arial Black"/>
              <a:buNone/>
            </a:pPr>
            <a:r>
              <a:rPr lang="en-US"/>
              <a:t>cURL (Client for URLs)</a:t>
            </a:r>
            <a:endParaRPr/>
          </a:p>
        </p:txBody>
      </p:sp>
      <p:sp>
        <p:nvSpPr>
          <p:cNvPr id="363" name="Google Shape;363;g3bd943db8a6_0_10"/>
          <p:cNvSpPr txBox="1"/>
          <p:nvPr/>
        </p:nvSpPr>
        <p:spPr>
          <a:xfrm>
            <a:off x="517400" y="1764525"/>
            <a:ext cx="10150500" cy="2406600"/>
          </a:xfrm>
          <a:prstGeom prst="rect">
            <a:avLst/>
          </a:prstGeom>
          <a:noFill/>
          <a:ln>
            <a:noFill/>
          </a:ln>
        </p:spPr>
        <p:txBody>
          <a:bodyPr anchorCtr="0" anchor="t" bIns="91425" lIns="91425" spcFirstLastPara="1" rIns="91425" wrap="square" tIns="91425">
            <a:spAutoFit/>
          </a:bodyPr>
          <a:lstStyle/>
          <a:p>
            <a:pPr indent="-349250" lvl="0" marL="457200" marR="0" rtl="0" algn="l">
              <a:lnSpc>
                <a:spcPct val="115000"/>
              </a:lnSpc>
              <a:spcBef>
                <a:spcPts val="0"/>
              </a:spcBef>
              <a:spcAft>
                <a:spcPts val="0"/>
              </a:spcAft>
              <a:buClr>
                <a:schemeClr val="dk1"/>
              </a:buClr>
              <a:buSzPts val="1900"/>
              <a:buFont typeface="Lexend"/>
              <a:buChar char="●"/>
            </a:pPr>
            <a:r>
              <a:rPr lang="en-US" sz="1900">
                <a:solidFill>
                  <a:schemeClr val="dk1"/>
                </a:solidFill>
                <a:latin typeface="Lexend"/>
                <a:ea typeface="Lexend"/>
                <a:cs typeface="Lexend"/>
                <a:sym typeface="Lexend"/>
              </a:rPr>
              <a:t>A powerful open-source command-line tool for API testing (among other things).</a:t>
            </a:r>
            <a:endParaRPr sz="1900">
              <a:solidFill>
                <a:schemeClr val="dk1"/>
              </a:solidFill>
              <a:latin typeface="Lexend"/>
              <a:ea typeface="Lexend"/>
              <a:cs typeface="Lexend"/>
              <a:sym typeface="Lexend"/>
            </a:endParaRPr>
          </a:p>
          <a:p>
            <a:pPr indent="-349250" lvl="0" marL="457200" marR="0" rtl="0" algn="l">
              <a:lnSpc>
                <a:spcPct val="115000"/>
              </a:lnSpc>
              <a:spcBef>
                <a:spcPts val="0"/>
              </a:spcBef>
              <a:spcAft>
                <a:spcPts val="0"/>
              </a:spcAft>
              <a:buClr>
                <a:schemeClr val="dk1"/>
              </a:buClr>
              <a:buSzPts val="1900"/>
              <a:buFont typeface="Lexend"/>
              <a:buChar char="●"/>
            </a:pPr>
            <a:r>
              <a:rPr lang="en-US" sz="1900">
                <a:solidFill>
                  <a:schemeClr val="dk1"/>
                </a:solidFill>
                <a:latin typeface="Lexend"/>
                <a:ea typeface="Lexend"/>
                <a:cs typeface="Lexend"/>
                <a:sym typeface="Lexend"/>
              </a:rPr>
              <a:t>It’s similar to Postman and Bruno.</a:t>
            </a:r>
            <a:endParaRPr sz="1900">
              <a:solidFill>
                <a:schemeClr val="dk1"/>
              </a:solidFill>
              <a:latin typeface="Lexend"/>
              <a:ea typeface="Lexend"/>
              <a:cs typeface="Lexend"/>
              <a:sym typeface="Lexend"/>
            </a:endParaRPr>
          </a:p>
          <a:p>
            <a:pPr indent="0" lvl="0" marL="0" marR="0" rtl="0" algn="l">
              <a:lnSpc>
                <a:spcPct val="115000"/>
              </a:lnSpc>
              <a:spcBef>
                <a:spcPts val="0"/>
              </a:spcBef>
              <a:spcAft>
                <a:spcPts val="0"/>
              </a:spcAft>
              <a:buNone/>
            </a:pPr>
            <a:r>
              <a:t/>
            </a:r>
            <a:endParaRPr sz="1900">
              <a:solidFill>
                <a:schemeClr val="dk1"/>
              </a:solidFill>
              <a:latin typeface="Lexend"/>
              <a:ea typeface="Lexend"/>
              <a:cs typeface="Lexend"/>
              <a:sym typeface="Lexend"/>
            </a:endParaRPr>
          </a:p>
          <a:p>
            <a:pPr indent="0" lvl="0" marL="0" rtl="0" algn="l">
              <a:lnSpc>
                <a:spcPct val="115000"/>
              </a:lnSpc>
              <a:spcBef>
                <a:spcPts val="0"/>
              </a:spcBef>
              <a:spcAft>
                <a:spcPts val="0"/>
              </a:spcAft>
              <a:buNone/>
            </a:pPr>
            <a:r>
              <a:t/>
            </a:r>
            <a:endParaRPr sz="1900">
              <a:solidFill>
                <a:schemeClr val="dk1"/>
              </a:solidFill>
              <a:latin typeface="Lexend"/>
              <a:ea typeface="Lexend"/>
              <a:cs typeface="Lexend"/>
              <a:sym typeface="Lexend"/>
            </a:endParaRPr>
          </a:p>
          <a:p>
            <a:pPr indent="0" lvl="0" marL="0" rtl="0" algn="l">
              <a:lnSpc>
                <a:spcPct val="115000"/>
              </a:lnSpc>
              <a:spcBef>
                <a:spcPts val="0"/>
              </a:spcBef>
              <a:spcAft>
                <a:spcPts val="0"/>
              </a:spcAft>
              <a:buNone/>
            </a:pPr>
            <a:r>
              <a:t/>
            </a:r>
            <a:endParaRPr sz="1900">
              <a:solidFill>
                <a:schemeClr val="dk1"/>
              </a:solidFill>
              <a:latin typeface="Lexend"/>
              <a:ea typeface="Lexend"/>
              <a:cs typeface="Lexend"/>
              <a:sym typeface="Lexend"/>
            </a:endParaRPr>
          </a:p>
          <a:p>
            <a:pPr indent="457200" lvl="0" marL="0" rtl="0" algn="l">
              <a:lnSpc>
                <a:spcPct val="115000"/>
              </a:lnSpc>
              <a:spcBef>
                <a:spcPts val="0"/>
              </a:spcBef>
              <a:spcAft>
                <a:spcPts val="0"/>
              </a:spcAft>
              <a:buClr>
                <a:schemeClr val="dk1"/>
              </a:buClr>
              <a:buSzPts val="1100"/>
              <a:buFont typeface="Arial"/>
              <a:buNone/>
            </a:pPr>
            <a:r>
              <a:rPr lang="en-US">
                <a:solidFill>
                  <a:schemeClr val="dk1"/>
                </a:solidFill>
                <a:latin typeface="Lexend"/>
                <a:ea typeface="Lexend"/>
                <a:cs typeface="Lexend"/>
                <a:sym typeface="Lexend"/>
              </a:rPr>
              <a:t>curl -X POST https://api.example.com/data -H "Content-Type: application/json" -d '{"key": "value"}</a:t>
            </a:r>
            <a:endParaRPr>
              <a:solidFill>
                <a:schemeClr val="dk1"/>
              </a:solidFill>
              <a:latin typeface="Lexend"/>
              <a:ea typeface="Lexend"/>
              <a:cs typeface="Lexend"/>
              <a:sym typeface="Lexend"/>
            </a:endParaRPr>
          </a:p>
          <a:p>
            <a:pPr indent="0" lvl="0" marL="0" marR="0" rtl="0" algn="l">
              <a:lnSpc>
                <a:spcPct val="115000"/>
              </a:lnSpc>
              <a:spcBef>
                <a:spcPts val="0"/>
              </a:spcBef>
              <a:spcAft>
                <a:spcPts val="0"/>
              </a:spcAft>
              <a:buNone/>
            </a:pPr>
            <a:r>
              <a:t/>
            </a:r>
            <a:endParaRPr sz="1900">
              <a:solidFill>
                <a:schemeClr val="dk1"/>
              </a:solidFill>
              <a:latin typeface="Lexend"/>
              <a:ea typeface="Lexend"/>
              <a:cs typeface="Lexend"/>
              <a:sym typeface="Lexend"/>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8" name="Shape 368"/>
        <p:cNvGrpSpPr/>
        <p:nvPr/>
      </p:nvGrpSpPr>
      <p:grpSpPr>
        <a:xfrm>
          <a:off x="0" y="0"/>
          <a:ext cx="0" cy="0"/>
          <a:chOff x="0" y="0"/>
          <a:chExt cx="0" cy="0"/>
        </a:xfrm>
      </p:grpSpPr>
      <p:sp>
        <p:nvSpPr>
          <p:cNvPr id="369" name="Google Shape;369;g3bda3d096ad_0_139"/>
          <p:cNvSpPr txBox="1"/>
          <p:nvPr>
            <p:ph type="title"/>
          </p:nvPr>
        </p:nvSpPr>
        <p:spPr>
          <a:xfrm>
            <a:off x="439648" y="189700"/>
            <a:ext cx="5510400" cy="6603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1100"/>
              <a:buFont typeface="Arial"/>
              <a:buNone/>
            </a:pPr>
            <a:r>
              <a:rPr lang="en-US" sz="1200">
                <a:latin typeface="IBM Plex Sans"/>
                <a:ea typeface="IBM Plex Sans"/>
                <a:cs typeface="IBM Plex Sans"/>
                <a:sym typeface="IBM Plex Sans"/>
              </a:rPr>
              <a:t>Introduction to APIs</a:t>
            </a:r>
            <a:endParaRPr sz="1200">
              <a:latin typeface="IBM Plex Sans"/>
              <a:ea typeface="IBM Plex Sans"/>
              <a:cs typeface="IBM Plex Sans"/>
              <a:sym typeface="IBM Plex Sans"/>
            </a:endParaRPr>
          </a:p>
        </p:txBody>
      </p:sp>
      <p:cxnSp>
        <p:nvCxnSpPr>
          <p:cNvPr id="370" name="Google Shape;370;g3bda3d096ad_0_139"/>
          <p:cNvCxnSpPr/>
          <p:nvPr/>
        </p:nvCxnSpPr>
        <p:spPr>
          <a:xfrm>
            <a:off x="97082" y="746462"/>
            <a:ext cx="10200300" cy="0"/>
          </a:xfrm>
          <a:prstGeom prst="straightConnector1">
            <a:avLst/>
          </a:prstGeom>
          <a:noFill/>
          <a:ln cap="flat" cmpd="sng" w="9525">
            <a:solidFill>
              <a:schemeClr val="accent1"/>
            </a:solidFill>
            <a:prstDash val="solid"/>
            <a:miter lim="800000"/>
            <a:headEnd len="sm" w="sm" type="none"/>
            <a:tailEnd len="sm" w="sm" type="none"/>
          </a:ln>
        </p:spPr>
      </p:cxnSp>
      <p:sp>
        <p:nvSpPr>
          <p:cNvPr id="371" name="Google Shape;371;g3bda3d096ad_0_139"/>
          <p:cNvSpPr txBox="1"/>
          <p:nvPr>
            <p:ph idx="4294967295" type="ctrTitle"/>
          </p:nvPr>
        </p:nvSpPr>
        <p:spPr>
          <a:xfrm>
            <a:off x="517400" y="983676"/>
            <a:ext cx="10150500" cy="6012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9B1D23"/>
              </a:buClr>
              <a:buSzPts val="4770"/>
              <a:buFont typeface="Arial Black"/>
              <a:buNone/>
            </a:pPr>
            <a:r>
              <a:rPr lang="en-US" sz="3440"/>
              <a:t>Exercise 2 - Individual (M7_ACTIVITY2)</a:t>
            </a:r>
            <a:endParaRPr sz="3440"/>
          </a:p>
        </p:txBody>
      </p:sp>
      <p:sp>
        <p:nvSpPr>
          <p:cNvPr id="372" name="Google Shape;372;g3bda3d096ad_0_139"/>
          <p:cNvSpPr txBox="1"/>
          <p:nvPr/>
        </p:nvSpPr>
        <p:spPr>
          <a:xfrm>
            <a:off x="517400" y="1764525"/>
            <a:ext cx="10150500" cy="1822500"/>
          </a:xfrm>
          <a:prstGeom prst="rect">
            <a:avLst/>
          </a:prstGeom>
          <a:noFill/>
          <a:ln>
            <a:noFill/>
          </a:ln>
        </p:spPr>
        <p:txBody>
          <a:bodyPr anchorCtr="0" anchor="t" bIns="91425" lIns="91425" spcFirstLastPara="1" rIns="91425" wrap="square" tIns="91425">
            <a:spAutoFit/>
          </a:bodyPr>
          <a:lstStyle/>
          <a:p>
            <a:pPr indent="-349250" lvl="0" marL="457200" marR="0" rtl="0" algn="l">
              <a:lnSpc>
                <a:spcPct val="115000"/>
              </a:lnSpc>
              <a:spcBef>
                <a:spcPts val="0"/>
              </a:spcBef>
              <a:spcAft>
                <a:spcPts val="0"/>
              </a:spcAft>
              <a:buClr>
                <a:schemeClr val="dk1"/>
              </a:buClr>
              <a:buSzPts val="1900"/>
              <a:buFont typeface="Lexend"/>
              <a:buChar char="●"/>
            </a:pPr>
            <a:r>
              <a:rPr lang="en-US" sz="1900">
                <a:solidFill>
                  <a:schemeClr val="dk1"/>
                </a:solidFill>
                <a:latin typeface="Lexend"/>
                <a:ea typeface="Lexend"/>
                <a:cs typeface="Lexend"/>
                <a:sym typeface="Lexend"/>
              </a:rPr>
              <a:t>Clone the repository </a:t>
            </a:r>
            <a:r>
              <a:rPr lang="en-US" sz="1900" u="sng">
                <a:solidFill>
                  <a:schemeClr val="hlink"/>
                </a:solidFill>
                <a:latin typeface="Lexend"/>
                <a:ea typeface="Lexend"/>
                <a:cs typeface="Lexend"/>
                <a:sym typeface="Lexend"/>
                <a:hlinkClick r:id="rId3"/>
              </a:rPr>
              <a:t>https://github.com/jpmenguito/api-training</a:t>
            </a:r>
            <a:r>
              <a:rPr lang="en-US" sz="1900">
                <a:solidFill>
                  <a:schemeClr val="dk1"/>
                </a:solidFill>
                <a:latin typeface="Lexend"/>
                <a:ea typeface="Lexend"/>
                <a:cs typeface="Lexend"/>
                <a:sym typeface="Lexend"/>
              </a:rPr>
              <a:t> (or sync the repository if you already cloned it)</a:t>
            </a:r>
            <a:endParaRPr sz="1900">
              <a:solidFill>
                <a:schemeClr val="dk1"/>
              </a:solidFill>
              <a:latin typeface="Lexend"/>
              <a:ea typeface="Lexend"/>
              <a:cs typeface="Lexend"/>
              <a:sym typeface="Lexend"/>
            </a:endParaRPr>
          </a:p>
          <a:p>
            <a:pPr indent="-349250" lvl="0" marL="457200" marR="0" rtl="0" algn="l">
              <a:lnSpc>
                <a:spcPct val="115000"/>
              </a:lnSpc>
              <a:spcBef>
                <a:spcPts val="0"/>
              </a:spcBef>
              <a:spcAft>
                <a:spcPts val="0"/>
              </a:spcAft>
              <a:buClr>
                <a:schemeClr val="dk1"/>
              </a:buClr>
              <a:buSzPts val="1900"/>
              <a:buFont typeface="Lexend"/>
              <a:buChar char="●"/>
            </a:pPr>
            <a:r>
              <a:rPr lang="en-US" sz="1900">
                <a:solidFill>
                  <a:schemeClr val="dk1"/>
                </a:solidFill>
                <a:latin typeface="Lexend"/>
                <a:ea typeface="Lexend"/>
                <a:cs typeface="Lexend"/>
                <a:sym typeface="Lexend"/>
              </a:rPr>
              <a:t>Import / Run the project named </a:t>
            </a:r>
            <a:r>
              <a:rPr b="1" lang="en-US" sz="1900">
                <a:solidFill>
                  <a:schemeClr val="dk1"/>
                </a:solidFill>
                <a:latin typeface="Lexend"/>
                <a:ea typeface="Lexend"/>
                <a:cs typeface="Lexend"/>
                <a:sym typeface="Lexend"/>
              </a:rPr>
              <a:t>m7_activity2</a:t>
            </a:r>
            <a:r>
              <a:rPr lang="en-US" sz="1900">
                <a:solidFill>
                  <a:schemeClr val="dk1"/>
                </a:solidFill>
                <a:latin typeface="Lexend"/>
                <a:ea typeface="Lexend"/>
                <a:cs typeface="Lexend"/>
                <a:sym typeface="Lexend"/>
              </a:rPr>
              <a:t> using Eclipse or your IDE.</a:t>
            </a:r>
            <a:endParaRPr sz="1900">
              <a:solidFill>
                <a:schemeClr val="dk1"/>
              </a:solidFill>
              <a:latin typeface="Lexend"/>
              <a:ea typeface="Lexend"/>
              <a:cs typeface="Lexend"/>
              <a:sym typeface="Lexend"/>
            </a:endParaRPr>
          </a:p>
          <a:p>
            <a:pPr indent="-349250" lvl="0" marL="457200" marR="0" rtl="0" algn="l">
              <a:lnSpc>
                <a:spcPct val="115000"/>
              </a:lnSpc>
              <a:spcBef>
                <a:spcPts val="0"/>
              </a:spcBef>
              <a:spcAft>
                <a:spcPts val="0"/>
              </a:spcAft>
              <a:buClr>
                <a:schemeClr val="dk1"/>
              </a:buClr>
              <a:buSzPts val="1900"/>
              <a:buFont typeface="Lexend"/>
              <a:buChar char="●"/>
            </a:pPr>
            <a:r>
              <a:rPr lang="en-US" sz="1900">
                <a:solidFill>
                  <a:schemeClr val="dk1"/>
                </a:solidFill>
                <a:latin typeface="Lexend"/>
                <a:ea typeface="Lexend"/>
                <a:cs typeface="Lexend"/>
                <a:sym typeface="Lexend"/>
              </a:rPr>
              <a:t>If  you cannot run it, feel free to copy the code into your project, just make sure you have the proper Maven Dependencies. (See </a:t>
            </a:r>
            <a:r>
              <a:rPr b="1" lang="en-US" sz="1900">
                <a:solidFill>
                  <a:schemeClr val="dk1"/>
                </a:solidFill>
                <a:latin typeface="Lexend"/>
                <a:ea typeface="Lexend"/>
                <a:cs typeface="Lexend"/>
                <a:sym typeface="Lexend"/>
              </a:rPr>
              <a:t>Module 7 Prerequisites.pdf)</a:t>
            </a:r>
            <a:endParaRPr sz="1900">
              <a:solidFill>
                <a:schemeClr val="dk1"/>
              </a:solidFill>
              <a:latin typeface="Lexend"/>
              <a:ea typeface="Lexend"/>
              <a:cs typeface="Lexend"/>
              <a:sym typeface="Lexend"/>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g3bd943db8a6_0_32"/>
          <p:cNvSpPr txBox="1"/>
          <p:nvPr>
            <p:ph type="title"/>
          </p:nvPr>
        </p:nvSpPr>
        <p:spPr>
          <a:xfrm>
            <a:off x="439648" y="189700"/>
            <a:ext cx="5510400" cy="6603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1100"/>
              <a:buFont typeface="Arial"/>
              <a:buNone/>
            </a:pPr>
            <a:r>
              <a:rPr lang="en-US" sz="1200">
                <a:latin typeface="IBM Plex Sans"/>
                <a:ea typeface="IBM Plex Sans"/>
                <a:cs typeface="IBM Plex Sans"/>
                <a:sym typeface="IBM Plex Sans"/>
              </a:rPr>
              <a:t>Introduction to APIs</a:t>
            </a:r>
            <a:endParaRPr sz="1200">
              <a:latin typeface="IBM Plex Sans"/>
              <a:ea typeface="IBM Plex Sans"/>
              <a:cs typeface="IBM Plex Sans"/>
              <a:sym typeface="IBM Plex Sans"/>
            </a:endParaRPr>
          </a:p>
        </p:txBody>
      </p:sp>
      <p:cxnSp>
        <p:nvCxnSpPr>
          <p:cNvPr id="379" name="Google Shape;379;g3bd943db8a6_0_32"/>
          <p:cNvCxnSpPr/>
          <p:nvPr/>
        </p:nvCxnSpPr>
        <p:spPr>
          <a:xfrm>
            <a:off x="97082" y="746462"/>
            <a:ext cx="10200300" cy="0"/>
          </a:xfrm>
          <a:prstGeom prst="straightConnector1">
            <a:avLst/>
          </a:prstGeom>
          <a:noFill/>
          <a:ln cap="flat" cmpd="sng" w="9525">
            <a:solidFill>
              <a:schemeClr val="accent1"/>
            </a:solidFill>
            <a:prstDash val="solid"/>
            <a:miter lim="800000"/>
            <a:headEnd len="sm" w="sm" type="none"/>
            <a:tailEnd len="sm" w="sm" type="none"/>
          </a:ln>
        </p:spPr>
      </p:cxnSp>
      <p:sp>
        <p:nvSpPr>
          <p:cNvPr id="380" name="Google Shape;380;g3bd943db8a6_0_32"/>
          <p:cNvSpPr txBox="1"/>
          <p:nvPr>
            <p:ph idx="4294967295" type="ctrTitle"/>
          </p:nvPr>
        </p:nvSpPr>
        <p:spPr>
          <a:xfrm>
            <a:off x="517400" y="983676"/>
            <a:ext cx="10150500" cy="6012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9B1D23"/>
              </a:buClr>
              <a:buSzPts val="4770"/>
              <a:buFont typeface="Arial Black"/>
              <a:buNone/>
            </a:pPr>
            <a:r>
              <a:rPr lang="en-US" sz="3440"/>
              <a:t>Exercise 2 - Individual (M7_ACTIVITY2)</a:t>
            </a:r>
            <a:endParaRPr sz="3440"/>
          </a:p>
          <a:p>
            <a:pPr indent="0" lvl="0" marL="0" marR="0" rtl="0" algn="l">
              <a:lnSpc>
                <a:spcPct val="90000"/>
              </a:lnSpc>
              <a:spcBef>
                <a:spcPts val="0"/>
              </a:spcBef>
              <a:spcAft>
                <a:spcPts val="0"/>
              </a:spcAft>
              <a:buClr>
                <a:srgbClr val="9B1D23"/>
              </a:buClr>
              <a:buSzPts val="4770"/>
              <a:buFont typeface="Arial Black"/>
              <a:buNone/>
            </a:pPr>
            <a:r>
              <a:t/>
            </a:r>
            <a:endParaRPr sz="3440"/>
          </a:p>
        </p:txBody>
      </p:sp>
      <p:sp>
        <p:nvSpPr>
          <p:cNvPr id="381" name="Google Shape;381;g3bd943db8a6_0_32"/>
          <p:cNvSpPr txBox="1"/>
          <p:nvPr/>
        </p:nvSpPr>
        <p:spPr>
          <a:xfrm>
            <a:off x="517400" y="1584875"/>
            <a:ext cx="10150500" cy="477000"/>
          </a:xfrm>
          <a:prstGeom prst="rect">
            <a:avLst/>
          </a:prstGeom>
          <a:noFill/>
          <a:ln>
            <a:noFill/>
          </a:ln>
        </p:spPr>
        <p:txBody>
          <a:bodyPr anchorCtr="0" anchor="t" bIns="91425" lIns="91425" spcFirstLastPara="1" rIns="91425" wrap="square" tIns="91425">
            <a:spAutoFit/>
          </a:bodyPr>
          <a:lstStyle/>
          <a:p>
            <a:pPr indent="-349250" lvl="0" marL="457200" marR="0" rtl="0" algn="l">
              <a:lnSpc>
                <a:spcPct val="115000"/>
              </a:lnSpc>
              <a:spcBef>
                <a:spcPts val="0"/>
              </a:spcBef>
              <a:spcAft>
                <a:spcPts val="0"/>
              </a:spcAft>
              <a:buClr>
                <a:schemeClr val="dk1"/>
              </a:buClr>
              <a:buSzPts val="1900"/>
              <a:buFont typeface="Lexend"/>
              <a:buChar char="●"/>
            </a:pPr>
            <a:r>
              <a:rPr lang="en-US" sz="1900">
                <a:solidFill>
                  <a:schemeClr val="dk1"/>
                </a:solidFill>
                <a:latin typeface="Lexend"/>
                <a:ea typeface="Lexend"/>
                <a:cs typeface="Lexend"/>
                <a:sym typeface="Lexend"/>
              </a:rPr>
              <a:t>Refer to the API specifications below:</a:t>
            </a:r>
            <a:endParaRPr sz="1900">
              <a:solidFill>
                <a:schemeClr val="dk1"/>
              </a:solidFill>
              <a:latin typeface="Lexend"/>
              <a:ea typeface="Lexend"/>
              <a:cs typeface="Lexend"/>
              <a:sym typeface="Lexend"/>
            </a:endParaRPr>
          </a:p>
        </p:txBody>
      </p:sp>
      <p:pic>
        <p:nvPicPr>
          <p:cNvPr id="382" name="Google Shape;382;g3bd943db8a6_0_32"/>
          <p:cNvPicPr preferRelativeResize="0"/>
          <p:nvPr/>
        </p:nvPicPr>
        <p:blipFill>
          <a:blip r:embed="rId3">
            <a:alphaModFix/>
          </a:blip>
          <a:stretch>
            <a:fillRect/>
          </a:stretch>
        </p:blipFill>
        <p:spPr>
          <a:xfrm>
            <a:off x="517400" y="2182525"/>
            <a:ext cx="10410825" cy="3114675"/>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g3bd943db8a6_0_41"/>
          <p:cNvSpPr txBox="1"/>
          <p:nvPr>
            <p:ph type="title"/>
          </p:nvPr>
        </p:nvSpPr>
        <p:spPr>
          <a:xfrm>
            <a:off x="439648" y="189700"/>
            <a:ext cx="5510400" cy="6603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1100"/>
              <a:buFont typeface="Arial"/>
              <a:buNone/>
            </a:pPr>
            <a:r>
              <a:rPr lang="en-US" sz="1200">
                <a:latin typeface="IBM Plex Sans"/>
                <a:ea typeface="IBM Plex Sans"/>
                <a:cs typeface="IBM Plex Sans"/>
                <a:sym typeface="IBM Plex Sans"/>
              </a:rPr>
              <a:t>Introduction to APIs</a:t>
            </a:r>
            <a:endParaRPr sz="1200">
              <a:latin typeface="IBM Plex Sans"/>
              <a:ea typeface="IBM Plex Sans"/>
              <a:cs typeface="IBM Plex Sans"/>
              <a:sym typeface="IBM Plex Sans"/>
            </a:endParaRPr>
          </a:p>
        </p:txBody>
      </p:sp>
      <p:cxnSp>
        <p:nvCxnSpPr>
          <p:cNvPr id="389" name="Google Shape;389;g3bd943db8a6_0_41"/>
          <p:cNvCxnSpPr/>
          <p:nvPr/>
        </p:nvCxnSpPr>
        <p:spPr>
          <a:xfrm>
            <a:off x="97082" y="746462"/>
            <a:ext cx="10200300" cy="0"/>
          </a:xfrm>
          <a:prstGeom prst="straightConnector1">
            <a:avLst/>
          </a:prstGeom>
          <a:noFill/>
          <a:ln cap="flat" cmpd="sng" w="9525">
            <a:solidFill>
              <a:schemeClr val="accent1"/>
            </a:solidFill>
            <a:prstDash val="solid"/>
            <a:miter lim="800000"/>
            <a:headEnd len="sm" w="sm" type="none"/>
            <a:tailEnd len="sm" w="sm" type="none"/>
          </a:ln>
        </p:spPr>
      </p:cxnSp>
      <p:sp>
        <p:nvSpPr>
          <p:cNvPr id="390" name="Google Shape;390;g3bd943db8a6_0_41"/>
          <p:cNvSpPr txBox="1"/>
          <p:nvPr>
            <p:ph idx="4294967295" type="ctrTitle"/>
          </p:nvPr>
        </p:nvSpPr>
        <p:spPr>
          <a:xfrm>
            <a:off x="517400" y="983676"/>
            <a:ext cx="10150500" cy="6012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9B1D23"/>
              </a:buClr>
              <a:buSzPts val="4770"/>
              <a:buFont typeface="Arial Black"/>
              <a:buNone/>
            </a:pPr>
            <a:r>
              <a:rPr lang="en-US" sz="3440"/>
              <a:t>Exercise 2 - Individual (M7_ACTIVITY2)</a:t>
            </a:r>
            <a:endParaRPr sz="3440"/>
          </a:p>
        </p:txBody>
      </p:sp>
      <p:sp>
        <p:nvSpPr>
          <p:cNvPr id="391" name="Google Shape;391;g3bd943db8a6_0_41"/>
          <p:cNvSpPr txBox="1"/>
          <p:nvPr/>
        </p:nvSpPr>
        <p:spPr>
          <a:xfrm>
            <a:off x="517400" y="1584875"/>
            <a:ext cx="10150500" cy="4176600"/>
          </a:xfrm>
          <a:prstGeom prst="rect">
            <a:avLst/>
          </a:prstGeom>
          <a:noFill/>
          <a:ln>
            <a:noFill/>
          </a:ln>
        </p:spPr>
        <p:txBody>
          <a:bodyPr anchorCtr="0" anchor="t" bIns="91425" lIns="91425" spcFirstLastPara="1" rIns="91425" wrap="square" tIns="91425">
            <a:spAutoFit/>
          </a:bodyPr>
          <a:lstStyle/>
          <a:p>
            <a:pPr indent="-349250" lvl="0" marL="457200" marR="0" rtl="0" algn="l">
              <a:lnSpc>
                <a:spcPct val="115000"/>
              </a:lnSpc>
              <a:spcBef>
                <a:spcPts val="0"/>
              </a:spcBef>
              <a:spcAft>
                <a:spcPts val="0"/>
              </a:spcAft>
              <a:buClr>
                <a:schemeClr val="dk1"/>
              </a:buClr>
              <a:buSzPts val="1900"/>
              <a:buFont typeface="Lexend"/>
              <a:buChar char="●"/>
            </a:pPr>
            <a:r>
              <a:rPr lang="en-US" sz="1900">
                <a:solidFill>
                  <a:schemeClr val="dk1"/>
                </a:solidFill>
                <a:latin typeface="Lexend"/>
                <a:ea typeface="Lexend"/>
                <a:cs typeface="Lexend"/>
                <a:sym typeface="Lexend"/>
              </a:rPr>
              <a:t>Given the API specifications, test the API using Postman or Bruno.</a:t>
            </a:r>
            <a:endParaRPr sz="1900">
              <a:solidFill>
                <a:schemeClr val="dk1"/>
              </a:solidFill>
              <a:latin typeface="Lexend"/>
              <a:ea typeface="Lexend"/>
              <a:cs typeface="Lexend"/>
              <a:sym typeface="Lexend"/>
            </a:endParaRPr>
          </a:p>
          <a:p>
            <a:pPr indent="-349250" lvl="0" marL="457200" marR="0" rtl="0" algn="l">
              <a:lnSpc>
                <a:spcPct val="115000"/>
              </a:lnSpc>
              <a:spcBef>
                <a:spcPts val="0"/>
              </a:spcBef>
              <a:spcAft>
                <a:spcPts val="0"/>
              </a:spcAft>
              <a:buClr>
                <a:schemeClr val="dk1"/>
              </a:buClr>
              <a:buSzPts val="1900"/>
              <a:buFont typeface="Lexend"/>
              <a:buChar char="●"/>
            </a:pPr>
            <a:r>
              <a:rPr lang="en-US" sz="1900">
                <a:solidFill>
                  <a:schemeClr val="dk1"/>
                </a:solidFill>
                <a:latin typeface="Lexend"/>
                <a:ea typeface="Lexend"/>
                <a:cs typeface="Lexend"/>
                <a:sym typeface="Lexend"/>
              </a:rPr>
              <a:t>Do the steps outlined below. </a:t>
            </a:r>
            <a:endParaRPr sz="1900">
              <a:solidFill>
                <a:schemeClr val="dk1"/>
              </a:solidFill>
              <a:latin typeface="Lexend"/>
              <a:ea typeface="Lexend"/>
              <a:cs typeface="Lexend"/>
              <a:sym typeface="Lexend"/>
            </a:endParaRPr>
          </a:p>
          <a:p>
            <a:pPr indent="-349250" lvl="0" marL="457200" marR="0" rtl="0" algn="l">
              <a:lnSpc>
                <a:spcPct val="115000"/>
              </a:lnSpc>
              <a:spcBef>
                <a:spcPts val="0"/>
              </a:spcBef>
              <a:spcAft>
                <a:spcPts val="0"/>
              </a:spcAft>
              <a:buClr>
                <a:schemeClr val="dk1"/>
              </a:buClr>
              <a:buSzPts val="1900"/>
              <a:buFont typeface="Lexend"/>
              <a:buChar char="●"/>
            </a:pPr>
            <a:r>
              <a:rPr b="1" lang="en-US" sz="1900">
                <a:solidFill>
                  <a:schemeClr val="dk2"/>
                </a:solidFill>
                <a:latin typeface="Lexend"/>
                <a:ea typeface="Lexend"/>
                <a:cs typeface="Lexend"/>
                <a:sym typeface="Lexend"/>
              </a:rPr>
              <a:t>AFTER</a:t>
            </a:r>
            <a:r>
              <a:rPr b="1" lang="en-US" sz="1900">
                <a:solidFill>
                  <a:schemeClr val="dk1"/>
                </a:solidFill>
                <a:latin typeface="Lexend"/>
                <a:ea typeface="Lexend"/>
                <a:cs typeface="Lexend"/>
                <a:sym typeface="Lexend"/>
              </a:rPr>
              <a:t> each step, copy the </a:t>
            </a:r>
            <a:r>
              <a:rPr b="1" lang="en-US" sz="1900">
                <a:solidFill>
                  <a:schemeClr val="dk2"/>
                </a:solidFill>
                <a:latin typeface="Lexend"/>
                <a:ea typeface="Lexend"/>
                <a:cs typeface="Lexend"/>
                <a:sym typeface="Lexend"/>
              </a:rPr>
              <a:t>cURL</a:t>
            </a:r>
            <a:r>
              <a:rPr b="1" lang="en-US" sz="1900">
                <a:solidFill>
                  <a:schemeClr val="dk1"/>
                </a:solidFill>
                <a:latin typeface="Lexend"/>
                <a:ea typeface="Lexend"/>
                <a:cs typeface="Lexend"/>
                <a:sym typeface="Lexend"/>
              </a:rPr>
              <a:t> command equivalent of your request and paste it in a </a:t>
            </a:r>
            <a:r>
              <a:rPr b="1" lang="en-US" sz="1900">
                <a:solidFill>
                  <a:schemeClr val="dk2"/>
                </a:solidFill>
                <a:latin typeface="Lexend"/>
                <a:ea typeface="Lexend"/>
                <a:cs typeface="Lexend"/>
                <a:sym typeface="Lexend"/>
              </a:rPr>
              <a:t>.txt</a:t>
            </a:r>
            <a:r>
              <a:rPr b="1" lang="en-US" sz="1900">
                <a:solidFill>
                  <a:schemeClr val="dk1"/>
                </a:solidFill>
                <a:latin typeface="Lexend"/>
                <a:ea typeface="Lexend"/>
                <a:cs typeface="Lexend"/>
                <a:sym typeface="Lexend"/>
              </a:rPr>
              <a:t> file. </a:t>
            </a:r>
            <a:endParaRPr b="1" sz="1900">
              <a:solidFill>
                <a:schemeClr val="dk1"/>
              </a:solidFill>
              <a:latin typeface="Lexend"/>
              <a:ea typeface="Lexend"/>
              <a:cs typeface="Lexend"/>
              <a:sym typeface="Lexend"/>
            </a:endParaRPr>
          </a:p>
          <a:p>
            <a:pPr indent="-349250" lvl="0" marL="457200" marR="0" rtl="0" algn="l">
              <a:lnSpc>
                <a:spcPct val="115000"/>
              </a:lnSpc>
              <a:spcBef>
                <a:spcPts val="0"/>
              </a:spcBef>
              <a:spcAft>
                <a:spcPts val="0"/>
              </a:spcAft>
              <a:buClr>
                <a:schemeClr val="dk2"/>
              </a:buClr>
              <a:buSzPts val="1900"/>
              <a:buFont typeface="Lexend"/>
              <a:buChar char="●"/>
            </a:pPr>
            <a:r>
              <a:rPr b="1" lang="en-US" sz="1900">
                <a:solidFill>
                  <a:schemeClr val="dk2"/>
                </a:solidFill>
                <a:latin typeface="Lexend"/>
                <a:ea typeface="Lexend"/>
                <a:cs typeface="Lexend"/>
                <a:sym typeface="Lexend"/>
              </a:rPr>
              <a:t>No code change needed. Just run the application (m7_activity2)</a:t>
            </a:r>
            <a:endParaRPr b="1" sz="1900">
              <a:solidFill>
                <a:schemeClr val="dk2"/>
              </a:solidFill>
              <a:latin typeface="Lexend"/>
              <a:ea typeface="Lexend"/>
              <a:cs typeface="Lexend"/>
              <a:sym typeface="Lexend"/>
            </a:endParaRPr>
          </a:p>
          <a:p>
            <a:pPr indent="0" lvl="0" marL="457200" marR="0" rtl="0" algn="l">
              <a:lnSpc>
                <a:spcPct val="115000"/>
              </a:lnSpc>
              <a:spcBef>
                <a:spcPts val="0"/>
              </a:spcBef>
              <a:spcAft>
                <a:spcPts val="0"/>
              </a:spcAft>
              <a:buNone/>
            </a:pPr>
            <a:r>
              <a:t/>
            </a:r>
            <a:endParaRPr sz="1900">
              <a:solidFill>
                <a:schemeClr val="dk1"/>
              </a:solidFill>
              <a:latin typeface="Lexend"/>
              <a:ea typeface="Lexend"/>
              <a:cs typeface="Lexend"/>
              <a:sym typeface="Lexend"/>
            </a:endParaRPr>
          </a:p>
          <a:p>
            <a:pPr indent="-349250" lvl="0" marL="457200" marR="0" rtl="0" algn="l">
              <a:lnSpc>
                <a:spcPct val="115000"/>
              </a:lnSpc>
              <a:spcBef>
                <a:spcPts val="0"/>
              </a:spcBef>
              <a:spcAft>
                <a:spcPts val="0"/>
              </a:spcAft>
              <a:buClr>
                <a:schemeClr val="dk1"/>
              </a:buClr>
              <a:buSzPts val="1900"/>
              <a:buFont typeface="Lexend"/>
              <a:buAutoNum type="arabicPeriod"/>
            </a:pPr>
            <a:r>
              <a:rPr lang="en-US" sz="1900">
                <a:solidFill>
                  <a:schemeClr val="dk1"/>
                </a:solidFill>
                <a:latin typeface="Lexend"/>
                <a:ea typeface="Lexend"/>
                <a:cs typeface="Lexend"/>
                <a:sym typeface="Lexend"/>
              </a:rPr>
              <a:t>Get Profile List.</a:t>
            </a:r>
            <a:endParaRPr sz="1900">
              <a:solidFill>
                <a:schemeClr val="dk1"/>
              </a:solidFill>
              <a:latin typeface="Lexend"/>
              <a:ea typeface="Lexend"/>
              <a:cs typeface="Lexend"/>
              <a:sym typeface="Lexend"/>
            </a:endParaRPr>
          </a:p>
          <a:p>
            <a:pPr indent="-349250" lvl="0" marL="457200" marR="0" rtl="0" algn="l">
              <a:lnSpc>
                <a:spcPct val="115000"/>
              </a:lnSpc>
              <a:spcBef>
                <a:spcPts val="0"/>
              </a:spcBef>
              <a:spcAft>
                <a:spcPts val="0"/>
              </a:spcAft>
              <a:buClr>
                <a:schemeClr val="dk1"/>
              </a:buClr>
              <a:buSzPts val="1900"/>
              <a:buFont typeface="Lexend"/>
              <a:buAutoNum type="arabicPeriod"/>
            </a:pPr>
            <a:r>
              <a:rPr b="1" lang="en-US" sz="1900">
                <a:solidFill>
                  <a:schemeClr val="dk1"/>
                </a:solidFill>
                <a:latin typeface="Lexend"/>
                <a:ea typeface="Lexend"/>
                <a:cs typeface="Lexend"/>
                <a:sym typeface="Lexend"/>
              </a:rPr>
              <a:t>Create </a:t>
            </a:r>
            <a:r>
              <a:rPr lang="en-US" sz="1900">
                <a:solidFill>
                  <a:schemeClr val="dk1"/>
                </a:solidFill>
                <a:latin typeface="Lexend"/>
                <a:ea typeface="Lexend"/>
                <a:cs typeface="Lexend"/>
                <a:sym typeface="Lexend"/>
              </a:rPr>
              <a:t>a profile using your </a:t>
            </a:r>
            <a:r>
              <a:rPr b="1" lang="en-US" sz="1900">
                <a:solidFill>
                  <a:schemeClr val="dk1"/>
                </a:solidFill>
                <a:latin typeface="Lexend"/>
                <a:ea typeface="Lexend"/>
                <a:cs typeface="Lexend"/>
                <a:sym typeface="Lexend"/>
              </a:rPr>
              <a:t>name</a:t>
            </a:r>
            <a:r>
              <a:rPr lang="en-US" sz="1900">
                <a:solidFill>
                  <a:schemeClr val="dk1"/>
                </a:solidFill>
                <a:latin typeface="Lexend"/>
                <a:ea typeface="Lexend"/>
                <a:cs typeface="Lexend"/>
                <a:sym typeface="Lexend"/>
              </a:rPr>
              <a:t> and </a:t>
            </a:r>
            <a:r>
              <a:rPr b="1" lang="en-US" sz="1900">
                <a:solidFill>
                  <a:schemeClr val="dk1"/>
                </a:solidFill>
                <a:latin typeface="Lexend"/>
                <a:ea typeface="Lexend"/>
                <a:cs typeface="Lexend"/>
                <a:sym typeface="Lexend"/>
              </a:rPr>
              <a:t>group</a:t>
            </a:r>
            <a:r>
              <a:rPr lang="en-US" sz="1900">
                <a:solidFill>
                  <a:schemeClr val="dk1"/>
                </a:solidFill>
                <a:latin typeface="Lexend"/>
                <a:ea typeface="Lexend"/>
                <a:cs typeface="Lexend"/>
                <a:sym typeface="Lexend"/>
              </a:rPr>
              <a:t>.</a:t>
            </a:r>
            <a:endParaRPr sz="1900">
              <a:solidFill>
                <a:schemeClr val="dk1"/>
              </a:solidFill>
              <a:latin typeface="Lexend"/>
              <a:ea typeface="Lexend"/>
              <a:cs typeface="Lexend"/>
              <a:sym typeface="Lexend"/>
            </a:endParaRPr>
          </a:p>
          <a:p>
            <a:pPr indent="-349250" lvl="0" marL="457200" marR="0" rtl="0" algn="l">
              <a:lnSpc>
                <a:spcPct val="115000"/>
              </a:lnSpc>
              <a:spcBef>
                <a:spcPts val="0"/>
              </a:spcBef>
              <a:spcAft>
                <a:spcPts val="0"/>
              </a:spcAft>
              <a:buClr>
                <a:schemeClr val="dk1"/>
              </a:buClr>
              <a:buSzPts val="1900"/>
              <a:buFont typeface="Lexend"/>
              <a:buAutoNum type="arabicPeriod"/>
            </a:pPr>
            <a:r>
              <a:rPr lang="en-US" sz="1900">
                <a:solidFill>
                  <a:schemeClr val="dk1"/>
                </a:solidFill>
                <a:latin typeface="Lexend"/>
                <a:ea typeface="Lexend"/>
                <a:cs typeface="Lexend"/>
                <a:sym typeface="Lexend"/>
              </a:rPr>
              <a:t>Edit the profile of </a:t>
            </a:r>
            <a:r>
              <a:rPr b="1" lang="en-US" sz="1900">
                <a:solidFill>
                  <a:schemeClr val="dk1"/>
                </a:solidFill>
                <a:latin typeface="Lexend"/>
                <a:ea typeface="Lexend"/>
                <a:cs typeface="Lexend"/>
                <a:sym typeface="Lexend"/>
              </a:rPr>
              <a:t>Emilio Aguinaldo</a:t>
            </a:r>
            <a:r>
              <a:rPr lang="en-US" sz="1900">
                <a:solidFill>
                  <a:schemeClr val="dk1"/>
                </a:solidFill>
                <a:latin typeface="Lexend"/>
                <a:ea typeface="Lexend"/>
                <a:cs typeface="Lexend"/>
                <a:sym typeface="Lexend"/>
              </a:rPr>
              <a:t> and update the name to </a:t>
            </a:r>
            <a:r>
              <a:rPr b="1" lang="en-US" sz="1900">
                <a:solidFill>
                  <a:schemeClr val="dk1"/>
                </a:solidFill>
                <a:latin typeface="Lexend"/>
                <a:ea typeface="Lexend"/>
                <a:cs typeface="Lexend"/>
                <a:sym typeface="Lexend"/>
              </a:rPr>
              <a:t>Antonio Luna</a:t>
            </a:r>
            <a:r>
              <a:rPr lang="en-US" sz="1900">
                <a:solidFill>
                  <a:schemeClr val="dk1"/>
                </a:solidFill>
                <a:latin typeface="Lexend"/>
                <a:ea typeface="Lexend"/>
                <a:cs typeface="Lexend"/>
                <a:sym typeface="Lexend"/>
              </a:rPr>
              <a:t> and the group name to </a:t>
            </a:r>
            <a:r>
              <a:rPr b="1" lang="en-US" sz="1900">
                <a:solidFill>
                  <a:schemeClr val="dk1"/>
                </a:solidFill>
                <a:latin typeface="Lexend"/>
                <a:ea typeface="Lexend"/>
                <a:cs typeface="Lexend"/>
                <a:sym typeface="Lexend"/>
              </a:rPr>
              <a:t>Illustrados.</a:t>
            </a:r>
            <a:endParaRPr sz="1900">
              <a:solidFill>
                <a:schemeClr val="dk1"/>
              </a:solidFill>
              <a:latin typeface="Lexend"/>
              <a:ea typeface="Lexend"/>
              <a:cs typeface="Lexend"/>
              <a:sym typeface="Lexend"/>
            </a:endParaRPr>
          </a:p>
          <a:p>
            <a:pPr indent="-349250" lvl="0" marL="457200" marR="0" rtl="0" algn="l">
              <a:lnSpc>
                <a:spcPct val="115000"/>
              </a:lnSpc>
              <a:spcBef>
                <a:spcPts val="0"/>
              </a:spcBef>
              <a:spcAft>
                <a:spcPts val="0"/>
              </a:spcAft>
              <a:buClr>
                <a:schemeClr val="dk1"/>
              </a:buClr>
              <a:buSzPts val="1900"/>
              <a:buFont typeface="Lexend"/>
              <a:buAutoNum type="arabicPeriod"/>
            </a:pPr>
            <a:r>
              <a:rPr lang="en-US" sz="1900">
                <a:solidFill>
                  <a:schemeClr val="dk1"/>
                </a:solidFill>
                <a:latin typeface="Lexend"/>
                <a:ea typeface="Lexend"/>
                <a:cs typeface="Lexend"/>
                <a:sym typeface="Lexend"/>
              </a:rPr>
              <a:t>Delete the profile of </a:t>
            </a:r>
            <a:r>
              <a:rPr b="1" lang="en-US" sz="1900">
                <a:solidFill>
                  <a:schemeClr val="dk1"/>
                </a:solidFill>
                <a:latin typeface="Lexend"/>
                <a:ea typeface="Lexend"/>
                <a:cs typeface="Lexend"/>
                <a:sym typeface="Lexend"/>
              </a:rPr>
              <a:t>Andres Bonifacio.</a:t>
            </a:r>
            <a:endParaRPr b="1" sz="1900">
              <a:solidFill>
                <a:schemeClr val="dk1"/>
              </a:solidFill>
              <a:latin typeface="Lexend"/>
              <a:ea typeface="Lexend"/>
              <a:cs typeface="Lexend"/>
              <a:sym typeface="Lexend"/>
            </a:endParaRPr>
          </a:p>
          <a:p>
            <a:pPr indent="-349250" lvl="0" marL="457200" marR="0" rtl="0" algn="l">
              <a:lnSpc>
                <a:spcPct val="115000"/>
              </a:lnSpc>
              <a:spcBef>
                <a:spcPts val="0"/>
              </a:spcBef>
              <a:spcAft>
                <a:spcPts val="0"/>
              </a:spcAft>
              <a:buClr>
                <a:schemeClr val="dk1"/>
              </a:buClr>
              <a:buSzPts val="1900"/>
              <a:buFont typeface="Lexend"/>
              <a:buAutoNum type="arabicPeriod"/>
            </a:pPr>
            <a:r>
              <a:rPr lang="en-US" sz="1900">
                <a:solidFill>
                  <a:schemeClr val="dk1"/>
                </a:solidFill>
                <a:latin typeface="Lexend"/>
                <a:ea typeface="Lexend"/>
                <a:cs typeface="Lexend"/>
                <a:sym typeface="Lexend"/>
              </a:rPr>
              <a:t>Copy and paste the </a:t>
            </a:r>
            <a:r>
              <a:rPr b="1" lang="en-US" sz="1900">
                <a:solidFill>
                  <a:schemeClr val="dk1"/>
                </a:solidFill>
                <a:latin typeface="Lexend"/>
                <a:ea typeface="Lexend"/>
                <a:cs typeface="Lexend"/>
                <a:sym typeface="Lexend"/>
              </a:rPr>
              <a:t>Response</a:t>
            </a:r>
            <a:r>
              <a:rPr lang="en-US" sz="1900">
                <a:solidFill>
                  <a:schemeClr val="dk1"/>
                </a:solidFill>
                <a:latin typeface="Lexend"/>
                <a:ea typeface="Lexend"/>
                <a:cs typeface="Lexend"/>
                <a:sym typeface="Lexend"/>
              </a:rPr>
              <a:t> of Step #4.</a:t>
            </a:r>
            <a:endParaRPr sz="1900">
              <a:solidFill>
                <a:schemeClr val="dk1"/>
              </a:solidFill>
              <a:latin typeface="Lexend"/>
              <a:ea typeface="Lexend"/>
              <a:cs typeface="Lexend"/>
              <a:sym typeface="Lexend"/>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6" name="Shape 396"/>
        <p:cNvGrpSpPr/>
        <p:nvPr/>
      </p:nvGrpSpPr>
      <p:grpSpPr>
        <a:xfrm>
          <a:off x="0" y="0"/>
          <a:ext cx="0" cy="0"/>
          <a:chOff x="0" y="0"/>
          <a:chExt cx="0" cy="0"/>
        </a:xfrm>
      </p:grpSpPr>
      <p:sp>
        <p:nvSpPr>
          <p:cNvPr id="397" name="Google Shape;397;g3bda3d096ad_0_0"/>
          <p:cNvSpPr txBox="1"/>
          <p:nvPr>
            <p:ph type="title"/>
          </p:nvPr>
        </p:nvSpPr>
        <p:spPr>
          <a:xfrm>
            <a:off x="439648" y="189700"/>
            <a:ext cx="5510400" cy="6603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1100"/>
              <a:buFont typeface="Arial"/>
              <a:buNone/>
            </a:pPr>
            <a:r>
              <a:rPr lang="en-US" sz="1200">
                <a:latin typeface="IBM Plex Sans"/>
                <a:ea typeface="IBM Plex Sans"/>
                <a:cs typeface="IBM Plex Sans"/>
                <a:sym typeface="IBM Plex Sans"/>
              </a:rPr>
              <a:t>Introduction to APIs</a:t>
            </a:r>
            <a:endParaRPr sz="1200">
              <a:latin typeface="IBM Plex Sans"/>
              <a:ea typeface="IBM Plex Sans"/>
              <a:cs typeface="IBM Plex Sans"/>
              <a:sym typeface="IBM Plex Sans"/>
            </a:endParaRPr>
          </a:p>
        </p:txBody>
      </p:sp>
      <p:cxnSp>
        <p:nvCxnSpPr>
          <p:cNvPr id="398" name="Google Shape;398;g3bda3d096ad_0_0"/>
          <p:cNvCxnSpPr/>
          <p:nvPr/>
        </p:nvCxnSpPr>
        <p:spPr>
          <a:xfrm>
            <a:off x="97082" y="746462"/>
            <a:ext cx="10200300" cy="0"/>
          </a:xfrm>
          <a:prstGeom prst="straightConnector1">
            <a:avLst/>
          </a:prstGeom>
          <a:noFill/>
          <a:ln cap="flat" cmpd="sng" w="9525">
            <a:solidFill>
              <a:schemeClr val="accent1"/>
            </a:solidFill>
            <a:prstDash val="solid"/>
            <a:miter lim="800000"/>
            <a:headEnd len="sm" w="sm" type="none"/>
            <a:tailEnd len="sm" w="sm" type="none"/>
          </a:ln>
        </p:spPr>
      </p:cxnSp>
      <p:sp>
        <p:nvSpPr>
          <p:cNvPr id="399" name="Google Shape;399;g3bda3d096ad_0_0"/>
          <p:cNvSpPr txBox="1"/>
          <p:nvPr>
            <p:ph idx="4294967295" type="ctrTitle"/>
          </p:nvPr>
        </p:nvSpPr>
        <p:spPr>
          <a:xfrm>
            <a:off x="517400" y="983676"/>
            <a:ext cx="10150500" cy="6012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9B1D23"/>
              </a:buClr>
              <a:buSzPts val="4770"/>
              <a:buFont typeface="Arial Black"/>
              <a:buNone/>
            </a:pPr>
            <a:r>
              <a:rPr lang="en-US" sz="3440"/>
              <a:t>Adding Structure to our API</a:t>
            </a:r>
            <a:endParaRPr sz="3440"/>
          </a:p>
          <a:p>
            <a:pPr indent="0" lvl="0" marL="0" marR="0" rtl="0" algn="l">
              <a:lnSpc>
                <a:spcPct val="90000"/>
              </a:lnSpc>
              <a:spcBef>
                <a:spcPts val="0"/>
              </a:spcBef>
              <a:spcAft>
                <a:spcPts val="0"/>
              </a:spcAft>
              <a:buClr>
                <a:srgbClr val="9B1D23"/>
              </a:buClr>
              <a:buSzPts val="4770"/>
              <a:buFont typeface="Arial Black"/>
              <a:buNone/>
            </a:pPr>
            <a:r>
              <a:t/>
            </a:r>
            <a:endParaRPr sz="3440"/>
          </a:p>
        </p:txBody>
      </p:sp>
      <p:sp>
        <p:nvSpPr>
          <p:cNvPr id="400" name="Google Shape;400;g3bda3d096ad_0_0"/>
          <p:cNvSpPr txBox="1"/>
          <p:nvPr/>
        </p:nvSpPr>
        <p:spPr>
          <a:xfrm>
            <a:off x="517400" y="1584875"/>
            <a:ext cx="10150500" cy="2253300"/>
          </a:xfrm>
          <a:prstGeom prst="rect">
            <a:avLst/>
          </a:prstGeom>
          <a:noFill/>
          <a:ln>
            <a:noFill/>
          </a:ln>
        </p:spPr>
        <p:txBody>
          <a:bodyPr anchorCtr="0" anchor="t" bIns="91425" lIns="91425" spcFirstLastPara="1" rIns="91425" wrap="square" tIns="91425">
            <a:spAutoFit/>
          </a:bodyPr>
          <a:lstStyle/>
          <a:p>
            <a:pPr indent="-381000" lvl="0" marL="457200" marR="0" rtl="0" algn="l">
              <a:lnSpc>
                <a:spcPct val="115000"/>
              </a:lnSpc>
              <a:spcBef>
                <a:spcPts val="0"/>
              </a:spcBef>
              <a:spcAft>
                <a:spcPts val="0"/>
              </a:spcAft>
              <a:buClr>
                <a:schemeClr val="dk1"/>
              </a:buClr>
              <a:buSzPts val="2400"/>
              <a:buFont typeface="Lexend"/>
              <a:buChar char="●"/>
            </a:pPr>
            <a:r>
              <a:rPr lang="en-US" sz="2400">
                <a:solidFill>
                  <a:schemeClr val="dk1"/>
                </a:solidFill>
                <a:latin typeface="Lexend"/>
                <a:ea typeface="Lexend"/>
                <a:cs typeface="Lexend"/>
                <a:sym typeface="Lexend"/>
              </a:rPr>
              <a:t>Let’s improve our basic API by refactoring our code and separating them into different classes.</a:t>
            </a:r>
            <a:endParaRPr sz="2400">
              <a:solidFill>
                <a:schemeClr val="dk1"/>
              </a:solidFill>
              <a:latin typeface="Lexend"/>
              <a:ea typeface="Lexend"/>
              <a:cs typeface="Lexend"/>
              <a:sym typeface="Lexend"/>
            </a:endParaRPr>
          </a:p>
          <a:p>
            <a:pPr indent="-381000" lvl="0" marL="457200" marR="0" rtl="0" algn="l">
              <a:lnSpc>
                <a:spcPct val="115000"/>
              </a:lnSpc>
              <a:spcBef>
                <a:spcPts val="0"/>
              </a:spcBef>
              <a:spcAft>
                <a:spcPts val="0"/>
              </a:spcAft>
              <a:buClr>
                <a:schemeClr val="dk1"/>
              </a:buClr>
              <a:buSzPts val="2400"/>
              <a:buFont typeface="Lexend"/>
              <a:buChar char="●"/>
            </a:pPr>
            <a:r>
              <a:rPr lang="en-US" sz="2400">
                <a:solidFill>
                  <a:schemeClr val="dk1"/>
                </a:solidFill>
                <a:latin typeface="Lexend"/>
                <a:ea typeface="Lexend"/>
                <a:cs typeface="Lexend"/>
                <a:sym typeface="Lexend"/>
              </a:rPr>
              <a:t>A structured RESTful API must at least have a Controller class, a Service class, and a Repository class and a Model class.</a:t>
            </a:r>
            <a:endParaRPr sz="2400">
              <a:solidFill>
                <a:schemeClr val="dk1"/>
              </a:solidFill>
              <a:latin typeface="Lexend"/>
              <a:ea typeface="Lexend"/>
              <a:cs typeface="Lexend"/>
              <a:sym typeface="Lexend"/>
            </a:endParaRPr>
          </a:p>
          <a:p>
            <a:pPr indent="-381000" lvl="0" marL="457200" marR="0" rtl="0" algn="l">
              <a:lnSpc>
                <a:spcPct val="115000"/>
              </a:lnSpc>
              <a:spcBef>
                <a:spcPts val="0"/>
              </a:spcBef>
              <a:spcAft>
                <a:spcPts val="0"/>
              </a:spcAft>
              <a:buClr>
                <a:schemeClr val="dk1"/>
              </a:buClr>
              <a:buSzPts val="2400"/>
              <a:buFont typeface="Lexend"/>
              <a:buChar char="●"/>
            </a:pPr>
            <a:r>
              <a:rPr lang="en-US" sz="2400">
                <a:solidFill>
                  <a:schemeClr val="dk1"/>
                </a:solidFill>
                <a:latin typeface="Lexend"/>
                <a:ea typeface="Lexend"/>
                <a:cs typeface="Lexend"/>
                <a:sym typeface="Lexend"/>
              </a:rPr>
              <a:t>For now, let’s create </a:t>
            </a:r>
            <a:r>
              <a:rPr b="1" lang="en-US" sz="2400">
                <a:solidFill>
                  <a:schemeClr val="dk1"/>
                </a:solidFill>
                <a:latin typeface="Lexend"/>
                <a:ea typeface="Lexend"/>
                <a:cs typeface="Lexend"/>
                <a:sym typeface="Lexend"/>
              </a:rPr>
              <a:t>PersonController, PersonService</a:t>
            </a:r>
            <a:endParaRPr b="1" sz="2400">
              <a:solidFill>
                <a:schemeClr val="dk1"/>
              </a:solidFill>
              <a:latin typeface="Lexend"/>
              <a:ea typeface="Lexend"/>
              <a:cs typeface="Lexend"/>
              <a:sym typeface="Lexend"/>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5" name="Shape 405"/>
        <p:cNvGrpSpPr/>
        <p:nvPr/>
      </p:nvGrpSpPr>
      <p:grpSpPr>
        <a:xfrm>
          <a:off x="0" y="0"/>
          <a:ext cx="0" cy="0"/>
          <a:chOff x="0" y="0"/>
          <a:chExt cx="0" cy="0"/>
        </a:xfrm>
      </p:grpSpPr>
      <p:sp>
        <p:nvSpPr>
          <p:cNvPr id="406" name="Google Shape;406;g3bda3d096ad_0_8"/>
          <p:cNvSpPr txBox="1"/>
          <p:nvPr>
            <p:ph type="title"/>
          </p:nvPr>
        </p:nvSpPr>
        <p:spPr>
          <a:xfrm>
            <a:off x="439648" y="189700"/>
            <a:ext cx="5510400" cy="6603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1100"/>
              <a:buFont typeface="Arial"/>
              <a:buNone/>
            </a:pPr>
            <a:r>
              <a:rPr lang="en-US" sz="1200">
                <a:latin typeface="IBM Plex Sans"/>
                <a:ea typeface="IBM Plex Sans"/>
                <a:cs typeface="IBM Plex Sans"/>
                <a:sym typeface="IBM Plex Sans"/>
              </a:rPr>
              <a:t>Introduction to APIs</a:t>
            </a:r>
            <a:endParaRPr sz="1200">
              <a:latin typeface="IBM Plex Sans"/>
              <a:ea typeface="IBM Plex Sans"/>
              <a:cs typeface="IBM Plex Sans"/>
              <a:sym typeface="IBM Plex Sans"/>
            </a:endParaRPr>
          </a:p>
        </p:txBody>
      </p:sp>
      <p:cxnSp>
        <p:nvCxnSpPr>
          <p:cNvPr id="407" name="Google Shape;407;g3bda3d096ad_0_8"/>
          <p:cNvCxnSpPr/>
          <p:nvPr/>
        </p:nvCxnSpPr>
        <p:spPr>
          <a:xfrm>
            <a:off x="97082" y="746462"/>
            <a:ext cx="10200300" cy="0"/>
          </a:xfrm>
          <a:prstGeom prst="straightConnector1">
            <a:avLst/>
          </a:prstGeom>
          <a:noFill/>
          <a:ln cap="flat" cmpd="sng" w="9525">
            <a:solidFill>
              <a:schemeClr val="accent1"/>
            </a:solidFill>
            <a:prstDash val="solid"/>
            <a:miter lim="800000"/>
            <a:headEnd len="sm" w="sm" type="none"/>
            <a:tailEnd len="sm" w="sm" type="none"/>
          </a:ln>
        </p:spPr>
      </p:cxnSp>
      <p:sp>
        <p:nvSpPr>
          <p:cNvPr id="408" name="Google Shape;408;g3bda3d096ad_0_8"/>
          <p:cNvSpPr txBox="1"/>
          <p:nvPr>
            <p:ph idx="4294967295" type="ctrTitle"/>
          </p:nvPr>
        </p:nvSpPr>
        <p:spPr>
          <a:xfrm>
            <a:off x="517400" y="983676"/>
            <a:ext cx="10150500" cy="6012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9B1D23"/>
              </a:buClr>
              <a:buSzPts val="4770"/>
              <a:buFont typeface="Arial Black"/>
              <a:buNone/>
            </a:pPr>
            <a:r>
              <a:rPr lang="en-US" sz="3440"/>
              <a:t>Controller</a:t>
            </a:r>
            <a:endParaRPr sz="3440"/>
          </a:p>
          <a:p>
            <a:pPr indent="0" lvl="0" marL="0" marR="0" rtl="0" algn="l">
              <a:lnSpc>
                <a:spcPct val="90000"/>
              </a:lnSpc>
              <a:spcBef>
                <a:spcPts val="0"/>
              </a:spcBef>
              <a:spcAft>
                <a:spcPts val="0"/>
              </a:spcAft>
              <a:buClr>
                <a:srgbClr val="9B1D23"/>
              </a:buClr>
              <a:buSzPts val="4770"/>
              <a:buFont typeface="Arial Black"/>
              <a:buNone/>
            </a:pPr>
            <a:r>
              <a:t/>
            </a:r>
            <a:endParaRPr sz="3440"/>
          </a:p>
        </p:txBody>
      </p:sp>
      <p:sp>
        <p:nvSpPr>
          <p:cNvPr id="409" name="Google Shape;409;g3bda3d096ad_0_8"/>
          <p:cNvSpPr txBox="1"/>
          <p:nvPr/>
        </p:nvSpPr>
        <p:spPr>
          <a:xfrm>
            <a:off x="517400" y="1584875"/>
            <a:ext cx="10150500" cy="5368800"/>
          </a:xfrm>
          <a:prstGeom prst="rect">
            <a:avLst/>
          </a:prstGeom>
          <a:noFill/>
          <a:ln>
            <a:noFill/>
          </a:ln>
        </p:spPr>
        <p:txBody>
          <a:bodyPr anchorCtr="0" anchor="t" bIns="91425" lIns="91425" spcFirstLastPara="1" rIns="91425" wrap="square" tIns="91425">
            <a:spAutoFit/>
          </a:bodyPr>
          <a:lstStyle/>
          <a:p>
            <a:pPr indent="-381000" lvl="0" marL="457200" marR="0" rtl="0" algn="l">
              <a:lnSpc>
                <a:spcPct val="115000"/>
              </a:lnSpc>
              <a:spcBef>
                <a:spcPts val="0"/>
              </a:spcBef>
              <a:spcAft>
                <a:spcPts val="0"/>
              </a:spcAft>
              <a:buClr>
                <a:schemeClr val="dk1"/>
              </a:buClr>
              <a:buSzPts val="2400"/>
              <a:buFont typeface="Lexend"/>
              <a:buChar char="●"/>
            </a:pPr>
            <a:r>
              <a:rPr lang="en-US" sz="2400">
                <a:solidFill>
                  <a:schemeClr val="dk1"/>
                </a:solidFill>
                <a:latin typeface="Lexend"/>
                <a:ea typeface="Lexend"/>
                <a:cs typeface="Lexend"/>
                <a:sym typeface="Lexend"/>
              </a:rPr>
              <a:t>Create a PersonController class with a dependency PersonService. Create a constructor initializing the dependency.</a:t>
            </a:r>
            <a:endParaRPr sz="2400">
              <a:solidFill>
                <a:schemeClr val="dk1"/>
              </a:solidFill>
              <a:latin typeface="Lexend"/>
              <a:ea typeface="Lexend"/>
              <a:cs typeface="Lexend"/>
              <a:sym typeface="Lexend"/>
            </a:endParaRPr>
          </a:p>
          <a:p>
            <a:pPr indent="0" lvl="0" marL="0" marR="0" rtl="0" algn="l">
              <a:lnSpc>
                <a:spcPct val="115000"/>
              </a:lnSpc>
              <a:spcBef>
                <a:spcPts val="0"/>
              </a:spcBef>
              <a:spcAft>
                <a:spcPts val="0"/>
              </a:spcAft>
              <a:buNone/>
            </a:pPr>
            <a:r>
              <a:t/>
            </a:r>
            <a:endParaRPr sz="2400">
              <a:solidFill>
                <a:schemeClr val="dk1"/>
              </a:solidFill>
              <a:latin typeface="Lexend"/>
              <a:ea typeface="Lexend"/>
              <a:cs typeface="Lexend"/>
              <a:sym typeface="Lexend"/>
            </a:endParaRPr>
          </a:p>
          <a:p>
            <a:pPr indent="0" lvl="0" marL="25400" rtl="0" algn="l">
              <a:lnSpc>
                <a:spcPct val="115000"/>
              </a:lnSpc>
              <a:spcBef>
                <a:spcPts val="0"/>
              </a:spcBef>
              <a:spcAft>
                <a:spcPts val="0"/>
              </a:spcAft>
              <a:buClr>
                <a:schemeClr val="dk1"/>
              </a:buClr>
              <a:buSzPts val="1100"/>
              <a:buFont typeface="Arial"/>
              <a:buNone/>
            </a:pPr>
            <a:r>
              <a:rPr b="1" lang="en-US" sz="2000">
                <a:solidFill>
                  <a:srgbClr val="7F0055"/>
                </a:solidFill>
                <a:highlight>
                  <a:srgbClr val="FFFFFF"/>
                </a:highlight>
                <a:latin typeface="Courier New"/>
                <a:ea typeface="Courier New"/>
                <a:cs typeface="Courier New"/>
                <a:sym typeface="Courier New"/>
              </a:rPr>
              <a:t>public</a:t>
            </a:r>
            <a:r>
              <a:rPr lang="en-US" sz="2000">
                <a:solidFill>
                  <a:schemeClr val="dk1"/>
                </a:solidFill>
                <a:highlight>
                  <a:srgbClr val="FFFFFF"/>
                </a:highlight>
                <a:latin typeface="Courier New"/>
                <a:ea typeface="Courier New"/>
                <a:cs typeface="Courier New"/>
                <a:sym typeface="Courier New"/>
              </a:rPr>
              <a:t> </a:t>
            </a:r>
            <a:r>
              <a:rPr b="1" lang="en-US" sz="2000">
                <a:solidFill>
                  <a:srgbClr val="7F0055"/>
                </a:solidFill>
                <a:highlight>
                  <a:srgbClr val="FFFFFF"/>
                </a:highlight>
                <a:latin typeface="Courier New"/>
                <a:ea typeface="Courier New"/>
                <a:cs typeface="Courier New"/>
                <a:sym typeface="Courier New"/>
              </a:rPr>
              <a:t>class</a:t>
            </a:r>
            <a:r>
              <a:rPr lang="en-US" sz="2000">
                <a:solidFill>
                  <a:schemeClr val="dk1"/>
                </a:solidFill>
                <a:highlight>
                  <a:srgbClr val="FFFFFF"/>
                </a:highlight>
                <a:latin typeface="Courier New"/>
                <a:ea typeface="Courier New"/>
                <a:cs typeface="Courier New"/>
                <a:sym typeface="Courier New"/>
              </a:rPr>
              <a:t> PersonController {</a:t>
            </a:r>
            <a:endParaRPr sz="20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2000">
                <a:solidFill>
                  <a:schemeClr val="dk1"/>
                </a:solidFill>
                <a:highlight>
                  <a:srgbClr val="FFFFFF"/>
                </a:highlight>
                <a:latin typeface="Courier New"/>
                <a:ea typeface="Courier New"/>
                <a:cs typeface="Courier New"/>
                <a:sym typeface="Courier New"/>
              </a:rPr>
              <a:t>	</a:t>
            </a:r>
            <a:endParaRPr sz="2000">
              <a:solidFill>
                <a:schemeClr val="dk1"/>
              </a:solidFill>
              <a:highlight>
                <a:srgbClr val="FFFFFF"/>
              </a:highlight>
              <a:latin typeface="Courier New"/>
              <a:ea typeface="Courier New"/>
              <a:cs typeface="Courier New"/>
              <a:sym typeface="Courier New"/>
            </a:endParaRPr>
          </a:p>
          <a:p>
            <a:pPr indent="431800" lvl="0" marL="25400" rtl="0" algn="l">
              <a:lnSpc>
                <a:spcPct val="115000"/>
              </a:lnSpc>
              <a:spcBef>
                <a:spcPts val="0"/>
              </a:spcBef>
              <a:spcAft>
                <a:spcPts val="0"/>
              </a:spcAft>
              <a:buClr>
                <a:schemeClr val="dk1"/>
              </a:buClr>
              <a:buSzPts val="1100"/>
              <a:buFont typeface="Arial"/>
              <a:buNone/>
            </a:pPr>
            <a:r>
              <a:rPr b="1" lang="en-US" sz="2000">
                <a:solidFill>
                  <a:srgbClr val="7F0055"/>
                </a:solidFill>
                <a:highlight>
                  <a:srgbClr val="FFFFFF"/>
                </a:highlight>
                <a:latin typeface="Courier New"/>
                <a:ea typeface="Courier New"/>
                <a:cs typeface="Courier New"/>
                <a:sym typeface="Courier New"/>
              </a:rPr>
              <a:t>private</a:t>
            </a:r>
            <a:r>
              <a:rPr lang="en-US" sz="2000">
                <a:solidFill>
                  <a:schemeClr val="dk1"/>
                </a:solidFill>
                <a:highlight>
                  <a:srgbClr val="FFFFFF"/>
                </a:highlight>
                <a:latin typeface="Courier New"/>
                <a:ea typeface="Courier New"/>
                <a:cs typeface="Courier New"/>
                <a:sym typeface="Courier New"/>
              </a:rPr>
              <a:t> </a:t>
            </a:r>
            <a:r>
              <a:rPr b="1" lang="en-US" sz="2000">
                <a:solidFill>
                  <a:srgbClr val="7F0055"/>
                </a:solidFill>
                <a:highlight>
                  <a:srgbClr val="FFFFFF"/>
                </a:highlight>
                <a:latin typeface="Courier New"/>
                <a:ea typeface="Courier New"/>
                <a:cs typeface="Courier New"/>
                <a:sym typeface="Courier New"/>
              </a:rPr>
              <a:t>final</a:t>
            </a:r>
            <a:r>
              <a:rPr lang="en-US" sz="2000">
                <a:solidFill>
                  <a:schemeClr val="dk1"/>
                </a:solidFill>
                <a:highlight>
                  <a:srgbClr val="FFFFFF"/>
                </a:highlight>
                <a:latin typeface="Courier New"/>
                <a:ea typeface="Courier New"/>
                <a:cs typeface="Courier New"/>
                <a:sym typeface="Courier New"/>
              </a:rPr>
              <a:t> PersonService </a:t>
            </a:r>
            <a:r>
              <a:rPr lang="en-US" sz="2000">
                <a:solidFill>
                  <a:srgbClr val="0000C0"/>
                </a:solidFill>
                <a:highlight>
                  <a:srgbClr val="FFFFFF"/>
                </a:highlight>
                <a:latin typeface="Courier New"/>
                <a:ea typeface="Courier New"/>
                <a:cs typeface="Courier New"/>
                <a:sym typeface="Courier New"/>
              </a:rPr>
              <a:t>personService</a:t>
            </a:r>
            <a:r>
              <a:rPr lang="en-US" sz="2000">
                <a:solidFill>
                  <a:schemeClr val="dk1"/>
                </a:solidFill>
                <a:highlight>
                  <a:srgbClr val="FFFFFF"/>
                </a:highlight>
                <a:latin typeface="Courier New"/>
                <a:ea typeface="Courier New"/>
                <a:cs typeface="Courier New"/>
                <a:sym typeface="Courier New"/>
              </a:rPr>
              <a:t>;</a:t>
            </a:r>
            <a:endParaRPr sz="20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lang="en-US" sz="2000">
                <a:solidFill>
                  <a:schemeClr val="dk1"/>
                </a:solidFill>
                <a:highlight>
                  <a:srgbClr val="FFFFFF"/>
                </a:highlight>
                <a:latin typeface="Courier New"/>
                <a:ea typeface="Courier New"/>
                <a:cs typeface="Courier New"/>
                <a:sym typeface="Courier New"/>
              </a:rPr>
              <a:t>	</a:t>
            </a:r>
            <a:endParaRPr sz="20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lang="en-US" sz="2000">
                <a:solidFill>
                  <a:schemeClr val="dk1"/>
                </a:solidFill>
                <a:highlight>
                  <a:srgbClr val="FFFFFF"/>
                </a:highlight>
                <a:latin typeface="Courier New"/>
                <a:ea typeface="Courier New"/>
                <a:cs typeface="Courier New"/>
                <a:sym typeface="Courier New"/>
              </a:rPr>
              <a:t>	</a:t>
            </a:r>
            <a:r>
              <a:rPr lang="en-US" sz="2000">
                <a:solidFill>
                  <a:srgbClr val="3F7F5F"/>
                </a:solidFill>
                <a:highlight>
                  <a:srgbClr val="FFFFFF"/>
                </a:highlight>
                <a:latin typeface="Courier New"/>
                <a:ea typeface="Courier New"/>
                <a:cs typeface="Courier New"/>
                <a:sym typeface="Courier New"/>
              </a:rPr>
              <a:t>// initialize dependencies</a:t>
            </a:r>
            <a:endParaRPr sz="20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lang="en-US" sz="2000">
                <a:solidFill>
                  <a:schemeClr val="dk1"/>
                </a:solidFill>
                <a:highlight>
                  <a:srgbClr val="FFFFFF"/>
                </a:highlight>
                <a:latin typeface="Courier New"/>
                <a:ea typeface="Courier New"/>
                <a:cs typeface="Courier New"/>
                <a:sym typeface="Courier New"/>
              </a:rPr>
              <a:t>	</a:t>
            </a:r>
            <a:r>
              <a:rPr b="1" lang="en-US" sz="2000">
                <a:solidFill>
                  <a:srgbClr val="7F0055"/>
                </a:solidFill>
                <a:highlight>
                  <a:srgbClr val="FFFFFF"/>
                </a:highlight>
                <a:latin typeface="Courier New"/>
                <a:ea typeface="Courier New"/>
                <a:cs typeface="Courier New"/>
                <a:sym typeface="Courier New"/>
              </a:rPr>
              <a:t>public</a:t>
            </a:r>
            <a:r>
              <a:rPr lang="en-US" sz="2000">
                <a:solidFill>
                  <a:schemeClr val="dk1"/>
                </a:solidFill>
                <a:highlight>
                  <a:srgbClr val="FFFFFF"/>
                </a:highlight>
                <a:latin typeface="Courier New"/>
                <a:ea typeface="Courier New"/>
                <a:cs typeface="Courier New"/>
                <a:sym typeface="Courier New"/>
              </a:rPr>
              <a:t> PersonController (PersonService </a:t>
            </a:r>
            <a:r>
              <a:rPr lang="en-US" sz="2000">
                <a:solidFill>
                  <a:srgbClr val="6A3E3E"/>
                </a:solidFill>
                <a:highlight>
                  <a:srgbClr val="FFFFFF"/>
                </a:highlight>
                <a:latin typeface="Courier New"/>
                <a:ea typeface="Courier New"/>
                <a:cs typeface="Courier New"/>
                <a:sym typeface="Courier New"/>
              </a:rPr>
              <a:t>personService</a:t>
            </a:r>
            <a:r>
              <a:rPr lang="en-US" sz="2000">
                <a:solidFill>
                  <a:schemeClr val="dk1"/>
                </a:solidFill>
                <a:highlight>
                  <a:srgbClr val="FFFFFF"/>
                </a:highlight>
                <a:latin typeface="Courier New"/>
                <a:ea typeface="Courier New"/>
                <a:cs typeface="Courier New"/>
                <a:sym typeface="Courier New"/>
              </a:rPr>
              <a:t>) {</a:t>
            </a:r>
            <a:endParaRPr sz="20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lang="en-US" sz="2000">
                <a:solidFill>
                  <a:schemeClr val="dk1"/>
                </a:solidFill>
                <a:highlight>
                  <a:srgbClr val="FFFFFF"/>
                </a:highlight>
                <a:latin typeface="Courier New"/>
                <a:ea typeface="Courier New"/>
                <a:cs typeface="Courier New"/>
                <a:sym typeface="Courier New"/>
              </a:rPr>
              <a:t>		</a:t>
            </a:r>
            <a:endParaRPr sz="20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lang="en-US" sz="2000">
                <a:solidFill>
                  <a:schemeClr val="dk1"/>
                </a:solidFill>
                <a:highlight>
                  <a:srgbClr val="FFFFFF"/>
                </a:highlight>
                <a:latin typeface="Courier New"/>
                <a:ea typeface="Courier New"/>
                <a:cs typeface="Courier New"/>
                <a:sym typeface="Courier New"/>
              </a:rPr>
              <a:t>		</a:t>
            </a:r>
            <a:r>
              <a:rPr b="1" lang="en-US" sz="2000">
                <a:solidFill>
                  <a:srgbClr val="7F0055"/>
                </a:solidFill>
                <a:highlight>
                  <a:srgbClr val="FFFFFF"/>
                </a:highlight>
                <a:latin typeface="Courier New"/>
                <a:ea typeface="Courier New"/>
                <a:cs typeface="Courier New"/>
                <a:sym typeface="Courier New"/>
              </a:rPr>
              <a:t>this</a:t>
            </a:r>
            <a:r>
              <a:rPr lang="en-US" sz="2000">
                <a:solidFill>
                  <a:schemeClr val="dk1"/>
                </a:solidFill>
                <a:highlight>
                  <a:srgbClr val="FFFFFF"/>
                </a:highlight>
                <a:latin typeface="Courier New"/>
                <a:ea typeface="Courier New"/>
                <a:cs typeface="Courier New"/>
                <a:sym typeface="Courier New"/>
              </a:rPr>
              <a:t>.</a:t>
            </a:r>
            <a:r>
              <a:rPr lang="en-US" sz="2000">
                <a:solidFill>
                  <a:srgbClr val="0000C0"/>
                </a:solidFill>
                <a:highlight>
                  <a:srgbClr val="FFFFFF"/>
                </a:highlight>
                <a:latin typeface="Courier New"/>
                <a:ea typeface="Courier New"/>
                <a:cs typeface="Courier New"/>
                <a:sym typeface="Courier New"/>
              </a:rPr>
              <a:t>personService</a:t>
            </a:r>
            <a:r>
              <a:rPr lang="en-US" sz="2000">
                <a:solidFill>
                  <a:schemeClr val="dk1"/>
                </a:solidFill>
                <a:highlight>
                  <a:srgbClr val="FFFFFF"/>
                </a:highlight>
                <a:latin typeface="Courier New"/>
                <a:ea typeface="Courier New"/>
                <a:cs typeface="Courier New"/>
                <a:sym typeface="Courier New"/>
              </a:rPr>
              <a:t> = </a:t>
            </a:r>
            <a:r>
              <a:rPr lang="en-US" sz="2000">
                <a:solidFill>
                  <a:srgbClr val="6A3E3E"/>
                </a:solidFill>
                <a:highlight>
                  <a:srgbClr val="FFFFFF"/>
                </a:highlight>
                <a:latin typeface="Courier New"/>
                <a:ea typeface="Courier New"/>
                <a:cs typeface="Courier New"/>
                <a:sym typeface="Courier New"/>
              </a:rPr>
              <a:t>personService</a:t>
            </a:r>
            <a:r>
              <a:rPr lang="en-US" sz="2000">
                <a:solidFill>
                  <a:schemeClr val="dk1"/>
                </a:solidFill>
                <a:highlight>
                  <a:srgbClr val="FFFFFF"/>
                </a:highlight>
                <a:latin typeface="Courier New"/>
                <a:ea typeface="Courier New"/>
                <a:cs typeface="Courier New"/>
                <a:sym typeface="Courier New"/>
              </a:rPr>
              <a:t>;</a:t>
            </a:r>
            <a:endParaRPr sz="20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lang="en-US" sz="2000">
                <a:solidFill>
                  <a:schemeClr val="dk1"/>
                </a:solidFill>
                <a:highlight>
                  <a:srgbClr val="FFFFFF"/>
                </a:highlight>
                <a:latin typeface="Courier New"/>
                <a:ea typeface="Courier New"/>
                <a:cs typeface="Courier New"/>
                <a:sym typeface="Courier New"/>
              </a:rPr>
              <a:t> </a:t>
            </a:r>
            <a:endParaRPr sz="20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lang="en-US" sz="2000">
                <a:solidFill>
                  <a:schemeClr val="dk1"/>
                </a:solidFill>
                <a:highlight>
                  <a:srgbClr val="FFFFFF"/>
                </a:highlight>
                <a:latin typeface="Courier New"/>
                <a:ea typeface="Courier New"/>
                <a:cs typeface="Courier New"/>
                <a:sym typeface="Courier New"/>
              </a:rPr>
              <a:t>	}</a:t>
            </a:r>
            <a:endParaRPr sz="2000">
              <a:solidFill>
                <a:schemeClr val="dk1"/>
              </a:solidFill>
              <a:highlight>
                <a:srgbClr val="FFFFFF"/>
              </a:highlight>
              <a:latin typeface="Courier New"/>
              <a:ea typeface="Courier New"/>
              <a:cs typeface="Courier New"/>
              <a:sym typeface="Courier New"/>
            </a:endParaRPr>
          </a:p>
          <a:p>
            <a:pPr indent="0" lvl="0" marL="0" marR="0" rtl="0" algn="l">
              <a:lnSpc>
                <a:spcPct val="115000"/>
              </a:lnSpc>
              <a:spcBef>
                <a:spcPts val="0"/>
              </a:spcBef>
              <a:spcAft>
                <a:spcPts val="0"/>
              </a:spcAft>
              <a:buNone/>
            </a:pPr>
            <a:r>
              <a:t/>
            </a:r>
            <a:endParaRPr sz="2400">
              <a:solidFill>
                <a:schemeClr val="dk1"/>
              </a:solidFill>
              <a:latin typeface="Lexend"/>
              <a:ea typeface="Lexend"/>
              <a:cs typeface="Lexend"/>
              <a:sym typeface="Lexend"/>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4" name="Shape 414"/>
        <p:cNvGrpSpPr/>
        <p:nvPr/>
      </p:nvGrpSpPr>
      <p:grpSpPr>
        <a:xfrm>
          <a:off x="0" y="0"/>
          <a:ext cx="0" cy="0"/>
          <a:chOff x="0" y="0"/>
          <a:chExt cx="0" cy="0"/>
        </a:xfrm>
      </p:grpSpPr>
      <p:sp>
        <p:nvSpPr>
          <p:cNvPr id="415" name="Google Shape;415;g3bda3d096ad_0_17"/>
          <p:cNvSpPr txBox="1"/>
          <p:nvPr>
            <p:ph type="title"/>
          </p:nvPr>
        </p:nvSpPr>
        <p:spPr>
          <a:xfrm>
            <a:off x="439648" y="189700"/>
            <a:ext cx="5510400" cy="6603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1100"/>
              <a:buFont typeface="Arial"/>
              <a:buNone/>
            </a:pPr>
            <a:r>
              <a:rPr lang="en-US" sz="1200">
                <a:latin typeface="IBM Plex Sans"/>
                <a:ea typeface="IBM Plex Sans"/>
                <a:cs typeface="IBM Plex Sans"/>
                <a:sym typeface="IBM Plex Sans"/>
              </a:rPr>
              <a:t>Introduction to APIs</a:t>
            </a:r>
            <a:endParaRPr sz="1200">
              <a:latin typeface="IBM Plex Sans"/>
              <a:ea typeface="IBM Plex Sans"/>
              <a:cs typeface="IBM Plex Sans"/>
              <a:sym typeface="IBM Plex Sans"/>
            </a:endParaRPr>
          </a:p>
        </p:txBody>
      </p:sp>
      <p:cxnSp>
        <p:nvCxnSpPr>
          <p:cNvPr id="416" name="Google Shape;416;g3bda3d096ad_0_17"/>
          <p:cNvCxnSpPr/>
          <p:nvPr/>
        </p:nvCxnSpPr>
        <p:spPr>
          <a:xfrm>
            <a:off x="97082" y="746462"/>
            <a:ext cx="10200300" cy="0"/>
          </a:xfrm>
          <a:prstGeom prst="straightConnector1">
            <a:avLst/>
          </a:prstGeom>
          <a:noFill/>
          <a:ln cap="flat" cmpd="sng" w="9525">
            <a:solidFill>
              <a:schemeClr val="accent1"/>
            </a:solidFill>
            <a:prstDash val="solid"/>
            <a:miter lim="800000"/>
            <a:headEnd len="sm" w="sm" type="none"/>
            <a:tailEnd len="sm" w="sm" type="none"/>
          </a:ln>
        </p:spPr>
      </p:cxnSp>
      <p:sp>
        <p:nvSpPr>
          <p:cNvPr id="417" name="Google Shape;417;g3bda3d096ad_0_17"/>
          <p:cNvSpPr txBox="1"/>
          <p:nvPr>
            <p:ph idx="4294967295" type="ctrTitle"/>
          </p:nvPr>
        </p:nvSpPr>
        <p:spPr>
          <a:xfrm>
            <a:off x="517400" y="983676"/>
            <a:ext cx="10150500" cy="6012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9B1D23"/>
              </a:buClr>
              <a:buSzPts val="4770"/>
              <a:buFont typeface="Arial Black"/>
              <a:buNone/>
            </a:pPr>
            <a:r>
              <a:rPr lang="en-US" sz="3440"/>
              <a:t>Controller</a:t>
            </a:r>
            <a:endParaRPr sz="3440"/>
          </a:p>
          <a:p>
            <a:pPr indent="0" lvl="0" marL="0" marR="0" rtl="0" algn="l">
              <a:lnSpc>
                <a:spcPct val="90000"/>
              </a:lnSpc>
              <a:spcBef>
                <a:spcPts val="0"/>
              </a:spcBef>
              <a:spcAft>
                <a:spcPts val="0"/>
              </a:spcAft>
              <a:buClr>
                <a:srgbClr val="9B1D23"/>
              </a:buClr>
              <a:buSzPts val="4770"/>
              <a:buFont typeface="Arial Black"/>
              <a:buNone/>
            </a:pPr>
            <a:r>
              <a:t/>
            </a:r>
            <a:endParaRPr sz="3440"/>
          </a:p>
        </p:txBody>
      </p:sp>
      <p:sp>
        <p:nvSpPr>
          <p:cNvPr id="418" name="Google Shape;418;g3bda3d096ad_0_17"/>
          <p:cNvSpPr txBox="1"/>
          <p:nvPr/>
        </p:nvSpPr>
        <p:spPr>
          <a:xfrm>
            <a:off x="517400" y="1584875"/>
            <a:ext cx="10150500" cy="5634300"/>
          </a:xfrm>
          <a:prstGeom prst="rect">
            <a:avLst/>
          </a:prstGeom>
          <a:noFill/>
          <a:ln>
            <a:noFill/>
          </a:ln>
        </p:spPr>
        <p:txBody>
          <a:bodyPr anchorCtr="0" anchor="t" bIns="91425" lIns="91425" spcFirstLastPara="1" rIns="91425" wrap="square" tIns="91425">
            <a:spAutoFit/>
          </a:bodyPr>
          <a:lstStyle/>
          <a:p>
            <a:pPr indent="-381000" lvl="0" marL="457200" marR="0" rtl="0" algn="l">
              <a:lnSpc>
                <a:spcPct val="115000"/>
              </a:lnSpc>
              <a:spcBef>
                <a:spcPts val="0"/>
              </a:spcBef>
              <a:spcAft>
                <a:spcPts val="0"/>
              </a:spcAft>
              <a:buClr>
                <a:schemeClr val="dk1"/>
              </a:buClr>
              <a:buSzPts val="2400"/>
              <a:buFont typeface="Lexend"/>
              <a:buChar char="●"/>
            </a:pPr>
            <a:r>
              <a:rPr lang="en-US" sz="2400">
                <a:solidFill>
                  <a:schemeClr val="dk1"/>
                </a:solidFill>
                <a:latin typeface="Lexend"/>
                <a:ea typeface="Lexend"/>
                <a:cs typeface="Lexend"/>
                <a:sym typeface="Lexend"/>
              </a:rPr>
              <a:t>add a method called </a:t>
            </a:r>
            <a:r>
              <a:rPr b="1" lang="en-US" sz="2400">
                <a:solidFill>
                  <a:schemeClr val="dk1"/>
                </a:solidFill>
                <a:latin typeface="Lexend"/>
                <a:ea typeface="Lexend"/>
                <a:cs typeface="Lexend"/>
                <a:sym typeface="Lexend"/>
              </a:rPr>
              <a:t>registerRoutes() </a:t>
            </a:r>
            <a:r>
              <a:rPr lang="en-US" sz="2400">
                <a:solidFill>
                  <a:schemeClr val="dk1"/>
                </a:solidFill>
                <a:latin typeface="Lexend"/>
                <a:ea typeface="Lexend"/>
                <a:cs typeface="Lexend"/>
                <a:sym typeface="Lexend"/>
              </a:rPr>
              <a:t>which should contain all the routes we previously </a:t>
            </a:r>
            <a:r>
              <a:rPr lang="en-US" sz="2400">
                <a:solidFill>
                  <a:schemeClr val="dk1"/>
                </a:solidFill>
                <a:latin typeface="Lexend"/>
                <a:ea typeface="Lexend"/>
                <a:cs typeface="Lexend"/>
                <a:sym typeface="Lexend"/>
              </a:rPr>
              <a:t>added</a:t>
            </a:r>
            <a:r>
              <a:rPr lang="en-US" sz="2400">
                <a:solidFill>
                  <a:schemeClr val="dk1"/>
                </a:solidFill>
                <a:latin typeface="Lexend"/>
                <a:ea typeface="Lexend"/>
                <a:cs typeface="Lexend"/>
                <a:sym typeface="Lexend"/>
              </a:rPr>
              <a:t> in our Main class</a:t>
            </a:r>
            <a:endParaRPr>
              <a:latin typeface="Lexend"/>
              <a:ea typeface="Lexend"/>
              <a:cs typeface="Lexend"/>
              <a:sym typeface="Lexend"/>
            </a:endParaRPr>
          </a:p>
          <a:p>
            <a:pPr indent="0" lvl="0" marL="0" marR="0" rtl="0" algn="l">
              <a:lnSpc>
                <a:spcPct val="115000"/>
              </a:lnSpc>
              <a:spcBef>
                <a:spcPts val="0"/>
              </a:spcBef>
              <a:spcAft>
                <a:spcPts val="0"/>
              </a:spcAft>
              <a:buNone/>
            </a:pPr>
            <a:r>
              <a:t/>
            </a:r>
            <a:endParaRPr sz="2400">
              <a:solidFill>
                <a:schemeClr val="dk1"/>
              </a:solidFill>
              <a:latin typeface="Lexend"/>
              <a:ea typeface="Lexend"/>
              <a:cs typeface="Lexend"/>
              <a:sym typeface="Lexend"/>
            </a:endParaRPr>
          </a:p>
          <a:p>
            <a:pPr indent="0" lvl="0" marL="25400" rtl="0" algn="l">
              <a:lnSpc>
                <a:spcPct val="115000"/>
              </a:lnSpc>
              <a:spcBef>
                <a:spcPts val="0"/>
              </a:spcBef>
              <a:spcAft>
                <a:spcPts val="0"/>
              </a:spcAft>
              <a:buNone/>
            </a:pPr>
            <a:r>
              <a:rPr b="1" lang="en-US" sz="1500">
                <a:solidFill>
                  <a:srgbClr val="7F0055"/>
                </a:solidFill>
                <a:highlight>
                  <a:srgbClr val="FFFFFF"/>
                </a:highlight>
                <a:latin typeface="Courier New"/>
                <a:ea typeface="Courier New"/>
                <a:cs typeface="Courier New"/>
                <a:sym typeface="Courier New"/>
              </a:rPr>
              <a:t>public</a:t>
            </a:r>
            <a:r>
              <a:rPr lang="en-US" sz="1500">
                <a:solidFill>
                  <a:schemeClr val="dk1"/>
                </a:solidFill>
                <a:highlight>
                  <a:srgbClr val="FFFFFF"/>
                </a:highlight>
                <a:latin typeface="Courier New"/>
                <a:ea typeface="Courier New"/>
                <a:cs typeface="Courier New"/>
                <a:sym typeface="Courier New"/>
              </a:rPr>
              <a:t> </a:t>
            </a:r>
            <a:r>
              <a:rPr b="1" lang="en-US" sz="1500">
                <a:solidFill>
                  <a:srgbClr val="7F0055"/>
                </a:solidFill>
                <a:highlight>
                  <a:srgbClr val="FFFFFF"/>
                </a:highlight>
                <a:latin typeface="Courier New"/>
                <a:ea typeface="Courier New"/>
                <a:cs typeface="Courier New"/>
                <a:sym typeface="Courier New"/>
              </a:rPr>
              <a:t>void</a:t>
            </a:r>
            <a:r>
              <a:rPr lang="en-US" sz="1500">
                <a:solidFill>
                  <a:schemeClr val="dk1"/>
                </a:solidFill>
                <a:highlight>
                  <a:srgbClr val="FFFFFF"/>
                </a:highlight>
                <a:latin typeface="Courier New"/>
                <a:ea typeface="Courier New"/>
                <a:cs typeface="Courier New"/>
                <a:sym typeface="Courier New"/>
              </a:rPr>
              <a:t> registerRoutes() {</a:t>
            </a:r>
            <a:endParaRPr sz="15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500">
                <a:solidFill>
                  <a:schemeClr val="dk1"/>
                </a:solidFill>
                <a:highlight>
                  <a:srgbClr val="FFFFFF"/>
                </a:highlight>
                <a:latin typeface="Courier New"/>
                <a:ea typeface="Courier New"/>
                <a:cs typeface="Courier New"/>
                <a:sym typeface="Courier New"/>
              </a:rPr>
              <a:t>		</a:t>
            </a:r>
            <a:endParaRPr sz="15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500">
                <a:solidFill>
                  <a:schemeClr val="dk1"/>
                </a:solidFill>
                <a:highlight>
                  <a:srgbClr val="FFFFFF"/>
                </a:highlight>
                <a:latin typeface="Courier New"/>
                <a:ea typeface="Courier New"/>
                <a:cs typeface="Courier New"/>
                <a:sym typeface="Courier New"/>
              </a:rPr>
              <a:t>		</a:t>
            </a:r>
            <a:r>
              <a:rPr lang="en-US" sz="1500">
                <a:solidFill>
                  <a:srgbClr val="3F7F5F"/>
                </a:solidFill>
                <a:highlight>
                  <a:srgbClr val="FFFFFF"/>
                </a:highlight>
                <a:latin typeface="Courier New"/>
                <a:ea typeface="Courier New"/>
                <a:cs typeface="Courier New"/>
                <a:sym typeface="Courier New"/>
              </a:rPr>
              <a:t>// We create a route for checking if the server is active.</a:t>
            </a:r>
            <a:endParaRPr sz="15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500">
                <a:solidFill>
                  <a:schemeClr val="dk1"/>
                </a:solidFill>
                <a:highlight>
                  <a:srgbClr val="FFFFFF"/>
                </a:highlight>
                <a:latin typeface="Courier New"/>
                <a:ea typeface="Courier New"/>
                <a:cs typeface="Courier New"/>
                <a:sym typeface="Courier New"/>
              </a:rPr>
              <a:t>       </a:t>
            </a:r>
            <a:r>
              <a:rPr i="1" lang="en-US" sz="1500">
                <a:solidFill>
                  <a:schemeClr val="dk1"/>
                </a:solidFill>
                <a:highlight>
                  <a:srgbClr val="FFFFFF"/>
                </a:highlight>
                <a:latin typeface="Courier New"/>
                <a:ea typeface="Courier New"/>
                <a:cs typeface="Courier New"/>
                <a:sym typeface="Courier New"/>
              </a:rPr>
              <a:t>get</a:t>
            </a:r>
            <a:r>
              <a:rPr lang="en-US" sz="1500">
                <a:solidFill>
                  <a:schemeClr val="dk1"/>
                </a:solidFill>
                <a:highlight>
                  <a:srgbClr val="FFFFFF"/>
                </a:highlight>
                <a:latin typeface="Courier New"/>
                <a:ea typeface="Courier New"/>
                <a:cs typeface="Courier New"/>
                <a:sym typeface="Courier New"/>
              </a:rPr>
              <a:t>(</a:t>
            </a:r>
            <a:r>
              <a:rPr lang="en-US" sz="1500">
                <a:solidFill>
                  <a:srgbClr val="2A00FF"/>
                </a:solidFill>
                <a:highlight>
                  <a:srgbClr val="FFFFFF"/>
                </a:highlight>
                <a:latin typeface="Courier New"/>
                <a:ea typeface="Courier New"/>
                <a:cs typeface="Courier New"/>
                <a:sym typeface="Courier New"/>
              </a:rPr>
              <a:t>"/check-connection"</a:t>
            </a:r>
            <a:r>
              <a:rPr lang="en-US" sz="1500">
                <a:solidFill>
                  <a:schemeClr val="dk1"/>
                </a:solidFill>
                <a:highlight>
                  <a:srgbClr val="FFFFFF"/>
                </a:highlight>
                <a:latin typeface="Courier New"/>
                <a:ea typeface="Courier New"/>
                <a:cs typeface="Courier New"/>
                <a:sym typeface="Courier New"/>
              </a:rPr>
              <a:t>, (</a:t>
            </a:r>
            <a:r>
              <a:rPr lang="en-US" sz="1500">
                <a:solidFill>
                  <a:srgbClr val="6A3E3E"/>
                </a:solidFill>
                <a:highlight>
                  <a:srgbClr val="FFFFFF"/>
                </a:highlight>
                <a:latin typeface="Courier New"/>
                <a:ea typeface="Courier New"/>
                <a:cs typeface="Courier New"/>
                <a:sym typeface="Courier New"/>
              </a:rPr>
              <a:t>req</a:t>
            </a:r>
            <a:r>
              <a:rPr lang="en-US" sz="1500">
                <a:solidFill>
                  <a:schemeClr val="dk1"/>
                </a:solidFill>
                <a:highlight>
                  <a:srgbClr val="FFFFFF"/>
                </a:highlight>
                <a:latin typeface="Courier New"/>
                <a:ea typeface="Courier New"/>
                <a:cs typeface="Courier New"/>
                <a:sym typeface="Courier New"/>
              </a:rPr>
              <a:t>, </a:t>
            </a:r>
            <a:r>
              <a:rPr lang="en-US" sz="1500">
                <a:solidFill>
                  <a:srgbClr val="6A3E3E"/>
                </a:solidFill>
                <a:highlight>
                  <a:srgbClr val="FFFFFF"/>
                </a:highlight>
                <a:latin typeface="Courier New"/>
                <a:ea typeface="Courier New"/>
                <a:cs typeface="Courier New"/>
                <a:sym typeface="Courier New"/>
              </a:rPr>
              <a:t>res</a:t>
            </a:r>
            <a:r>
              <a:rPr lang="en-US" sz="1500">
                <a:solidFill>
                  <a:schemeClr val="dk1"/>
                </a:solidFill>
                <a:highlight>
                  <a:srgbClr val="FFFFFF"/>
                </a:highlight>
                <a:latin typeface="Courier New"/>
                <a:ea typeface="Courier New"/>
                <a:cs typeface="Courier New"/>
                <a:sym typeface="Courier New"/>
              </a:rPr>
              <a:t>) -&gt; {</a:t>
            </a:r>
            <a:endParaRPr sz="15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500">
                <a:solidFill>
                  <a:schemeClr val="dk1"/>
                </a:solidFill>
                <a:highlight>
                  <a:srgbClr val="FFFFFF"/>
                </a:highlight>
                <a:latin typeface="Courier New"/>
                <a:ea typeface="Courier New"/>
                <a:cs typeface="Courier New"/>
                <a:sym typeface="Courier New"/>
              </a:rPr>
              <a:t>           </a:t>
            </a:r>
            <a:r>
              <a:rPr lang="en-US" sz="1500">
                <a:solidFill>
                  <a:srgbClr val="6A3E3E"/>
                </a:solidFill>
                <a:highlight>
                  <a:srgbClr val="FFFFFF"/>
                </a:highlight>
                <a:latin typeface="Courier New"/>
                <a:ea typeface="Courier New"/>
                <a:cs typeface="Courier New"/>
                <a:sym typeface="Courier New"/>
              </a:rPr>
              <a:t>res</a:t>
            </a:r>
            <a:r>
              <a:rPr lang="en-US" sz="1500">
                <a:solidFill>
                  <a:schemeClr val="dk1"/>
                </a:solidFill>
                <a:highlight>
                  <a:srgbClr val="FFFFFF"/>
                </a:highlight>
                <a:latin typeface="Courier New"/>
                <a:ea typeface="Courier New"/>
                <a:cs typeface="Courier New"/>
                <a:sym typeface="Courier New"/>
              </a:rPr>
              <a:t>.type(</a:t>
            </a:r>
            <a:r>
              <a:rPr lang="en-US" sz="1500">
                <a:solidFill>
                  <a:srgbClr val="2A00FF"/>
                </a:solidFill>
                <a:highlight>
                  <a:srgbClr val="FFFFFF"/>
                </a:highlight>
                <a:latin typeface="Courier New"/>
                <a:ea typeface="Courier New"/>
                <a:cs typeface="Courier New"/>
                <a:sym typeface="Courier New"/>
              </a:rPr>
              <a:t>"application/json"</a:t>
            </a:r>
            <a:r>
              <a:rPr lang="en-US" sz="1500">
                <a:solidFill>
                  <a:schemeClr val="dk1"/>
                </a:solidFill>
                <a:highlight>
                  <a:srgbClr val="FFFFFF"/>
                </a:highlight>
                <a:latin typeface="Courier New"/>
                <a:ea typeface="Courier New"/>
                <a:cs typeface="Courier New"/>
                <a:sym typeface="Courier New"/>
              </a:rPr>
              <a:t>);	</a:t>
            </a:r>
            <a:r>
              <a:rPr lang="en-US" sz="1500">
                <a:solidFill>
                  <a:srgbClr val="3F7F5F"/>
                </a:solidFill>
                <a:highlight>
                  <a:srgbClr val="FFFFFF"/>
                </a:highlight>
                <a:latin typeface="Courier New"/>
                <a:ea typeface="Courier New"/>
                <a:cs typeface="Courier New"/>
                <a:sym typeface="Courier New"/>
              </a:rPr>
              <a:t>// define the MIME type of the response</a:t>
            </a:r>
            <a:endParaRPr sz="15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500">
                <a:solidFill>
                  <a:schemeClr val="dk1"/>
                </a:solidFill>
                <a:highlight>
                  <a:srgbClr val="FFFFFF"/>
                </a:highlight>
                <a:latin typeface="Courier New"/>
                <a:ea typeface="Courier New"/>
                <a:cs typeface="Courier New"/>
                <a:sym typeface="Courier New"/>
              </a:rPr>
              <a:t>           								</a:t>
            </a:r>
            <a:r>
              <a:rPr lang="en-US" sz="1500">
                <a:solidFill>
                  <a:srgbClr val="3F7F5F"/>
                </a:solidFill>
                <a:highlight>
                  <a:srgbClr val="FFFFFF"/>
                </a:highlight>
                <a:latin typeface="Courier New"/>
                <a:ea typeface="Courier New"/>
                <a:cs typeface="Courier New"/>
                <a:sym typeface="Courier New"/>
              </a:rPr>
              <a:t>// we're telling the client that the response</a:t>
            </a:r>
            <a:endParaRPr sz="15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500">
                <a:solidFill>
                  <a:schemeClr val="dk1"/>
                </a:solidFill>
                <a:highlight>
                  <a:srgbClr val="FFFFFF"/>
                </a:highlight>
                <a:latin typeface="Courier New"/>
                <a:ea typeface="Courier New"/>
                <a:cs typeface="Courier New"/>
                <a:sym typeface="Courier New"/>
              </a:rPr>
              <a:t>           								</a:t>
            </a:r>
            <a:r>
              <a:rPr lang="en-US" sz="1500">
                <a:solidFill>
                  <a:srgbClr val="3F7F5F"/>
                </a:solidFill>
                <a:highlight>
                  <a:srgbClr val="FFFFFF"/>
                </a:highlight>
                <a:latin typeface="Courier New"/>
                <a:ea typeface="Courier New"/>
                <a:cs typeface="Courier New"/>
                <a:sym typeface="Courier New"/>
              </a:rPr>
              <a:t>// is of JSON format</a:t>
            </a:r>
            <a:endParaRPr sz="15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500">
                <a:solidFill>
                  <a:schemeClr val="dk1"/>
                </a:solidFill>
                <a:highlight>
                  <a:srgbClr val="FFFFFF"/>
                </a:highlight>
                <a:latin typeface="Courier New"/>
                <a:ea typeface="Courier New"/>
                <a:cs typeface="Courier New"/>
                <a:sym typeface="Courier New"/>
              </a:rPr>
              <a:t>           </a:t>
            </a:r>
            <a:r>
              <a:rPr lang="en-US" sz="1500">
                <a:solidFill>
                  <a:srgbClr val="3F7F5F"/>
                </a:solidFill>
                <a:highlight>
                  <a:srgbClr val="FFFFFF"/>
                </a:highlight>
                <a:latin typeface="Courier New"/>
                <a:ea typeface="Courier New"/>
                <a:cs typeface="Courier New"/>
                <a:sym typeface="Courier New"/>
              </a:rPr>
              <a:t>// return a map (A map is basically a JSON formatted object)</a:t>
            </a:r>
            <a:endParaRPr sz="15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500">
                <a:solidFill>
                  <a:schemeClr val="dk1"/>
                </a:solidFill>
                <a:highlight>
                  <a:srgbClr val="FFFFFF"/>
                </a:highlight>
                <a:latin typeface="Courier New"/>
                <a:ea typeface="Courier New"/>
                <a:cs typeface="Courier New"/>
                <a:sym typeface="Courier New"/>
              </a:rPr>
              <a:t>           Map&lt;String, String&gt; </a:t>
            </a:r>
            <a:r>
              <a:rPr lang="en-US" sz="1500">
                <a:solidFill>
                  <a:srgbClr val="6A3E3E"/>
                </a:solidFill>
                <a:highlight>
                  <a:srgbClr val="FFFFFF"/>
                </a:highlight>
                <a:latin typeface="Courier New"/>
                <a:ea typeface="Courier New"/>
                <a:cs typeface="Courier New"/>
                <a:sym typeface="Courier New"/>
              </a:rPr>
              <a:t>response</a:t>
            </a:r>
            <a:r>
              <a:rPr lang="en-US" sz="1500">
                <a:solidFill>
                  <a:schemeClr val="dk1"/>
                </a:solidFill>
                <a:highlight>
                  <a:srgbClr val="FFFFFF"/>
                </a:highlight>
                <a:latin typeface="Courier New"/>
                <a:ea typeface="Courier New"/>
                <a:cs typeface="Courier New"/>
                <a:sym typeface="Courier New"/>
              </a:rPr>
              <a:t> = </a:t>
            </a:r>
            <a:r>
              <a:rPr b="1" lang="en-US" sz="1500">
                <a:solidFill>
                  <a:srgbClr val="7F0055"/>
                </a:solidFill>
                <a:highlight>
                  <a:srgbClr val="FFFFFF"/>
                </a:highlight>
                <a:latin typeface="Courier New"/>
                <a:ea typeface="Courier New"/>
                <a:cs typeface="Courier New"/>
                <a:sym typeface="Courier New"/>
              </a:rPr>
              <a:t>new</a:t>
            </a:r>
            <a:r>
              <a:rPr lang="en-US" sz="1500">
                <a:solidFill>
                  <a:schemeClr val="dk1"/>
                </a:solidFill>
                <a:highlight>
                  <a:srgbClr val="FFFFFF"/>
                </a:highlight>
                <a:latin typeface="Courier New"/>
                <a:ea typeface="Courier New"/>
                <a:cs typeface="Courier New"/>
                <a:sym typeface="Courier New"/>
              </a:rPr>
              <a:t> HashMap&lt;&gt;();</a:t>
            </a:r>
            <a:endParaRPr sz="15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500">
                <a:solidFill>
                  <a:schemeClr val="dk1"/>
                </a:solidFill>
                <a:highlight>
                  <a:srgbClr val="FFFFFF"/>
                </a:highlight>
                <a:latin typeface="Courier New"/>
                <a:ea typeface="Courier New"/>
                <a:cs typeface="Courier New"/>
                <a:sym typeface="Courier New"/>
              </a:rPr>
              <a:t>           </a:t>
            </a:r>
            <a:r>
              <a:rPr lang="en-US" sz="1500">
                <a:solidFill>
                  <a:srgbClr val="6A3E3E"/>
                </a:solidFill>
                <a:highlight>
                  <a:srgbClr val="FFFFFF"/>
                </a:highlight>
                <a:latin typeface="Courier New"/>
                <a:ea typeface="Courier New"/>
                <a:cs typeface="Courier New"/>
                <a:sym typeface="Courier New"/>
              </a:rPr>
              <a:t>response</a:t>
            </a:r>
            <a:r>
              <a:rPr lang="en-US" sz="1500">
                <a:solidFill>
                  <a:schemeClr val="dk1"/>
                </a:solidFill>
                <a:highlight>
                  <a:srgbClr val="FFFFFF"/>
                </a:highlight>
                <a:latin typeface="Courier New"/>
                <a:ea typeface="Courier New"/>
                <a:cs typeface="Courier New"/>
                <a:sym typeface="Courier New"/>
              </a:rPr>
              <a:t>.put(</a:t>
            </a:r>
            <a:r>
              <a:rPr lang="en-US" sz="1500">
                <a:solidFill>
                  <a:srgbClr val="2A00FF"/>
                </a:solidFill>
                <a:highlight>
                  <a:srgbClr val="FFFFFF"/>
                </a:highlight>
                <a:latin typeface="Courier New"/>
                <a:ea typeface="Courier New"/>
                <a:cs typeface="Courier New"/>
                <a:sym typeface="Courier New"/>
              </a:rPr>
              <a:t>"status"</a:t>
            </a:r>
            <a:r>
              <a:rPr lang="en-US" sz="1500">
                <a:solidFill>
                  <a:schemeClr val="dk1"/>
                </a:solidFill>
                <a:highlight>
                  <a:srgbClr val="FFFFFF"/>
                </a:highlight>
                <a:latin typeface="Courier New"/>
                <a:ea typeface="Courier New"/>
                <a:cs typeface="Courier New"/>
                <a:sym typeface="Courier New"/>
              </a:rPr>
              <a:t>, </a:t>
            </a:r>
            <a:r>
              <a:rPr lang="en-US" sz="1500">
                <a:solidFill>
                  <a:srgbClr val="2A00FF"/>
                </a:solidFill>
                <a:highlight>
                  <a:srgbClr val="FFFFFF"/>
                </a:highlight>
                <a:latin typeface="Courier New"/>
                <a:ea typeface="Courier New"/>
                <a:cs typeface="Courier New"/>
                <a:sym typeface="Courier New"/>
              </a:rPr>
              <a:t>"Server is running"</a:t>
            </a:r>
            <a:r>
              <a:rPr lang="en-US" sz="1500">
                <a:solidFill>
                  <a:schemeClr val="dk1"/>
                </a:solidFill>
                <a:highlight>
                  <a:srgbClr val="FFFFFF"/>
                </a:highlight>
                <a:latin typeface="Courier New"/>
                <a:ea typeface="Courier New"/>
                <a:cs typeface="Courier New"/>
                <a:sym typeface="Courier New"/>
              </a:rPr>
              <a:t>);</a:t>
            </a:r>
            <a:endParaRPr sz="15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500">
                <a:solidFill>
                  <a:schemeClr val="dk1"/>
                </a:solidFill>
                <a:highlight>
                  <a:srgbClr val="FFFFFF"/>
                </a:highlight>
                <a:latin typeface="Courier New"/>
                <a:ea typeface="Courier New"/>
                <a:cs typeface="Courier New"/>
                <a:sym typeface="Courier New"/>
              </a:rPr>
              <a:t>          </a:t>
            </a:r>
            <a:endParaRPr sz="15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500">
                <a:solidFill>
                  <a:schemeClr val="dk1"/>
                </a:solidFill>
                <a:highlight>
                  <a:srgbClr val="FFFFFF"/>
                </a:highlight>
                <a:latin typeface="Courier New"/>
                <a:ea typeface="Courier New"/>
                <a:cs typeface="Courier New"/>
                <a:sym typeface="Courier New"/>
              </a:rPr>
              <a:t>           </a:t>
            </a:r>
            <a:r>
              <a:rPr b="1" lang="en-US" sz="1500">
                <a:solidFill>
                  <a:srgbClr val="7F0055"/>
                </a:solidFill>
                <a:highlight>
                  <a:srgbClr val="FFFFFF"/>
                </a:highlight>
                <a:latin typeface="Courier New"/>
                <a:ea typeface="Courier New"/>
                <a:cs typeface="Courier New"/>
                <a:sym typeface="Courier New"/>
              </a:rPr>
              <a:t>return</a:t>
            </a:r>
            <a:r>
              <a:rPr lang="en-US" sz="1500">
                <a:solidFill>
                  <a:schemeClr val="dk1"/>
                </a:solidFill>
                <a:highlight>
                  <a:srgbClr val="FFFFFF"/>
                </a:highlight>
                <a:latin typeface="Courier New"/>
                <a:ea typeface="Courier New"/>
                <a:cs typeface="Courier New"/>
                <a:sym typeface="Courier New"/>
              </a:rPr>
              <a:t> JsonUtil.</a:t>
            </a:r>
            <a:r>
              <a:rPr i="1" lang="en-US" sz="1500">
                <a:solidFill>
                  <a:schemeClr val="dk1"/>
                </a:solidFill>
                <a:highlight>
                  <a:srgbClr val="FFFFFF"/>
                </a:highlight>
                <a:latin typeface="Courier New"/>
                <a:ea typeface="Courier New"/>
                <a:cs typeface="Courier New"/>
                <a:sym typeface="Courier New"/>
              </a:rPr>
              <a:t>toJson</a:t>
            </a:r>
            <a:r>
              <a:rPr lang="en-US" sz="1500">
                <a:solidFill>
                  <a:schemeClr val="dk1"/>
                </a:solidFill>
                <a:highlight>
                  <a:srgbClr val="FFFFFF"/>
                </a:highlight>
                <a:latin typeface="Courier New"/>
                <a:ea typeface="Courier New"/>
                <a:cs typeface="Courier New"/>
                <a:sym typeface="Courier New"/>
              </a:rPr>
              <a:t>(</a:t>
            </a:r>
            <a:r>
              <a:rPr lang="en-US" sz="1500">
                <a:solidFill>
                  <a:srgbClr val="6A3E3E"/>
                </a:solidFill>
                <a:highlight>
                  <a:srgbClr val="FFFFFF"/>
                </a:highlight>
                <a:latin typeface="Courier New"/>
                <a:ea typeface="Courier New"/>
                <a:cs typeface="Courier New"/>
                <a:sym typeface="Courier New"/>
              </a:rPr>
              <a:t>response</a:t>
            </a:r>
            <a:r>
              <a:rPr lang="en-US" sz="1500">
                <a:solidFill>
                  <a:schemeClr val="dk1"/>
                </a:solidFill>
                <a:highlight>
                  <a:srgbClr val="FFFFFF"/>
                </a:highlight>
                <a:latin typeface="Courier New"/>
                <a:ea typeface="Courier New"/>
                <a:cs typeface="Courier New"/>
                <a:sym typeface="Courier New"/>
              </a:rPr>
              <a:t>);</a:t>
            </a:r>
            <a:endParaRPr sz="15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500">
                <a:solidFill>
                  <a:schemeClr val="dk1"/>
                </a:solidFill>
                <a:highlight>
                  <a:srgbClr val="FFFFFF"/>
                </a:highlight>
                <a:latin typeface="Courier New"/>
                <a:ea typeface="Courier New"/>
                <a:cs typeface="Courier New"/>
                <a:sym typeface="Courier New"/>
              </a:rPr>
              <a:t>       });</a:t>
            </a:r>
            <a:endParaRPr sz="15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t/>
            </a:r>
            <a:endParaRPr b="1" sz="2000">
              <a:solidFill>
                <a:srgbClr val="7F0055"/>
              </a:solidFill>
              <a:highlight>
                <a:srgbClr val="FFFFFF"/>
              </a:highlight>
              <a:latin typeface="Courier New"/>
              <a:ea typeface="Courier New"/>
              <a:cs typeface="Courier New"/>
              <a:sym typeface="Courier New"/>
            </a:endParaRPr>
          </a:p>
          <a:p>
            <a:pPr indent="0" lvl="0" marL="0" marR="0" rtl="0" algn="l">
              <a:lnSpc>
                <a:spcPct val="115000"/>
              </a:lnSpc>
              <a:spcBef>
                <a:spcPts val="0"/>
              </a:spcBef>
              <a:spcAft>
                <a:spcPts val="0"/>
              </a:spcAft>
              <a:buNone/>
            </a:pPr>
            <a:r>
              <a:t/>
            </a:r>
            <a:endParaRPr sz="2400">
              <a:solidFill>
                <a:schemeClr val="dk1"/>
              </a:solidFill>
              <a:latin typeface="Lexend"/>
              <a:ea typeface="Lexend"/>
              <a:cs typeface="Lexend"/>
              <a:sym typeface="Lexend"/>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3" name="Shape 423"/>
        <p:cNvGrpSpPr/>
        <p:nvPr/>
      </p:nvGrpSpPr>
      <p:grpSpPr>
        <a:xfrm>
          <a:off x="0" y="0"/>
          <a:ext cx="0" cy="0"/>
          <a:chOff x="0" y="0"/>
          <a:chExt cx="0" cy="0"/>
        </a:xfrm>
      </p:grpSpPr>
      <p:sp>
        <p:nvSpPr>
          <p:cNvPr id="424" name="Google Shape;424;g3bda3d096ad_0_26"/>
          <p:cNvSpPr txBox="1"/>
          <p:nvPr>
            <p:ph type="title"/>
          </p:nvPr>
        </p:nvSpPr>
        <p:spPr>
          <a:xfrm>
            <a:off x="439648" y="189700"/>
            <a:ext cx="5510400" cy="6603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1100"/>
              <a:buFont typeface="Arial"/>
              <a:buNone/>
            </a:pPr>
            <a:r>
              <a:rPr lang="en-US" sz="1200">
                <a:latin typeface="IBM Plex Sans"/>
                <a:ea typeface="IBM Plex Sans"/>
                <a:cs typeface="IBM Plex Sans"/>
                <a:sym typeface="IBM Plex Sans"/>
              </a:rPr>
              <a:t>Introduction to APIs</a:t>
            </a:r>
            <a:endParaRPr sz="1200">
              <a:latin typeface="IBM Plex Sans"/>
              <a:ea typeface="IBM Plex Sans"/>
              <a:cs typeface="IBM Plex Sans"/>
              <a:sym typeface="IBM Plex Sans"/>
            </a:endParaRPr>
          </a:p>
        </p:txBody>
      </p:sp>
      <p:cxnSp>
        <p:nvCxnSpPr>
          <p:cNvPr id="425" name="Google Shape;425;g3bda3d096ad_0_26"/>
          <p:cNvCxnSpPr/>
          <p:nvPr/>
        </p:nvCxnSpPr>
        <p:spPr>
          <a:xfrm>
            <a:off x="97082" y="746462"/>
            <a:ext cx="10200300" cy="0"/>
          </a:xfrm>
          <a:prstGeom prst="straightConnector1">
            <a:avLst/>
          </a:prstGeom>
          <a:noFill/>
          <a:ln cap="flat" cmpd="sng" w="9525">
            <a:solidFill>
              <a:schemeClr val="accent1"/>
            </a:solidFill>
            <a:prstDash val="solid"/>
            <a:miter lim="800000"/>
            <a:headEnd len="sm" w="sm" type="none"/>
            <a:tailEnd len="sm" w="sm" type="none"/>
          </a:ln>
        </p:spPr>
      </p:cxnSp>
      <p:sp>
        <p:nvSpPr>
          <p:cNvPr id="426" name="Google Shape;426;g3bda3d096ad_0_26"/>
          <p:cNvSpPr txBox="1"/>
          <p:nvPr>
            <p:ph idx="4294967295" type="ctrTitle"/>
          </p:nvPr>
        </p:nvSpPr>
        <p:spPr>
          <a:xfrm>
            <a:off x="517400" y="983676"/>
            <a:ext cx="10150500" cy="6012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9B1D23"/>
              </a:buClr>
              <a:buSzPts val="4770"/>
              <a:buFont typeface="Arial Black"/>
              <a:buNone/>
            </a:pPr>
            <a:r>
              <a:rPr lang="en-US" sz="3440"/>
              <a:t>Controller</a:t>
            </a:r>
            <a:endParaRPr sz="3440"/>
          </a:p>
          <a:p>
            <a:pPr indent="0" lvl="0" marL="0" marR="0" rtl="0" algn="l">
              <a:lnSpc>
                <a:spcPct val="90000"/>
              </a:lnSpc>
              <a:spcBef>
                <a:spcPts val="0"/>
              </a:spcBef>
              <a:spcAft>
                <a:spcPts val="0"/>
              </a:spcAft>
              <a:buClr>
                <a:srgbClr val="9B1D23"/>
              </a:buClr>
              <a:buSzPts val="4770"/>
              <a:buFont typeface="Arial Black"/>
              <a:buNone/>
            </a:pPr>
            <a:r>
              <a:t/>
            </a:r>
            <a:endParaRPr sz="3440"/>
          </a:p>
        </p:txBody>
      </p:sp>
      <p:sp>
        <p:nvSpPr>
          <p:cNvPr id="427" name="Google Shape;427;g3bda3d096ad_0_26"/>
          <p:cNvSpPr txBox="1"/>
          <p:nvPr/>
        </p:nvSpPr>
        <p:spPr>
          <a:xfrm>
            <a:off x="517400" y="1584875"/>
            <a:ext cx="10150500" cy="4306800"/>
          </a:xfrm>
          <a:prstGeom prst="rect">
            <a:avLst/>
          </a:prstGeom>
          <a:noFill/>
          <a:ln>
            <a:noFill/>
          </a:ln>
        </p:spPr>
        <p:txBody>
          <a:bodyPr anchorCtr="0" anchor="t" bIns="91425" lIns="91425" spcFirstLastPara="1" rIns="91425" wrap="square" tIns="91425">
            <a:spAutoFit/>
          </a:bodyPr>
          <a:lstStyle/>
          <a:p>
            <a:pPr indent="-381000" lvl="0" marL="457200" marR="0" rtl="0" algn="l">
              <a:lnSpc>
                <a:spcPct val="115000"/>
              </a:lnSpc>
              <a:spcBef>
                <a:spcPts val="0"/>
              </a:spcBef>
              <a:spcAft>
                <a:spcPts val="0"/>
              </a:spcAft>
              <a:buClr>
                <a:schemeClr val="dk1"/>
              </a:buClr>
              <a:buSzPts val="2400"/>
              <a:buFont typeface="Lexend"/>
              <a:buChar char="●"/>
            </a:pPr>
            <a:r>
              <a:rPr lang="en-US" sz="2400">
                <a:solidFill>
                  <a:schemeClr val="dk1"/>
                </a:solidFill>
                <a:latin typeface="Lexend"/>
                <a:ea typeface="Lexend"/>
                <a:cs typeface="Lexend"/>
                <a:sym typeface="Lexend"/>
              </a:rPr>
              <a:t>let’s add a </a:t>
            </a:r>
            <a:r>
              <a:rPr b="1" lang="en-US" sz="2400">
                <a:solidFill>
                  <a:schemeClr val="dk1"/>
                </a:solidFill>
                <a:latin typeface="Lexend"/>
                <a:ea typeface="Lexend"/>
                <a:cs typeface="Lexend"/>
                <a:sym typeface="Lexend"/>
              </a:rPr>
              <a:t>GET </a:t>
            </a:r>
            <a:r>
              <a:rPr lang="en-US" sz="2400">
                <a:solidFill>
                  <a:schemeClr val="dk1"/>
                </a:solidFill>
                <a:latin typeface="Lexend"/>
                <a:ea typeface="Lexend"/>
                <a:cs typeface="Lexend"/>
                <a:sym typeface="Lexend"/>
              </a:rPr>
              <a:t>and </a:t>
            </a:r>
            <a:r>
              <a:rPr b="1" lang="en-US" sz="2400">
                <a:solidFill>
                  <a:schemeClr val="dk1"/>
                </a:solidFill>
                <a:latin typeface="Lexend"/>
                <a:ea typeface="Lexend"/>
                <a:cs typeface="Lexend"/>
                <a:sym typeface="Lexend"/>
              </a:rPr>
              <a:t>POST</a:t>
            </a:r>
            <a:r>
              <a:rPr lang="en-US" sz="2400">
                <a:solidFill>
                  <a:schemeClr val="dk1"/>
                </a:solidFill>
                <a:latin typeface="Lexend"/>
                <a:ea typeface="Lexend"/>
                <a:cs typeface="Lexend"/>
                <a:sym typeface="Lexend"/>
              </a:rPr>
              <a:t> route that calls the </a:t>
            </a:r>
            <a:r>
              <a:rPr b="1" lang="en-US" sz="2400">
                <a:solidFill>
                  <a:schemeClr val="dk1"/>
                </a:solidFill>
                <a:latin typeface="Lexend"/>
                <a:ea typeface="Lexend"/>
                <a:cs typeface="Lexend"/>
                <a:sym typeface="Lexend"/>
              </a:rPr>
              <a:t>PersonService</a:t>
            </a:r>
            <a:endParaRPr>
              <a:latin typeface="Lexend"/>
              <a:ea typeface="Lexend"/>
              <a:cs typeface="Lexend"/>
              <a:sym typeface="Lexend"/>
            </a:endParaRPr>
          </a:p>
          <a:p>
            <a:pPr indent="0" lvl="0" marL="0" marR="0" rtl="0" algn="l">
              <a:lnSpc>
                <a:spcPct val="115000"/>
              </a:lnSpc>
              <a:spcBef>
                <a:spcPts val="0"/>
              </a:spcBef>
              <a:spcAft>
                <a:spcPts val="0"/>
              </a:spcAft>
              <a:buNone/>
            </a:pPr>
            <a:r>
              <a:t/>
            </a:r>
            <a:endParaRPr sz="2400">
              <a:solidFill>
                <a:schemeClr val="dk1"/>
              </a:solidFill>
              <a:latin typeface="Lexend"/>
              <a:ea typeface="Lexend"/>
              <a:cs typeface="Lexend"/>
              <a:sym typeface="Lexend"/>
            </a:endParaRPr>
          </a:p>
          <a:p>
            <a:pPr indent="0" lvl="0" marL="25400" rtl="0" algn="l">
              <a:lnSpc>
                <a:spcPct val="115000"/>
              </a:lnSpc>
              <a:spcBef>
                <a:spcPts val="0"/>
              </a:spcBef>
              <a:spcAft>
                <a:spcPts val="0"/>
              </a:spcAft>
              <a:buNone/>
            </a:pPr>
            <a:r>
              <a:rPr i="1" lang="en-US" sz="1600">
                <a:solidFill>
                  <a:schemeClr val="dk1"/>
                </a:solidFill>
                <a:highlight>
                  <a:srgbClr val="FFFFFF"/>
                </a:highlight>
                <a:latin typeface="Courier New"/>
                <a:ea typeface="Courier New"/>
                <a:cs typeface="Courier New"/>
                <a:sym typeface="Courier New"/>
              </a:rPr>
              <a:t>get</a:t>
            </a:r>
            <a:r>
              <a:rPr lang="en-US" sz="1600">
                <a:solidFill>
                  <a:schemeClr val="dk1"/>
                </a:solidFill>
                <a:highlight>
                  <a:srgbClr val="FFFFFF"/>
                </a:highlight>
                <a:latin typeface="Courier New"/>
                <a:ea typeface="Courier New"/>
                <a:cs typeface="Courier New"/>
                <a:sym typeface="Courier New"/>
              </a:rPr>
              <a:t>(</a:t>
            </a:r>
            <a:r>
              <a:rPr lang="en-US" sz="1600">
                <a:solidFill>
                  <a:srgbClr val="2A00FF"/>
                </a:solidFill>
                <a:highlight>
                  <a:srgbClr val="FFFFFF"/>
                </a:highlight>
                <a:latin typeface="Courier New"/>
                <a:ea typeface="Courier New"/>
                <a:cs typeface="Courier New"/>
                <a:sym typeface="Courier New"/>
              </a:rPr>
              <a:t>"/persons"</a:t>
            </a:r>
            <a:r>
              <a:rPr lang="en-US" sz="1600">
                <a:solidFill>
                  <a:schemeClr val="dk1"/>
                </a:solidFill>
                <a:highlight>
                  <a:srgbClr val="FFFFFF"/>
                </a:highlight>
                <a:latin typeface="Courier New"/>
                <a:ea typeface="Courier New"/>
                <a:cs typeface="Courier New"/>
                <a:sym typeface="Courier New"/>
              </a:rPr>
              <a:t>, (</a:t>
            </a:r>
            <a:r>
              <a:rPr lang="en-US" sz="1600">
                <a:solidFill>
                  <a:srgbClr val="6A3E3E"/>
                </a:solidFill>
                <a:highlight>
                  <a:srgbClr val="FFFFFF"/>
                </a:highlight>
                <a:latin typeface="Courier New"/>
                <a:ea typeface="Courier New"/>
                <a:cs typeface="Courier New"/>
                <a:sym typeface="Courier New"/>
              </a:rPr>
              <a:t>req</a:t>
            </a:r>
            <a:r>
              <a:rPr lang="en-US" sz="1600">
                <a:solidFill>
                  <a:schemeClr val="dk1"/>
                </a:solidFill>
                <a:highlight>
                  <a:srgbClr val="FFFFFF"/>
                </a:highlight>
                <a:latin typeface="Courier New"/>
                <a:ea typeface="Courier New"/>
                <a:cs typeface="Courier New"/>
                <a:sym typeface="Courier New"/>
              </a:rPr>
              <a:t>, </a:t>
            </a:r>
            <a:r>
              <a:rPr lang="en-US" sz="1600">
                <a:solidFill>
                  <a:srgbClr val="6A3E3E"/>
                </a:solidFill>
                <a:highlight>
                  <a:srgbClr val="FFFFFF"/>
                </a:highlight>
                <a:latin typeface="Courier New"/>
                <a:ea typeface="Courier New"/>
                <a:cs typeface="Courier New"/>
                <a:sym typeface="Courier New"/>
              </a:rPr>
              <a:t>res</a:t>
            </a:r>
            <a:r>
              <a:rPr lang="en-US" sz="1600">
                <a:solidFill>
                  <a:schemeClr val="dk1"/>
                </a:solidFill>
                <a:highlight>
                  <a:srgbClr val="FFFFFF"/>
                </a:highlight>
                <a:latin typeface="Courier New"/>
                <a:ea typeface="Courier New"/>
                <a:cs typeface="Courier New"/>
                <a:sym typeface="Courier New"/>
              </a:rPr>
              <a:t>) -&gt; {</a:t>
            </a:r>
            <a:endParaRPr sz="16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600">
                <a:solidFill>
                  <a:schemeClr val="dk1"/>
                </a:solidFill>
                <a:highlight>
                  <a:srgbClr val="FFFFFF"/>
                </a:highlight>
                <a:latin typeface="Courier New"/>
                <a:ea typeface="Courier New"/>
                <a:cs typeface="Courier New"/>
                <a:sym typeface="Courier New"/>
              </a:rPr>
              <a:t>           </a:t>
            </a:r>
            <a:endParaRPr sz="1600">
              <a:solidFill>
                <a:schemeClr val="dk1"/>
              </a:solidFill>
              <a:highlight>
                <a:srgbClr val="FFFFFF"/>
              </a:highlight>
              <a:latin typeface="Courier New"/>
              <a:ea typeface="Courier New"/>
              <a:cs typeface="Courier New"/>
              <a:sym typeface="Courier New"/>
            </a:endParaRPr>
          </a:p>
          <a:p>
            <a:pPr indent="431800" lvl="0" marL="939800" rtl="0" algn="l">
              <a:lnSpc>
                <a:spcPct val="115000"/>
              </a:lnSpc>
              <a:spcBef>
                <a:spcPts val="0"/>
              </a:spcBef>
              <a:spcAft>
                <a:spcPts val="0"/>
              </a:spcAft>
              <a:buNone/>
            </a:pPr>
            <a:r>
              <a:rPr lang="en-US" sz="1600">
                <a:solidFill>
                  <a:schemeClr val="dk1"/>
                </a:solidFill>
                <a:highlight>
                  <a:srgbClr val="FFFFFF"/>
                </a:highlight>
                <a:latin typeface="Courier New"/>
                <a:ea typeface="Courier New"/>
                <a:cs typeface="Courier New"/>
                <a:sym typeface="Courier New"/>
              </a:rPr>
              <a:t>ResponseDTO&lt;List&lt;PersonDTO&gt; &gt; </a:t>
            </a:r>
            <a:r>
              <a:rPr lang="en-US" sz="1600">
                <a:solidFill>
                  <a:srgbClr val="6A3E3E"/>
                </a:solidFill>
                <a:highlight>
                  <a:srgbClr val="FFFFFF"/>
                </a:highlight>
                <a:latin typeface="Courier New"/>
                <a:ea typeface="Courier New"/>
                <a:cs typeface="Courier New"/>
                <a:sym typeface="Courier New"/>
              </a:rPr>
              <a:t>response</a:t>
            </a:r>
            <a:r>
              <a:rPr lang="en-US" sz="1600">
                <a:solidFill>
                  <a:schemeClr val="dk1"/>
                </a:solidFill>
                <a:highlight>
                  <a:srgbClr val="FFFFFF"/>
                </a:highlight>
                <a:latin typeface="Courier New"/>
                <a:ea typeface="Courier New"/>
                <a:cs typeface="Courier New"/>
                <a:sym typeface="Courier New"/>
              </a:rPr>
              <a:t> = </a:t>
            </a:r>
            <a:r>
              <a:rPr b="1" lang="en-US" sz="1600">
                <a:solidFill>
                  <a:srgbClr val="7F0055"/>
                </a:solidFill>
                <a:highlight>
                  <a:srgbClr val="FFFFFF"/>
                </a:highlight>
                <a:latin typeface="Courier New"/>
                <a:ea typeface="Courier New"/>
                <a:cs typeface="Courier New"/>
                <a:sym typeface="Courier New"/>
              </a:rPr>
              <a:t>new</a:t>
            </a:r>
            <a:r>
              <a:rPr lang="en-US" sz="1600">
                <a:solidFill>
                  <a:schemeClr val="dk1"/>
                </a:solidFill>
                <a:highlight>
                  <a:srgbClr val="FFFFFF"/>
                </a:highlight>
                <a:latin typeface="Courier New"/>
                <a:ea typeface="Courier New"/>
                <a:cs typeface="Courier New"/>
                <a:sym typeface="Courier New"/>
              </a:rPr>
              <a:t> ResponseDTO&lt;&gt;();</a:t>
            </a:r>
            <a:endParaRPr sz="16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600">
                <a:solidFill>
                  <a:schemeClr val="dk1"/>
                </a:solidFill>
                <a:highlight>
                  <a:srgbClr val="FFFFFF"/>
                </a:highlight>
                <a:latin typeface="Courier New"/>
                <a:ea typeface="Courier New"/>
                <a:cs typeface="Courier New"/>
                <a:sym typeface="Courier New"/>
              </a:rPr>
              <a:t>           </a:t>
            </a:r>
            <a:r>
              <a:rPr lang="en-US" sz="1600">
                <a:solidFill>
                  <a:srgbClr val="6A3E3E"/>
                </a:solidFill>
                <a:highlight>
                  <a:srgbClr val="FFFFFF"/>
                </a:highlight>
                <a:latin typeface="Courier New"/>
                <a:ea typeface="Courier New"/>
                <a:cs typeface="Courier New"/>
                <a:sym typeface="Courier New"/>
              </a:rPr>
              <a:t>res</a:t>
            </a:r>
            <a:r>
              <a:rPr lang="en-US" sz="1600">
                <a:solidFill>
                  <a:schemeClr val="dk1"/>
                </a:solidFill>
                <a:highlight>
                  <a:srgbClr val="FFFFFF"/>
                </a:highlight>
                <a:latin typeface="Courier New"/>
                <a:ea typeface="Courier New"/>
                <a:cs typeface="Courier New"/>
                <a:sym typeface="Courier New"/>
              </a:rPr>
              <a:t>.type(</a:t>
            </a:r>
            <a:r>
              <a:rPr lang="en-US" sz="1600">
                <a:solidFill>
                  <a:srgbClr val="2A00FF"/>
                </a:solidFill>
                <a:highlight>
                  <a:srgbClr val="FFFFFF"/>
                </a:highlight>
                <a:latin typeface="Courier New"/>
                <a:ea typeface="Courier New"/>
                <a:cs typeface="Courier New"/>
                <a:sym typeface="Courier New"/>
              </a:rPr>
              <a:t>"application/json"</a:t>
            </a:r>
            <a:r>
              <a:rPr lang="en-US" sz="1600">
                <a:solidFill>
                  <a:schemeClr val="dk1"/>
                </a:solidFill>
                <a:highlight>
                  <a:srgbClr val="FFFFFF"/>
                </a:highlight>
                <a:latin typeface="Courier New"/>
                <a:ea typeface="Courier New"/>
                <a:cs typeface="Courier New"/>
                <a:sym typeface="Courier New"/>
              </a:rPr>
              <a:t>);</a:t>
            </a:r>
            <a:endParaRPr sz="16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600">
                <a:solidFill>
                  <a:schemeClr val="dk1"/>
                </a:solidFill>
                <a:highlight>
                  <a:srgbClr val="FFFFFF"/>
                </a:highlight>
                <a:latin typeface="Courier New"/>
                <a:ea typeface="Courier New"/>
                <a:cs typeface="Courier New"/>
                <a:sym typeface="Courier New"/>
              </a:rPr>
              <a:t>           </a:t>
            </a:r>
            <a:r>
              <a:rPr lang="en-US" sz="1600">
                <a:solidFill>
                  <a:srgbClr val="6A3E3E"/>
                </a:solidFill>
                <a:highlight>
                  <a:srgbClr val="FFFFFF"/>
                </a:highlight>
                <a:latin typeface="Courier New"/>
                <a:ea typeface="Courier New"/>
                <a:cs typeface="Courier New"/>
                <a:sym typeface="Courier New"/>
              </a:rPr>
              <a:t>response</a:t>
            </a:r>
            <a:r>
              <a:rPr lang="en-US" sz="1600">
                <a:solidFill>
                  <a:schemeClr val="dk1"/>
                </a:solidFill>
                <a:highlight>
                  <a:srgbClr val="FFFFFF"/>
                </a:highlight>
                <a:latin typeface="Courier New"/>
                <a:ea typeface="Courier New"/>
                <a:cs typeface="Courier New"/>
                <a:sym typeface="Courier New"/>
              </a:rPr>
              <a:t>.setStatus(ResponseStatus.</a:t>
            </a:r>
            <a:r>
              <a:rPr b="1" i="1" lang="en-US" sz="1600">
                <a:solidFill>
                  <a:srgbClr val="0000C0"/>
                </a:solidFill>
                <a:highlight>
                  <a:srgbClr val="FFFFFF"/>
                </a:highlight>
                <a:latin typeface="Courier New"/>
                <a:ea typeface="Courier New"/>
                <a:cs typeface="Courier New"/>
                <a:sym typeface="Courier New"/>
              </a:rPr>
              <a:t>SUCCESS</a:t>
            </a:r>
            <a:r>
              <a:rPr lang="en-US" sz="1600">
                <a:solidFill>
                  <a:schemeClr val="dk1"/>
                </a:solidFill>
                <a:highlight>
                  <a:srgbClr val="FFFFFF"/>
                </a:highlight>
                <a:latin typeface="Courier New"/>
                <a:ea typeface="Courier New"/>
                <a:cs typeface="Courier New"/>
                <a:sym typeface="Courier New"/>
              </a:rPr>
              <a:t>);</a:t>
            </a:r>
            <a:endParaRPr sz="16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600">
                <a:solidFill>
                  <a:schemeClr val="dk1"/>
                </a:solidFill>
                <a:highlight>
                  <a:srgbClr val="FFFFFF"/>
                </a:highlight>
                <a:latin typeface="Courier New"/>
                <a:ea typeface="Courier New"/>
                <a:cs typeface="Courier New"/>
                <a:sym typeface="Courier New"/>
              </a:rPr>
              <a:t>       		</a:t>
            </a:r>
            <a:r>
              <a:rPr lang="en-US" sz="1600">
                <a:solidFill>
                  <a:srgbClr val="6A3E3E"/>
                </a:solidFill>
                <a:highlight>
                  <a:srgbClr val="FFFFFF"/>
                </a:highlight>
                <a:latin typeface="Courier New"/>
                <a:ea typeface="Courier New"/>
                <a:cs typeface="Courier New"/>
                <a:sym typeface="Courier New"/>
              </a:rPr>
              <a:t>response</a:t>
            </a:r>
            <a:r>
              <a:rPr lang="en-US" sz="1600">
                <a:solidFill>
                  <a:schemeClr val="dk1"/>
                </a:solidFill>
                <a:highlight>
                  <a:srgbClr val="FFFFFF"/>
                </a:highlight>
                <a:latin typeface="Courier New"/>
                <a:ea typeface="Courier New"/>
                <a:cs typeface="Courier New"/>
                <a:sym typeface="Courier New"/>
              </a:rPr>
              <a:t>.setData(</a:t>
            </a:r>
            <a:r>
              <a:rPr b="1" lang="en-US" sz="1600">
                <a:solidFill>
                  <a:srgbClr val="7F0055"/>
                </a:solidFill>
                <a:highlight>
                  <a:srgbClr val="FFFFFF"/>
                </a:highlight>
                <a:latin typeface="Courier New"/>
                <a:ea typeface="Courier New"/>
                <a:cs typeface="Courier New"/>
                <a:sym typeface="Courier New"/>
              </a:rPr>
              <a:t>this</a:t>
            </a:r>
            <a:r>
              <a:rPr lang="en-US" sz="1600">
                <a:solidFill>
                  <a:schemeClr val="dk1"/>
                </a:solidFill>
                <a:highlight>
                  <a:srgbClr val="FFFFFF"/>
                </a:highlight>
                <a:latin typeface="Courier New"/>
                <a:ea typeface="Courier New"/>
                <a:cs typeface="Courier New"/>
                <a:sym typeface="Courier New"/>
              </a:rPr>
              <a:t>.</a:t>
            </a:r>
            <a:r>
              <a:rPr lang="en-US" sz="1600">
                <a:solidFill>
                  <a:srgbClr val="0000C0"/>
                </a:solidFill>
                <a:highlight>
                  <a:srgbClr val="FFFFFF"/>
                </a:highlight>
                <a:latin typeface="Courier New"/>
                <a:ea typeface="Courier New"/>
                <a:cs typeface="Courier New"/>
                <a:sym typeface="Courier New"/>
              </a:rPr>
              <a:t>personService</a:t>
            </a:r>
            <a:r>
              <a:rPr lang="en-US" sz="1600">
                <a:solidFill>
                  <a:schemeClr val="dk1"/>
                </a:solidFill>
                <a:highlight>
                  <a:srgbClr val="FFFFFF"/>
                </a:highlight>
                <a:latin typeface="Courier New"/>
                <a:ea typeface="Courier New"/>
                <a:cs typeface="Courier New"/>
                <a:sym typeface="Courier New"/>
              </a:rPr>
              <a:t>.listPersons() );</a:t>
            </a:r>
            <a:endParaRPr sz="16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600">
                <a:solidFill>
                  <a:schemeClr val="dk1"/>
                </a:solidFill>
                <a:highlight>
                  <a:srgbClr val="FFFFFF"/>
                </a:highlight>
                <a:latin typeface="Courier New"/>
                <a:ea typeface="Courier New"/>
                <a:cs typeface="Courier New"/>
                <a:sym typeface="Courier New"/>
              </a:rPr>
              <a:t>       	</a:t>
            </a:r>
            <a:endParaRPr sz="16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600">
                <a:solidFill>
                  <a:schemeClr val="dk1"/>
                </a:solidFill>
                <a:highlight>
                  <a:srgbClr val="FFFFFF"/>
                </a:highlight>
                <a:latin typeface="Courier New"/>
                <a:ea typeface="Courier New"/>
                <a:cs typeface="Courier New"/>
                <a:sym typeface="Courier New"/>
              </a:rPr>
              <a:t>       	</a:t>
            </a:r>
            <a:r>
              <a:rPr b="1" lang="en-US" sz="1600">
                <a:solidFill>
                  <a:srgbClr val="7F0055"/>
                </a:solidFill>
                <a:highlight>
                  <a:srgbClr val="FFFFFF"/>
                </a:highlight>
                <a:latin typeface="Courier New"/>
                <a:ea typeface="Courier New"/>
                <a:cs typeface="Courier New"/>
                <a:sym typeface="Courier New"/>
              </a:rPr>
              <a:t>return</a:t>
            </a:r>
            <a:r>
              <a:rPr lang="en-US" sz="1600">
                <a:solidFill>
                  <a:schemeClr val="dk1"/>
                </a:solidFill>
                <a:highlight>
                  <a:srgbClr val="FFFFFF"/>
                </a:highlight>
                <a:latin typeface="Courier New"/>
                <a:ea typeface="Courier New"/>
                <a:cs typeface="Courier New"/>
                <a:sym typeface="Courier New"/>
              </a:rPr>
              <a:t> JsonUtil.</a:t>
            </a:r>
            <a:r>
              <a:rPr i="1" lang="en-US" sz="1600">
                <a:solidFill>
                  <a:schemeClr val="dk1"/>
                </a:solidFill>
                <a:highlight>
                  <a:srgbClr val="FFFFFF"/>
                </a:highlight>
                <a:latin typeface="Courier New"/>
                <a:ea typeface="Courier New"/>
                <a:cs typeface="Courier New"/>
                <a:sym typeface="Courier New"/>
              </a:rPr>
              <a:t>toJson</a:t>
            </a:r>
            <a:r>
              <a:rPr lang="en-US" sz="1600">
                <a:solidFill>
                  <a:schemeClr val="dk1"/>
                </a:solidFill>
                <a:highlight>
                  <a:srgbClr val="FFFFFF"/>
                </a:highlight>
                <a:latin typeface="Courier New"/>
                <a:ea typeface="Courier New"/>
                <a:cs typeface="Courier New"/>
                <a:sym typeface="Courier New"/>
              </a:rPr>
              <a:t>(</a:t>
            </a:r>
            <a:r>
              <a:rPr lang="en-US" sz="1600">
                <a:solidFill>
                  <a:srgbClr val="6A3E3E"/>
                </a:solidFill>
                <a:highlight>
                  <a:srgbClr val="FFFFFF"/>
                </a:highlight>
                <a:latin typeface="Courier New"/>
                <a:ea typeface="Courier New"/>
                <a:cs typeface="Courier New"/>
                <a:sym typeface="Courier New"/>
              </a:rPr>
              <a:t>response</a:t>
            </a:r>
            <a:r>
              <a:rPr lang="en-US" sz="1600">
                <a:solidFill>
                  <a:schemeClr val="dk1"/>
                </a:solidFill>
                <a:highlight>
                  <a:srgbClr val="FFFFFF"/>
                </a:highlight>
                <a:latin typeface="Courier New"/>
                <a:ea typeface="Courier New"/>
                <a:cs typeface="Courier New"/>
                <a:sym typeface="Courier New"/>
              </a:rPr>
              <a:t>);</a:t>
            </a:r>
            <a:endParaRPr sz="16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600">
                <a:solidFill>
                  <a:schemeClr val="dk1"/>
                </a:solidFill>
                <a:highlight>
                  <a:srgbClr val="FFFFFF"/>
                </a:highlight>
                <a:latin typeface="Courier New"/>
                <a:ea typeface="Courier New"/>
                <a:cs typeface="Courier New"/>
                <a:sym typeface="Courier New"/>
              </a:rPr>
              <a:t>       });</a:t>
            </a:r>
            <a:endParaRPr sz="16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t/>
            </a:r>
            <a:endParaRPr b="1" sz="2000">
              <a:solidFill>
                <a:srgbClr val="7F0055"/>
              </a:solidFill>
              <a:highlight>
                <a:srgbClr val="FFFFFF"/>
              </a:highlight>
              <a:latin typeface="Courier New"/>
              <a:ea typeface="Courier New"/>
              <a:cs typeface="Courier New"/>
              <a:sym typeface="Courier New"/>
            </a:endParaRPr>
          </a:p>
          <a:p>
            <a:pPr indent="0" lvl="0" marL="0" marR="0" rtl="0" algn="l">
              <a:lnSpc>
                <a:spcPct val="115000"/>
              </a:lnSpc>
              <a:spcBef>
                <a:spcPts val="0"/>
              </a:spcBef>
              <a:spcAft>
                <a:spcPts val="0"/>
              </a:spcAft>
              <a:buNone/>
            </a:pPr>
            <a:r>
              <a:t/>
            </a:r>
            <a:endParaRPr sz="2400">
              <a:solidFill>
                <a:schemeClr val="dk1"/>
              </a:solidFill>
              <a:latin typeface="Lexend"/>
              <a:ea typeface="Lexend"/>
              <a:cs typeface="Lexend"/>
              <a:sym typeface="Lexend"/>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g3bda3d096ad_0_36"/>
          <p:cNvSpPr txBox="1"/>
          <p:nvPr>
            <p:ph type="title"/>
          </p:nvPr>
        </p:nvSpPr>
        <p:spPr>
          <a:xfrm>
            <a:off x="439648" y="189700"/>
            <a:ext cx="5510400" cy="6603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1100"/>
              <a:buFont typeface="Arial"/>
              <a:buNone/>
            </a:pPr>
            <a:r>
              <a:rPr lang="en-US" sz="1200">
                <a:latin typeface="IBM Plex Sans"/>
                <a:ea typeface="IBM Plex Sans"/>
                <a:cs typeface="IBM Plex Sans"/>
                <a:sym typeface="IBM Plex Sans"/>
              </a:rPr>
              <a:t>Introduction to APIs</a:t>
            </a:r>
            <a:endParaRPr sz="1200">
              <a:latin typeface="IBM Plex Sans"/>
              <a:ea typeface="IBM Plex Sans"/>
              <a:cs typeface="IBM Plex Sans"/>
              <a:sym typeface="IBM Plex Sans"/>
            </a:endParaRPr>
          </a:p>
        </p:txBody>
      </p:sp>
      <p:cxnSp>
        <p:nvCxnSpPr>
          <p:cNvPr id="434" name="Google Shape;434;g3bda3d096ad_0_36"/>
          <p:cNvCxnSpPr/>
          <p:nvPr/>
        </p:nvCxnSpPr>
        <p:spPr>
          <a:xfrm>
            <a:off x="97082" y="746462"/>
            <a:ext cx="10200300" cy="0"/>
          </a:xfrm>
          <a:prstGeom prst="straightConnector1">
            <a:avLst/>
          </a:prstGeom>
          <a:noFill/>
          <a:ln cap="flat" cmpd="sng" w="9525">
            <a:solidFill>
              <a:schemeClr val="accent1"/>
            </a:solidFill>
            <a:prstDash val="solid"/>
            <a:miter lim="800000"/>
            <a:headEnd len="sm" w="sm" type="none"/>
            <a:tailEnd len="sm" w="sm" type="none"/>
          </a:ln>
        </p:spPr>
      </p:cxnSp>
      <p:sp>
        <p:nvSpPr>
          <p:cNvPr id="435" name="Google Shape;435;g3bda3d096ad_0_36"/>
          <p:cNvSpPr txBox="1"/>
          <p:nvPr>
            <p:ph idx="4294967295" type="ctrTitle"/>
          </p:nvPr>
        </p:nvSpPr>
        <p:spPr>
          <a:xfrm>
            <a:off x="517400" y="983676"/>
            <a:ext cx="10150500" cy="6012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9B1D23"/>
              </a:buClr>
              <a:buSzPts val="4770"/>
              <a:buFont typeface="Arial Black"/>
              <a:buNone/>
            </a:pPr>
            <a:r>
              <a:rPr lang="en-US" sz="3440"/>
              <a:t>Controller</a:t>
            </a:r>
            <a:endParaRPr sz="3440"/>
          </a:p>
          <a:p>
            <a:pPr indent="0" lvl="0" marL="0" marR="0" rtl="0" algn="l">
              <a:lnSpc>
                <a:spcPct val="90000"/>
              </a:lnSpc>
              <a:spcBef>
                <a:spcPts val="0"/>
              </a:spcBef>
              <a:spcAft>
                <a:spcPts val="0"/>
              </a:spcAft>
              <a:buClr>
                <a:srgbClr val="9B1D23"/>
              </a:buClr>
              <a:buSzPts val="4770"/>
              <a:buFont typeface="Arial Black"/>
              <a:buNone/>
            </a:pPr>
            <a:r>
              <a:t/>
            </a:r>
            <a:endParaRPr sz="3440"/>
          </a:p>
        </p:txBody>
      </p:sp>
      <p:sp>
        <p:nvSpPr>
          <p:cNvPr id="436" name="Google Shape;436;g3bda3d096ad_0_36"/>
          <p:cNvSpPr txBox="1"/>
          <p:nvPr/>
        </p:nvSpPr>
        <p:spPr>
          <a:xfrm>
            <a:off x="517400" y="1584875"/>
            <a:ext cx="10150500" cy="5722800"/>
          </a:xfrm>
          <a:prstGeom prst="rect">
            <a:avLst/>
          </a:prstGeom>
          <a:noFill/>
          <a:ln>
            <a:noFill/>
          </a:ln>
        </p:spPr>
        <p:txBody>
          <a:bodyPr anchorCtr="0" anchor="t" bIns="91425" lIns="91425" spcFirstLastPara="1" rIns="91425" wrap="square" tIns="91425">
            <a:spAutoFit/>
          </a:bodyPr>
          <a:lstStyle/>
          <a:p>
            <a:pPr indent="-381000" lvl="0" marL="457200" marR="0" rtl="0" algn="l">
              <a:lnSpc>
                <a:spcPct val="115000"/>
              </a:lnSpc>
              <a:spcBef>
                <a:spcPts val="0"/>
              </a:spcBef>
              <a:spcAft>
                <a:spcPts val="0"/>
              </a:spcAft>
              <a:buClr>
                <a:schemeClr val="dk1"/>
              </a:buClr>
              <a:buSzPts val="2400"/>
              <a:buFont typeface="Lexend"/>
              <a:buChar char="●"/>
            </a:pPr>
            <a:r>
              <a:rPr lang="en-US" sz="2400">
                <a:solidFill>
                  <a:schemeClr val="dk1"/>
                </a:solidFill>
                <a:latin typeface="Lexend"/>
                <a:ea typeface="Lexend"/>
                <a:cs typeface="Lexend"/>
                <a:sym typeface="Lexend"/>
              </a:rPr>
              <a:t>let’s add a </a:t>
            </a:r>
            <a:r>
              <a:rPr b="1" lang="en-US" sz="2400">
                <a:solidFill>
                  <a:schemeClr val="dk1"/>
                </a:solidFill>
                <a:latin typeface="Lexend"/>
                <a:ea typeface="Lexend"/>
                <a:cs typeface="Lexend"/>
                <a:sym typeface="Lexend"/>
              </a:rPr>
              <a:t>GET </a:t>
            </a:r>
            <a:r>
              <a:rPr lang="en-US" sz="2400">
                <a:solidFill>
                  <a:schemeClr val="dk1"/>
                </a:solidFill>
                <a:latin typeface="Lexend"/>
                <a:ea typeface="Lexend"/>
                <a:cs typeface="Lexend"/>
                <a:sym typeface="Lexend"/>
              </a:rPr>
              <a:t>and </a:t>
            </a:r>
            <a:r>
              <a:rPr b="1" lang="en-US" sz="2400">
                <a:solidFill>
                  <a:schemeClr val="dk1"/>
                </a:solidFill>
                <a:latin typeface="Lexend"/>
                <a:ea typeface="Lexend"/>
                <a:cs typeface="Lexend"/>
                <a:sym typeface="Lexend"/>
              </a:rPr>
              <a:t>POST</a:t>
            </a:r>
            <a:r>
              <a:rPr lang="en-US" sz="2400">
                <a:solidFill>
                  <a:schemeClr val="dk1"/>
                </a:solidFill>
                <a:latin typeface="Lexend"/>
                <a:ea typeface="Lexend"/>
                <a:cs typeface="Lexend"/>
                <a:sym typeface="Lexend"/>
              </a:rPr>
              <a:t> route that calls the </a:t>
            </a:r>
            <a:r>
              <a:rPr b="1" lang="en-US" sz="2400">
                <a:solidFill>
                  <a:schemeClr val="dk1"/>
                </a:solidFill>
                <a:latin typeface="Lexend"/>
                <a:ea typeface="Lexend"/>
                <a:cs typeface="Lexend"/>
                <a:sym typeface="Lexend"/>
              </a:rPr>
              <a:t>PersonService</a:t>
            </a:r>
            <a:endParaRPr>
              <a:latin typeface="Lexend"/>
              <a:ea typeface="Lexend"/>
              <a:cs typeface="Lexend"/>
              <a:sym typeface="Lexend"/>
            </a:endParaRPr>
          </a:p>
          <a:p>
            <a:pPr indent="0" lvl="0" marL="0" marR="0" rtl="0" algn="l">
              <a:lnSpc>
                <a:spcPct val="115000"/>
              </a:lnSpc>
              <a:spcBef>
                <a:spcPts val="0"/>
              </a:spcBef>
              <a:spcAft>
                <a:spcPts val="0"/>
              </a:spcAft>
              <a:buNone/>
            </a:pPr>
            <a:r>
              <a:t/>
            </a:r>
            <a:endParaRPr sz="2400">
              <a:solidFill>
                <a:schemeClr val="dk1"/>
              </a:solidFill>
              <a:latin typeface="Lexend"/>
              <a:ea typeface="Lexend"/>
              <a:cs typeface="Lexend"/>
              <a:sym typeface="Lexend"/>
            </a:endParaRPr>
          </a:p>
          <a:p>
            <a:pPr indent="0" lvl="0" marL="482600" rtl="0" algn="l">
              <a:lnSpc>
                <a:spcPct val="115000"/>
              </a:lnSpc>
              <a:spcBef>
                <a:spcPts val="0"/>
              </a:spcBef>
              <a:spcAft>
                <a:spcPts val="0"/>
              </a:spcAft>
              <a:buNone/>
            </a:pPr>
            <a:r>
              <a:rPr i="1" lang="en-US">
                <a:solidFill>
                  <a:schemeClr val="dk1"/>
                </a:solidFill>
                <a:highlight>
                  <a:srgbClr val="D4D4D4"/>
                </a:highlight>
                <a:latin typeface="Courier New"/>
                <a:ea typeface="Courier New"/>
                <a:cs typeface="Courier New"/>
                <a:sym typeface="Courier New"/>
              </a:rPr>
              <a:t>post</a:t>
            </a:r>
            <a:r>
              <a:rPr lang="en-US">
                <a:solidFill>
                  <a:schemeClr val="dk1"/>
                </a:solidFill>
                <a:highlight>
                  <a:srgbClr val="FFFFFF"/>
                </a:highlight>
                <a:latin typeface="Courier New"/>
                <a:ea typeface="Courier New"/>
                <a:cs typeface="Courier New"/>
                <a:sym typeface="Courier New"/>
              </a:rPr>
              <a:t>(</a:t>
            </a:r>
            <a:r>
              <a:rPr lang="en-US">
                <a:solidFill>
                  <a:srgbClr val="2A00FF"/>
                </a:solidFill>
                <a:highlight>
                  <a:srgbClr val="FFFFFF"/>
                </a:highlight>
                <a:latin typeface="Courier New"/>
                <a:ea typeface="Courier New"/>
                <a:cs typeface="Courier New"/>
                <a:sym typeface="Courier New"/>
              </a:rPr>
              <a:t>"/persons"</a:t>
            </a:r>
            <a:r>
              <a:rPr lang="en-US">
                <a:solidFill>
                  <a:schemeClr val="dk1"/>
                </a:solidFill>
                <a:highlight>
                  <a:srgbClr val="FFFFFF"/>
                </a:highlight>
                <a:latin typeface="Courier New"/>
                <a:ea typeface="Courier New"/>
                <a:cs typeface="Courier New"/>
                <a:sym typeface="Courier New"/>
              </a:rPr>
              <a:t>, (</a:t>
            </a:r>
            <a:r>
              <a:rPr lang="en-US">
                <a:solidFill>
                  <a:srgbClr val="6A3E3E"/>
                </a:solidFill>
                <a:highlight>
                  <a:srgbClr val="FFFFFF"/>
                </a:highlight>
                <a:latin typeface="Courier New"/>
                <a:ea typeface="Courier New"/>
                <a:cs typeface="Courier New"/>
                <a:sym typeface="Courier New"/>
              </a:rPr>
              <a:t>req</a:t>
            </a:r>
            <a:r>
              <a:rPr lang="en-US">
                <a:solidFill>
                  <a:schemeClr val="dk1"/>
                </a:solidFill>
                <a:highlight>
                  <a:srgbClr val="FFFFFF"/>
                </a:highlight>
                <a:latin typeface="Courier New"/>
                <a:ea typeface="Courier New"/>
                <a:cs typeface="Courier New"/>
                <a:sym typeface="Courier New"/>
              </a:rPr>
              <a:t>, </a:t>
            </a:r>
            <a:r>
              <a:rPr lang="en-US">
                <a:solidFill>
                  <a:srgbClr val="6A3E3E"/>
                </a:solidFill>
                <a:highlight>
                  <a:srgbClr val="FFFFFF"/>
                </a:highlight>
                <a:latin typeface="Courier New"/>
                <a:ea typeface="Courier New"/>
                <a:cs typeface="Courier New"/>
                <a:sym typeface="Courier New"/>
              </a:rPr>
              <a:t>res</a:t>
            </a:r>
            <a:r>
              <a:rPr lang="en-US">
                <a:solidFill>
                  <a:schemeClr val="dk1"/>
                </a:solidFill>
                <a:highlight>
                  <a:srgbClr val="FFFFFF"/>
                </a:highlight>
                <a:latin typeface="Courier New"/>
                <a:ea typeface="Courier New"/>
                <a:cs typeface="Courier New"/>
                <a:sym typeface="Courier New"/>
              </a:rPr>
              <a:t>) -&gt; {</a:t>
            </a:r>
            <a:endParaRPr>
              <a:solidFill>
                <a:schemeClr val="dk1"/>
              </a:solidFill>
              <a:highlight>
                <a:srgbClr val="FFFFFF"/>
              </a:highlight>
              <a:latin typeface="Courier New"/>
              <a:ea typeface="Courier New"/>
              <a:cs typeface="Courier New"/>
              <a:sym typeface="Courier New"/>
            </a:endParaRPr>
          </a:p>
          <a:p>
            <a:pPr indent="0" lvl="0" marL="482600" rtl="0" algn="l">
              <a:lnSpc>
                <a:spcPct val="115000"/>
              </a:lnSpc>
              <a:spcBef>
                <a:spcPts val="0"/>
              </a:spcBef>
              <a:spcAft>
                <a:spcPts val="0"/>
              </a:spcAft>
              <a:buNone/>
            </a:pPr>
            <a:r>
              <a:rPr lang="en-US">
                <a:solidFill>
                  <a:schemeClr val="dk1"/>
                </a:solidFill>
                <a:highlight>
                  <a:srgbClr val="FFFFFF"/>
                </a:highlight>
                <a:latin typeface="Courier New"/>
                <a:ea typeface="Courier New"/>
                <a:cs typeface="Courier New"/>
                <a:sym typeface="Courier New"/>
              </a:rPr>
              <a:t>           ResponseDTO&lt;PersonDTO&gt; </a:t>
            </a:r>
            <a:r>
              <a:rPr lang="en-US">
                <a:solidFill>
                  <a:srgbClr val="6A3E3E"/>
                </a:solidFill>
                <a:highlight>
                  <a:srgbClr val="FFFFFF"/>
                </a:highlight>
                <a:latin typeface="Courier New"/>
                <a:ea typeface="Courier New"/>
                <a:cs typeface="Courier New"/>
                <a:sym typeface="Courier New"/>
              </a:rPr>
              <a:t>response</a:t>
            </a:r>
            <a:r>
              <a:rPr lang="en-US">
                <a:solidFill>
                  <a:schemeClr val="dk1"/>
                </a:solidFill>
                <a:highlight>
                  <a:srgbClr val="FFFFFF"/>
                </a:highlight>
                <a:latin typeface="Courier New"/>
                <a:ea typeface="Courier New"/>
                <a:cs typeface="Courier New"/>
                <a:sym typeface="Courier New"/>
              </a:rPr>
              <a:t> = </a:t>
            </a:r>
            <a:r>
              <a:rPr b="1" lang="en-US">
                <a:solidFill>
                  <a:srgbClr val="7F0055"/>
                </a:solidFill>
                <a:highlight>
                  <a:srgbClr val="FFFFFF"/>
                </a:highlight>
                <a:latin typeface="Courier New"/>
                <a:ea typeface="Courier New"/>
                <a:cs typeface="Courier New"/>
                <a:sym typeface="Courier New"/>
              </a:rPr>
              <a:t>new</a:t>
            </a:r>
            <a:r>
              <a:rPr lang="en-US">
                <a:solidFill>
                  <a:schemeClr val="dk1"/>
                </a:solidFill>
                <a:highlight>
                  <a:srgbClr val="FFFFFF"/>
                </a:highlight>
                <a:latin typeface="Courier New"/>
                <a:ea typeface="Courier New"/>
                <a:cs typeface="Courier New"/>
                <a:sym typeface="Courier New"/>
              </a:rPr>
              <a:t> ResponseDTO&lt;&gt;();</a:t>
            </a:r>
            <a:endParaRPr>
              <a:solidFill>
                <a:schemeClr val="dk1"/>
              </a:solidFill>
              <a:highlight>
                <a:srgbClr val="FFFFFF"/>
              </a:highlight>
              <a:latin typeface="Courier New"/>
              <a:ea typeface="Courier New"/>
              <a:cs typeface="Courier New"/>
              <a:sym typeface="Courier New"/>
            </a:endParaRPr>
          </a:p>
          <a:p>
            <a:pPr indent="0" lvl="0" marL="482600" rtl="0" algn="l">
              <a:lnSpc>
                <a:spcPct val="115000"/>
              </a:lnSpc>
              <a:spcBef>
                <a:spcPts val="0"/>
              </a:spcBef>
              <a:spcAft>
                <a:spcPts val="0"/>
              </a:spcAft>
              <a:buNone/>
            </a:pPr>
            <a:r>
              <a:rPr lang="en-US">
                <a:solidFill>
                  <a:schemeClr val="dk1"/>
                </a:solidFill>
                <a:highlight>
                  <a:srgbClr val="FFFFFF"/>
                </a:highlight>
                <a:latin typeface="Courier New"/>
                <a:ea typeface="Courier New"/>
                <a:cs typeface="Courier New"/>
                <a:sym typeface="Courier New"/>
              </a:rPr>
              <a:t>          </a:t>
            </a:r>
            <a:endParaRPr>
              <a:solidFill>
                <a:schemeClr val="dk1"/>
              </a:solidFill>
              <a:highlight>
                <a:srgbClr val="FFFFFF"/>
              </a:highlight>
              <a:latin typeface="Courier New"/>
              <a:ea typeface="Courier New"/>
              <a:cs typeface="Courier New"/>
              <a:sym typeface="Courier New"/>
            </a:endParaRPr>
          </a:p>
          <a:p>
            <a:pPr indent="0" lvl="0" marL="482600" rtl="0" algn="l">
              <a:lnSpc>
                <a:spcPct val="115000"/>
              </a:lnSpc>
              <a:spcBef>
                <a:spcPts val="0"/>
              </a:spcBef>
              <a:spcAft>
                <a:spcPts val="0"/>
              </a:spcAft>
              <a:buNone/>
            </a:pPr>
            <a:r>
              <a:rPr lang="en-US">
                <a:solidFill>
                  <a:schemeClr val="dk1"/>
                </a:solidFill>
                <a:highlight>
                  <a:srgbClr val="FFFFFF"/>
                </a:highlight>
                <a:latin typeface="Courier New"/>
                <a:ea typeface="Courier New"/>
                <a:cs typeface="Courier New"/>
                <a:sym typeface="Courier New"/>
              </a:rPr>
              <a:t>       	</a:t>
            </a:r>
            <a:r>
              <a:rPr b="1" lang="en-US">
                <a:solidFill>
                  <a:srgbClr val="7F0055"/>
                </a:solidFill>
                <a:highlight>
                  <a:srgbClr val="FFFFFF"/>
                </a:highlight>
                <a:latin typeface="Courier New"/>
                <a:ea typeface="Courier New"/>
                <a:cs typeface="Courier New"/>
                <a:sym typeface="Courier New"/>
              </a:rPr>
              <a:t>if</a:t>
            </a:r>
            <a:r>
              <a:rPr lang="en-US">
                <a:solidFill>
                  <a:schemeClr val="dk1"/>
                </a:solidFill>
                <a:highlight>
                  <a:srgbClr val="FFFFFF"/>
                </a:highlight>
                <a:latin typeface="Courier New"/>
                <a:ea typeface="Courier New"/>
                <a:cs typeface="Courier New"/>
                <a:sym typeface="Courier New"/>
              </a:rPr>
              <a:t>(</a:t>
            </a:r>
            <a:r>
              <a:rPr lang="en-US">
                <a:solidFill>
                  <a:srgbClr val="6A3E3E"/>
                </a:solidFill>
                <a:highlight>
                  <a:srgbClr val="FFFFFF"/>
                </a:highlight>
                <a:latin typeface="Courier New"/>
                <a:ea typeface="Courier New"/>
                <a:cs typeface="Courier New"/>
                <a:sym typeface="Courier New"/>
              </a:rPr>
              <a:t>req</a:t>
            </a:r>
            <a:r>
              <a:rPr lang="en-US">
                <a:solidFill>
                  <a:schemeClr val="dk1"/>
                </a:solidFill>
                <a:highlight>
                  <a:srgbClr val="FFFFFF"/>
                </a:highlight>
                <a:latin typeface="Courier New"/>
                <a:ea typeface="Courier New"/>
                <a:cs typeface="Courier New"/>
                <a:sym typeface="Courier New"/>
              </a:rPr>
              <a:t>.body() == </a:t>
            </a:r>
            <a:r>
              <a:rPr b="1" lang="en-US">
                <a:solidFill>
                  <a:srgbClr val="7F0055"/>
                </a:solidFill>
                <a:highlight>
                  <a:srgbClr val="FFFFFF"/>
                </a:highlight>
                <a:latin typeface="Courier New"/>
                <a:ea typeface="Courier New"/>
                <a:cs typeface="Courier New"/>
                <a:sym typeface="Courier New"/>
              </a:rPr>
              <a:t>null</a:t>
            </a:r>
            <a:r>
              <a:rPr lang="en-US">
                <a:solidFill>
                  <a:schemeClr val="dk1"/>
                </a:solidFill>
                <a:highlight>
                  <a:srgbClr val="FFFFFF"/>
                </a:highlight>
                <a:latin typeface="Courier New"/>
                <a:ea typeface="Courier New"/>
                <a:cs typeface="Courier New"/>
                <a:sym typeface="Courier New"/>
              </a:rPr>
              <a:t> || </a:t>
            </a:r>
            <a:r>
              <a:rPr lang="en-US">
                <a:solidFill>
                  <a:srgbClr val="6A3E3E"/>
                </a:solidFill>
                <a:highlight>
                  <a:srgbClr val="FFFFFF"/>
                </a:highlight>
                <a:latin typeface="Courier New"/>
                <a:ea typeface="Courier New"/>
                <a:cs typeface="Courier New"/>
                <a:sym typeface="Courier New"/>
              </a:rPr>
              <a:t>req</a:t>
            </a:r>
            <a:r>
              <a:rPr lang="en-US">
                <a:solidFill>
                  <a:schemeClr val="dk1"/>
                </a:solidFill>
                <a:highlight>
                  <a:srgbClr val="FFFFFF"/>
                </a:highlight>
                <a:latin typeface="Courier New"/>
                <a:ea typeface="Courier New"/>
                <a:cs typeface="Courier New"/>
                <a:sym typeface="Courier New"/>
              </a:rPr>
              <a:t>.body().isBlank() ) {</a:t>
            </a:r>
            <a:endParaRPr>
              <a:solidFill>
                <a:schemeClr val="dk1"/>
              </a:solidFill>
              <a:highlight>
                <a:srgbClr val="FFFFFF"/>
              </a:highlight>
              <a:latin typeface="Courier New"/>
              <a:ea typeface="Courier New"/>
              <a:cs typeface="Courier New"/>
              <a:sym typeface="Courier New"/>
            </a:endParaRPr>
          </a:p>
          <a:p>
            <a:pPr indent="0" lvl="0" marL="482600" rtl="0" algn="l">
              <a:lnSpc>
                <a:spcPct val="115000"/>
              </a:lnSpc>
              <a:spcBef>
                <a:spcPts val="0"/>
              </a:spcBef>
              <a:spcAft>
                <a:spcPts val="0"/>
              </a:spcAft>
              <a:buNone/>
            </a:pPr>
            <a:r>
              <a:rPr lang="en-US">
                <a:solidFill>
                  <a:schemeClr val="dk1"/>
                </a:solidFill>
                <a:highlight>
                  <a:srgbClr val="FFFFFF"/>
                </a:highlight>
                <a:latin typeface="Courier New"/>
                <a:ea typeface="Courier New"/>
                <a:cs typeface="Courier New"/>
                <a:sym typeface="Courier New"/>
              </a:rPr>
              <a:t>       		</a:t>
            </a:r>
            <a:r>
              <a:rPr lang="en-US">
                <a:solidFill>
                  <a:srgbClr val="6A3E3E"/>
                </a:solidFill>
                <a:highlight>
                  <a:srgbClr val="FFFFFF"/>
                </a:highlight>
                <a:latin typeface="Courier New"/>
                <a:ea typeface="Courier New"/>
                <a:cs typeface="Courier New"/>
                <a:sym typeface="Courier New"/>
              </a:rPr>
              <a:t>response</a:t>
            </a:r>
            <a:r>
              <a:rPr lang="en-US">
                <a:solidFill>
                  <a:schemeClr val="dk1"/>
                </a:solidFill>
                <a:highlight>
                  <a:srgbClr val="FFFFFF"/>
                </a:highlight>
                <a:latin typeface="Courier New"/>
                <a:ea typeface="Courier New"/>
                <a:cs typeface="Courier New"/>
                <a:sym typeface="Courier New"/>
              </a:rPr>
              <a:t>.setStatus(ResponseStatus.</a:t>
            </a:r>
            <a:r>
              <a:rPr b="1" i="1" lang="en-US">
                <a:solidFill>
                  <a:srgbClr val="0000C0"/>
                </a:solidFill>
                <a:highlight>
                  <a:srgbClr val="FFFFFF"/>
                </a:highlight>
                <a:latin typeface="Courier New"/>
                <a:ea typeface="Courier New"/>
                <a:cs typeface="Courier New"/>
                <a:sym typeface="Courier New"/>
              </a:rPr>
              <a:t>ERROR</a:t>
            </a:r>
            <a:r>
              <a:rPr lang="en-US">
                <a:solidFill>
                  <a:schemeClr val="dk1"/>
                </a:solidFill>
                <a:highlight>
                  <a:srgbClr val="FFFFFF"/>
                </a:highlight>
                <a:latin typeface="Courier New"/>
                <a:ea typeface="Courier New"/>
                <a:cs typeface="Courier New"/>
                <a:sym typeface="Courier New"/>
              </a:rPr>
              <a:t>);</a:t>
            </a:r>
            <a:endParaRPr>
              <a:solidFill>
                <a:schemeClr val="dk1"/>
              </a:solidFill>
              <a:highlight>
                <a:srgbClr val="FFFFFF"/>
              </a:highlight>
              <a:latin typeface="Courier New"/>
              <a:ea typeface="Courier New"/>
              <a:cs typeface="Courier New"/>
              <a:sym typeface="Courier New"/>
            </a:endParaRPr>
          </a:p>
          <a:p>
            <a:pPr indent="0" lvl="0" marL="482600" rtl="0" algn="l">
              <a:lnSpc>
                <a:spcPct val="115000"/>
              </a:lnSpc>
              <a:spcBef>
                <a:spcPts val="0"/>
              </a:spcBef>
              <a:spcAft>
                <a:spcPts val="0"/>
              </a:spcAft>
              <a:buNone/>
            </a:pPr>
            <a:r>
              <a:rPr lang="en-US">
                <a:solidFill>
                  <a:schemeClr val="dk1"/>
                </a:solidFill>
                <a:highlight>
                  <a:srgbClr val="FFFFFF"/>
                </a:highlight>
                <a:latin typeface="Courier New"/>
                <a:ea typeface="Courier New"/>
                <a:cs typeface="Courier New"/>
                <a:sym typeface="Courier New"/>
              </a:rPr>
              <a:t>           	</a:t>
            </a:r>
            <a:r>
              <a:rPr lang="en-US">
                <a:solidFill>
                  <a:srgbClr val="6A3E3E"/>
                </a:solidFill>
                <a:highlight>
                  <a:srgbClr val="FFFFFF"/>
                </a:highlight>
                <a:latin typeface="Courier New"/>
                <a:ea typeface="Courier New"/>
                <a:cs typeface="Courier New"/>
                <a:sym typeface="Courier New"/>
              </a:rPr>
              <a:t>response</a:t>
            </a:r>
            <a:r>
              <a:rPr lang="en-US">
                <a:solidFill>
                  <a:schemeClr val="dk1"/>
                </a:solidFill>
                <a:highlight>
                  <a:srgbClr val="FFFFFF"/>
                </a:highlight>
                <a:latin typeface="Courier New"/>
                <a:ea typeface="Courier New"/>
                <a:cs typeface="Courier New"/>
                <a:sym typeface="Courier New"/>
              </a:rPr>
              <a:t>.setMessage(</a:t>
            </a:r>
            <a:r>
              <a:rPr lang="en-US">
                <a:solidFill>
                  <a:srgbClr val="2A00FF"/>
                </a:solidFill>
                <a:highlight>
                  <a:srgbClr val="FFFFFF"/>
                </a:highlight>
                <a:latin typeface="Courier New"/>
                <a:ea typeface="Courier New"/>
                <a:cs typeface="Courier New"/>
                <a:sym typeface="Courier New"/>
              </a:rPr>
              <a:t>"Payload cannot be blank!"</a:t>
            </a:r>
            <a:r>
              <a:rPr lang="en-US">
                <a:solidFill>
                  <a:schemeClr val="dk1"/>
                </a:solidFill>
                <a:highlight>
                  <a:srgbClr val="FFFFFF"/>
                </a:highlight>
                <a:latin typeface="Courier New"/>
                <a:ea typeface="Courier New"/>
                <a:cs typeface="Courier New"/>
                <a:sym typeface="Courier New"/>
              </a:rPr>
              <a:t>);</a:t>
            </a:r>
            <a:endParaRPr>
              <a:solidFill>
                <a:schemeClr val="dk1"/>
              </a:solidFill>
              <a:highlight>
                <a:srgbClr val="FFFFFF"/>
              </a:highlight>
              <a:latin typeface="Courier New"/>
              <a:ea typeface="Courier New"/>
              <a:cs typeface="Courier New"/>
              <a:sym typeface="Courier New"/>
            </a:endParaRPr>
          </a:p>
          <a:p>
            <a:pPr indent="0" lvl="0" marL="482600" rtl="0" algn="l">
              <a:lnSpc>
                <a:spcPct val="115000"/>
              </a:lnSpc>
              <a:spcBef>
                <a:spcPts val="0"/>
              </a:spcBef>
              <a:spcAft>
                <a:spcPts val="0"/>
              </a:spcAft>
              <a:buNone/>
            </a:pPr>
            <a:r>
              <a:rPr lang="en-US">
                <a:solidFill>
                  <a:schemeClr val="dk1"/>
                </a:solidFill>
                <a:highlight>
                  <a:srgbClr val="FFFFFF"/>
                </a:highlight>
                <a:latin typeface="Courier New"/>
                <a:ea typeface="Courier New"/>
                <a:cs typeface="Courier New"/>
                <a:sym typeface="Courier New"/>
              </a:rPr>
              <a:t>           	</a:t>
            </a:r>
            <a:r>
              <a:rPr b="1" lang="en-US">
                <a:solidFill>
                  <a:srgbClr val="7F0055"/>
                </a:solidFill>
                <a:highlight>
                  <a:srgbClr val="FFFFFF"/>
                </a:highlight>
                <a:latin typeface="Courier New"/>
                <a:ea typeface="Courier New"/>
                <a:cs typeface="Courier New"/>
                <a:sym typeface="Courier New"/>
              </a:rPr>
              <a:t>return</a:t>
            </a:r>
            <a:r>
              <a:rPr lang="en-US">
                <a:solidFill>
                  <a:schemeClr val="dk1"/>
                </a:solidFill>
                <a:highlight>
                  <a:srgbClr val="FFFFFF"/>
                </a:highlight>
                <a:latin typeface="Courier New"/>
                <a:ea typeface="Courier New"/>
                <a:cs typeface="Courier New"/>
                <a:sym typeface="Courier New"/>
              </a:rPr>
              <a:t> JsonUtil.</a:t>
            </a:r>
            <a:r>
              <a:rPr i="1" lang="en-US">
                <a:solidFill>
                  <a:schemeClr val="dk1"/>
                </a:solidFill>
                <a:highlight>
                  <a:srgbClr val="FFFFFF"/>
                </a:highlight>
                <a:latin typeface="Courier New"/>
                <a:ea typeface="Courier New"/>
                <a:cs typeface="Courier New"/>
                <a:sym typeface="Courier New"/>
              </a:rPr>
              <a:t>toJson</a:t>
            </a:r>
            <a:r>
              <a:rPr lang="en-US">
                <a:solidFill>
                  <a:schemeClr val="dk1"/>
                </a:solidFill>
                <a:highlight>
                  <a:srgbClr val="FFFFFF"/>
                </a:highlight>
                <a:latin typeface="Courier New"/>
                <a:ea typeface="Courier New"/>
                <a:cs typeface="Courier New"/>
                <a:sym typeface="Courier New"/>
              </a:rPr>
              <a:t>(</a:t>
            </a:r>
            <a:r>
              <a:rPr lang="en-US">
                <a:solidFill>
                  <a:srgbClr val="6A3E3E"/>
                </a:solidFill>
                <a:highlight>
                  <a:srgbClr val="FFFFFF"/>
                </a:highlight>
                <a:latin typeface="Courier New"/>
                <a:ea typeface="Courier New"/>
                <a:cs typeface="Courier New"/>
                <a:sym typeface="Courier New"/>
              </a:rPr>
              <a:t>response</a:t>
            </a:r>
            <a:r>
              <a:rPr lang="en-US">
                <a:solidFill>
                  <a:schemeClr val="dk1"/>
                </a:solidFill>
                <a:highlight>
                  <a:srgbClr val="FFFFFF"/>
                </a:highlight>
                <a:latin typeface="Courier New"/>
                <a:ea typeface="Courier New"/>
                <a:cs typeface="Courier New"/>
                <a:sym typeface="Courier New"/>
              </a:rPr>
              <a:t>);</a:t>
            </a:r>
            <a:endParaRPr>
              <a:solidFill>
                <a:schemeClr val="dk1"/>
              </a:solidFill>
              <a:highlight>
                <a:srgbClr val="FFFFFF"/>
              </a:highlight>
              <a:latin typeface="Courier New"/>
              <a:ea typeface="Courier New"/>
              <a:cs typeface="Courier New"/>
              <a:sym typeface="Courier New"/>
            </a:endParaRPr>
          </a:p>
          <a:p>
            <a:pPr indent="0" lvl="0" marL="482600" rtl="0" algn="l">
              <a:lnSpc>
                <a:spcPct val="115000"/>
              </a:lnSpc>
              <a:spcBef>
                <a:spcPts val="0"/>
              </a:spcBef>
              <a:spcAft>
                <a:spcPts val="0"/>
              </a:spcAft>
              <a:buNone/>
            </a:pPr>
            <a:r>
              <a:rPr lang="en-US">
                <a:solidFill>
                  <a:schemeClr val="dk1"/>
                </a:solidFill>
                <a:highlight>
                  <a:srgbClr val="FFFFFF"/>
                </a:highlight>
                <a:latin typeface="Courier New"/>
                <a:ea typeface="Courier New"/>
                <a:cs typeface="Courier New"/>
                <a:sym typeface="Courier New"/>
              </a:rPr>
              <a:t>       	}</a:t>
            </a:r>
            <a:endParaRPr>
              <a:solidFill>
                <a:schemeClr val="dk1"/>
              </a:solidFill>
              <a:highlight>
                <a:srgbClr val="FFFFFF"/>
              </a:highlight>
              <a:latin typeface="Courier New"/>
              <a:ea typeface="Courier New"/>
              <a:cs typeface="Courier New"/>
              <a:sym typeface="Courier New"/>
            </a:endParaRPr>
          </a:p>
          <a:p>
            <a:pPr indent="0" lvl="0" marL="482600" rtl="0" algn="l">
              <a:lnSpc>
                <a:spcPct val="115000"/>
              </a:lnSpc>
              <a:spcBef>
                <a:spcPts val="0"/>
              </a:spcBef>
              <a:spcAft>
                <a:spcPts val="0"/>
              </a:spcAft>
              <a:buNone/>
            </a:pPr>
            <a:r>
              <a:rPr lang="en-US">
                <a:solidFill>
                  <a:schemeClr val="dk1"/>
                </a:solidFill>
                <a:highlight>
                  <a:srgbClr val="FFFFFF"/>
                </a:highlight>
                <a:latin typeface="Courier New"/>
                <a:ea typeface="Courier New"/>
                <a:cs typeface="Courier New"/>
                <a:sym typeface="Courier New"/>
              </a:rPr>
              <a:t>       	</a:t>
            </a:r>
            <a:endParaRPr>
              <a:solidFill>
                <a:schemeClr val="dk1"/>
              </a:solidFill>
              <a:highlight>
                <a:srgbClr val="FFFFFF"/>
              </a:highlight>
              <a:latin typeface="Courier New"/>
              <a:ea typeface="Courier New"/>
              <a:cs typeface="Courier New"/>
              <a:sym typeface="Courier New"/>
            </a:endParaRPr>
          </a:p>
          <a:p>
            <a:pPr indent="0" lvl="0" marL="482600" rtl="0" algn="l">
              <a:lnSpc>
                <a:spcPct val="115000"/>
              </a:lnSpc>
              <a:spcBef>
                <a:spcPts val="0"/>
              </a:spcBef>
              <a:spcAft>
                <a:spcPts val="0"/>
              </a:spcAft>
              <a:buNone/>
            </a:pPr>
            <a:r>
              <a:rPr lang="en-US">
                <a:solidFill>
                  <a:schemeClr val="dk1"/>
                </a:solidFill>
                <a:highlight>
                  <a:srgbClr val="FFFFFF"/>
                </a:highlight>
                <a:latin typeface="Courier New"/>
                <a:ea typeface="Courier New"/>
                <a:cs typeface="Courier New"/>
                <a:sym typeface="Courier New"/>
              </a:rPr>
              <a:t>       	PersonDTO </a:t>
            </a:r>
            <a:r>
              <a:rPr lang="en-US">
                <a:solidFill>
                  <a:srgbClr val="6A3E3E"/>
                </a:solidFill>
                <a:highlight>
                  <a:srgbClr val="FFFFFF"/>
                </a:highlight>
                <a:latin typeface="Courier New"/>
                <a:ea typeface="Courier New"/>
                <a:cs typeface="Courier New"/>
                <a:sym typeface="Courier New"/>
              </a:rPr>
              <a:t>personDTO</a:t>
            </a:r>
            <a:r>
              <a:rPr lang="en-US">
                <a:solidFill>
                  <a:schemeClr val="dk1"/>
                </a:solidFill>
                <a:highlight>
                  <a:srgbClr val="FFFFFF"/>
                </a:highlight>
                <a:latin typeface="Courier New"/>
                <a:ea typeface="Courier New"/>
                <a:cs typeface="Courier New"/>
                <a:sym typeface="Courier New"/>
              </a:rPr>
              <a:t> = JsonUtil.</a:t>
            </a:r>
            <a:r>
              <a:rPr i="1" lang="en-US">
                <a:solidFill>
                  <a:schemeClr val="dk1"/>
                </a:solidFill>
                <a:highlight>
                  <a:srgbClr val="FFFFFF"/>
                </a:highlight>
                <a:latin typeface="Courier New"/>
                <a:ea typeface="Courier New"/>
                <a:cs typeface="Courier New"/>
                <a:sym typeface="Courier New"/>
              </a:rPr>
              <a:t>fromJson</a:t>
            </a:r>
            <a:r>
              <a:rPr lang="en-US">
                <a:solidFill>
                  <a:schemeClr val="dk1"/>
                </a:solidFill>
                <a:highlight>
                  <a:srgbClr val="FFFFFF"/>
                </a:highlight>
                <a:latin typeface="Courier New"/>
                <a:ea typeface="Courier New"/>
                <a:cs typeface="Courier New"/>
                <a:sym typeface="Courier New"/>
              </a:rPr>
              <a:t>(</a:t>
            </a:r>
            <a:r>
              <a:rPr lang="en-US">
                <a:solidFill>
                  <a:srgbClr val="6A3E3E"/>
                </a:solidFill>
                <a:highlight>
                  <a:srgbClr val="FFFFFF"/>
                </a:highlight>
                <a:latin typeface="Courier New"/>
                <a:ea typeface="Courier New"/>
                <a:cs typeface="Courier New"/>
                <a:sym typeface="Courier New"/>
              </a:rPr>
              <a:t>req</a:t>
            </a:r>
            <a:r>
              <a:rPr lang="en-US">
                <a:solidFill>
                  <a:schemeClr val="dk1"/>
                </a:solidFill>
                <a:highlight>
                  <a:srgbClr val="FFFFFF"/>
                </a:highlight>
                <a:latin typeface="Courier New"/>
                <a:ea typeface="Courier New"/>
                <a:cs typeface="Courier New"/>
                <a:sym typeface="Courier New"/>
              </a:rPr>
              <a:t>.body(), PersonDTO.</a:t>
            </a:r>
            <a:r>
              <a:rPr b="1" lang="en-US">
                <a:solidFill>
                  <a:srgbClr val="7F0055"/>
                </a:solidFill>
                <a:highlight>
                  <a:srgbClr val="FFFFFF"/>
                </a:highlight>
                <a:latin typeface="Courier New"/>
                <a:ea typeface="Courier New"/>
                <a:cs typeface="Courier New"/>
                <a:sym typeface="Courier New"/>
              </a:rPr>
              <a:t>class</a:t>
            </a:r>
            <a:r>
              <a:rPr lang="en-US">
                <a:solidFill>
                  <a:schemeClr val="dk1"/>
                </a:solidFill>
                <a:highlight>
                  <a:srgbClr val="FFFFFF"/>
                </a:highlight>
                <a:latin typeface="Courier New"/>
                <a:ea typeface="Courier New"/>
                <a:cs typeface="Courier New"/>
                <a:sym typeface="Courier New"/>
              </a:rPr>
              <a:t>);</a:t>
            </a:r>
            <a:endParaRPr>
              <a:solidFill>
                <a:schemeClr val="dk1"/>
              </a:solidFill>
              <a:highlight>
                <a:srgbClr val="FFFFFF"/>
              </a:highlight>
              <a:latin typeface="Courier New"/>
              <a:ea typeface="Courier New"/>
              <a:cs typeface="Courier New"/>
              <a:sym typeface="Courier New"/>
            </a:endParaRPr>
          </a:p>
          <a:p>
            <a:pPr indent="0" lvl="0" marL="482600" rtl="0" algn="l">
              <a:lnSpc>
                <a:spcPct val="115000"/>
              </a:lnSpc>
              <a:spcBef>
                <a:spcPts val="0"/>
              </a:spcBef>
              <a:spcAft>
                <a:spcPts val="0"/>
              </a:spcAft>
              <a:buNone/>
            </a:pPr>
            <a:r>
              <a:rPr lang="en-US">
                <a:solidFill>
                  <a:schemeClr val="dk1"/>
                </a:solidFill>
                <a:highlight>
                  <a:srgbClr val="FFFFFF"/>
                </a:highlight>
                <a:latin typeface="Courier New"/>
                <a:ea typeface="Courier New"/>
                <a:cs typeface="Courier New"/>
                <a:sym typeface="Courier New"/>
              </a:rPr>
              <a:t>       	</a:t>
            </a:r>
            <a:r>
              <a:rPr b="1" lang="en-US">
                <a:solidFill>
                  <a:srgbClr val="7F0055"/>
                </a:solidFill>
                <a:highlight>
                  <a:srgbClr val="FFFFFF"/>
                </a:highlight>
                <a:latin typeface="Courier New"/>
                <a:ea typeface="Courier New"/>
                <a:cs typeface="Courier New"/>
                <a:sym typeface="Courier New"/>
              </a:rPr>
              <a:t>this</a:t>
            </a:r>
            <a:r>
              <a:rPr lang="en-US">
                <a:solidFill>
                  <a:schemeClr val="dk1"/>
                </a:solidFill>
                <a:highlight>
                  <a:srgbClr val="FFFFFF"/>
                </a:highlight>
                <a:latin typeface="Courier New"/>
                <a:ea typeface="Courier New"/>
                <a:cs typeface="Courier New"/>
                <a:sym typeface="Courier New"/>
              </a:rPr>
              <a:t>.</a:t>
            </a:r>
            <a:r>
              <a:rPr lang="en-US">
                <a:solidFill>
                  <a:srgbClr val="0000C0"/>
                </a:solidFill>
                <a:highlight>
                  <a:srgbClr val="FFFFFF"/>
                </a:highlight>
                <a:latin typeface="Courier New"/>
                <a:ea typeface="Courier New"/>
                <a:cs typeface="Courier New"/>
                <a:sym typeface="Courier New"/>
              </a:rPr>
              <a:t>personService</a:t>
            </a:r>
            <a:r>
              <a:rPr lang="en-US">
                <a:solidFill>
                  <a:schemeClr val="dk1"/>
                </a:solidFill>
                <a:highlight>
                  <a:srgbClr val="FFFFFF"/>
                </a:highlight>
                <a:latin typeface="Courier New"/>
                <a:ea typeface="Courier New"/>
                <a:cs typeface="Courier New"/>
                <a:sym typeface="Courier New"/>
              </a:rPr>
              <a:t>.addPerson(</a:t>
            </a:r>
            <a:r>
              <a:rPr lang="en-US">
                <a:solidFill>
                  <a:srgbClr val="6A3E3E"/>
                </a:solidFill>
                <a:highlight>
                  <a:srgbClr val="FFFFFF"/>
                </a:highlight>
                <a:latin typeface="Courier New"/>
                <a:ea typeface="Courier New"/>
                <a:cs typeface="Courier New"/>
                <a:sym typeface="Courier New"/>
              </a:rPr>
              <a:t>personDTO</a:t>
            </a:r>
            <a:r>
              <a:rPr lang="en-US">
                <a:solidFill>
                  <a:schemeClr val="dk1"/>
                </a:solidFill>
                <a:highlight>
                  <a:srgbClr val="FFFFFF"/>
                </a:highlight>
                <a:latin typeface="Courier New"/>
                <a:ea typeface="Courier New"/>
                <a:cs typeface="Courier New"/>
                <a:sym typeface="Courier New"/>
              </a:rPr>
              <a:t>);</a:t>
            </a:r>
            <a:endParaRPr>
              <a:solidFill>
                <a:schemeClr val="dk1"/>
              </a:solidFill>
              <a:highlight>
                <a:srgbClr val="FFFFFF"/>
              </a:highlight>
              <a:latin typeface="Courier New"/>
              <a:ea typeface="Courier New"/>
              <a:cs typeface="Courier New"/>
              <a:sym typeface="Courier New"/>
            </a:endParaRPr>
          </a:p>
          <a:p>
            <a:pPr indent="0" lvl="0" marL="482600" rtl="0" algn="l">
              <a:lnSpc>
                <a:spcPct val="115000"/>
              </a:lnSpc>
              <a:spcBef>
                <a:spcPts val="0"/>
              </a:spcBef>
              <a:spcAft>
                <a:spcPts val="0"/>
              </a:spcAft>
              <a:buNone/>
            </a:pPr>
            <a:r>
              <a:rPr lang="en-US">
                <a:solidFill>
                  <a:schemeClr val="dk1"/>
                </a:solidFill>
                <a:highlight>
                  <a:srgbClr val="FFFFFF"/>
                </a:highlight>
                <a:latin typeface="Courier New"/>
                <a:ea typeface="Courier New"/>
                <a:cs typeface="Courier New"/>
                <a:sym typeface="Courier New"/>
              </a:rPr>
              <a:t>       	</a:t>
            </a:r>
            <a:endParaRPr>
              <a:solidFill>
                <a:schemeClr val="dk1"/>
              </a:solidFill>
              <a:highlight>
                <a:srgbClr val="FFFFFF"/>
              </a:highlight>
              <a:latin typeface="Courier New"/>
              <a:ea typeface="Courier New"/>
              <a:cs typeface="Courier New"/>
              <a:sym typeface="Courier New"/>
            </a:endParaRPr>
          </a:p>
          <a:p>
            <a:pPr indent="0" lvl="0" marL="482600" rtl="0" algn="l">
              <a:lnSpc>
                <a:spcPct val="115000"/>
              </a:lnSpc>
              <a:spcBef>
                <a:spcPts val="0"/>
              </a:spcBef>
              <a:spcAft>
                <a:spcPts val="0"/>
              </a:spcAft>
              <a:buNone/>
            </a:pPr>
            <a:r>
              <a:rPr lang="en-US">
                <a:solidFill>
                  <a:schemeClr val="dk1"/>
                </a:solidFill>
                <a:highlight>
                  <a:srgbClr val="FFFFFF"/>
                </a:highlight>
                <a:latin typeface="Courier New"/>
                <a:ea typeface="Courier New"/>
                <a:cs typeface="Courier New"/>
                <a:sym typeface="Courier New"/>
              </a:rPr>
              <a:t>       	</a:t>
            </a:r>
            <a:r>
              <a:rPr lang="en-US">
                <a:solidFill>
                  <a:srgbClr val="6A3E3E"/>
                </a:solidFill>
                <a:highlight>
                  <a:srgbClr val="FFFFFF"/>
                </a:highlight>
                <a:latin typeface="Courier New"/>
                <a:ea typeface="Courier New"/>
                <a:cs typeface="Courier New"/>
                <a:sym typeface="Courier New"/>
              </a:rPr>
              <a:t>response</a:t>
            </a:r>
            <a:r>
              <a:rPr lang="en-US">
                <a:solidFill>
                  <a:schemeClr val="dk1"/>
                </a:solidFill>
                <a:highlight>
                  <a:srgbClr val="FFFFFF"/>
                </a:highlight>
                <a:latin typeface="Courier New"/>
                <a:ea typeface="Courier New"/>
                <a:cs typeface="Courier New"/>
                <a:sym typeface="Courier New"/>
              </a:rPr>
              <a:t>.setStatus(ResponseStatus.</a:t>
            </a:r>
            <a:r>
              <a:rPr b="1" i="1" lang="en-US">
                <a:solidFill>
                  <a:srgbClr val="0000C0"/>
                </a:solidFill>
                <a:highlight>
                  <a:srgbClr val="FFFFFF"/>
                </a:highlight>
                <a:latin typeface="Courier New"/>
                <a:ea typeface="Courier New"/>
                <a:cs typeface="Courier New"/>
                <a:sym typeface="Courier New"/>
              </a:rPr>
              <a:t>SUCCESS</a:t>
            </a:r>
            <a:r>
              <a:rPr lang="en-US">
                <a:solidFill>
                  <a:schemeClr val="dk1"/>
                </a:solidFill>
                <a:highlight>
                  <a:srgbClr val="FFFFFF"/>
                </a:highlight>
                <a:latin typeface="Courier New"/>
                <a:ea typeface="Courier New"/>
                <a:cs typeface="Courier New"/>
                <a:sym typeface="Courier New"/>
              </a:rPr>
              <a:t>);</a:t>
            </a:r>
            <a:endParaRPr>
              <a:solidFill>
                <a:schemeClr val="dk1"/>
              </a:solidFill>
              <a:highlight>
                <a:srgbClr val="FFFFFF"/>
              </a:highlight>
              <a:latin typeface="Courier New"/>
              <a:ea typeface="Courier New"/>
              <a:cs typeface="Courier New"/>
              <a:sym typeface="Courier New"/>
            </a:endParaRPr>
          </a:p>
          <a:p>
            <a:pPr indent="0" lvl="0" marL="482600" rtl="0" algn="l">
              <a:lnSpc>
                <a:spcPct val="115000"/>
              </a:lnSpc>
              <a:spcBef>
                <a:spcPts val="0"/>
              </a:spcBef>
              <a:spcAft>
                <a:spcPts val="0"/>
              </a:spcAft>
              <a:buNone/>
            </a:pPr>
            <a:r>
              <a:rPr lang="en-US">
                <a:solidFill>
                  <a:schemeClr val="dk1"/>
                </a:solidFill>
                <a:highlight>
                  <a:srgbClr val="FFFFFF"/>
                </a:highlight>
                <a:latin typeface="Courier New"/>
                <a:ea typeface="Courier New"/>
                <a:cs typeface="Courier New"/>
                <a:sym typeface="Courier New"/>
              </a:rPr>
              <a:t>       	</a:t>
            </a:r>
            <a:r>
              <a:rPr lang="en-US">
                <a:solidFill>
                  <a:srgbClr val="6A3E3E"/>
                </a:solidFill>
                <a:highlight>
                  <a:srgbClr val="FFFFFF"/>
                </a:highlight>
                <a:latin typeface="Courier New"/>
                <a:ea typeface="Courier New"/>
                <a:cs typeface="Courier New"/>
                <a:sym typeface="Courier New"/>
              </a:rPr>
              <a:t>response</a:t>
            </a:r>
            <a:r>
              <a:rPr lang="en-US">
                <a:solidFill>
                  <a:schemeClr val="dk1"/>
                </a:solidFill>
                <a:highlight>
                  <a:srgbClr val="FFFFFF"/>
                </a:highlight>
                <a:latin typeface="Courier New"/>
                <a:ea typeface="Courier New"/>
                <a:cs typeface="Courier New"/>
                <a:sym typeface="Courier New"/>
              </a:rPr>
              <a:t>.setData(</a:t>
            </a:r>
            <a:r>
              <a:rPr b="1" lang="en-US">
                <a:solidFill>
                  <a:srgbClr val="7F0055"/>
                </a:solidFill>
                <a:highlight>
                  <a:srgbClr val="FFFFFF"/>
                </a:highlight>
                <a:latin typeface="Courier New"/>
                <a:ea typeface="Courier New"/>
                <a:cs typeface="Courier New"/>
                <a:sym typeface="Courier New"/>
              </a:rPr>
              <a:t>this</a:t>
            </a:r>
            <a:r>
              <a:rPr lang="en-US">
                <a:solidFill>
                  <a:schemeClr val="dk1"/>
                </a:solidFill>
                <a:highlight>
                  <a:srgbClr val="FFFFFF"/>
                </a:highlight>
                <a:latin typeface="Courier New"/>
                <a:ea typeface="Courier New"/>
                <a:cs typeface="Courier New"/>
                <a:sym typeface="Courier New"/>
              </a:rPr>
              <a:t>.</a:t>
            </a:r>
            <a:r>
              <a:rPr lang="en-US">
                <a:solidFill>
                  <a:srgbClr val="0000C0"/>
                </a:solidFill>
                <a:highlight>
                  <a:srgbClr val="FFFFFF"/>
                </a:highlight>
                <a:latin typeface="Courier New"/>
                <a:ea typeface="Courier New"/>
                <a:cs typeface="Courier New"/>
                <a:sym typeface="Courier New"/>
              </a:rPr>
              <a:t>personService</a:t>
            </a:r>
            <a:r>
              <a:rPr lang="en-US">
                <a:solidFill>
                  <a:schemeClr val="dk1"/>
                </a:solidFill>
                <a:highlight>
                  <a:srgbClr val="FFFFFF"/>
                </a:highlight>
                <a:latin typeface="Courier New"/>
                <a:ea typeface="Courier New"/>
                <a:cs typeface="Courier New"/>
                <a:sym typeface="Courier New"/>
              </a:rPr>
              <a:t>.getPersonById(</a:t>
            </a:r>
            <a:r>
              <a:rPr lang="en-US">
                <a:solidFill>
                  <a:srgbClr val="6A3E3E"/>
                </a:solidFill>
                <a:highlight>
                  <a:srgbClr val="FFFFFF"/>
                </a:highlight>
                <a:latin typeface="Courier New"/>
                <a:ea typeface="Courier New"/>
                <a:cs typeface="Courier New"/>
                <a:sym typeface="Courier New"/>
              </a:rPr>
              <a:t>personDTO</a:t>
            </a:r>
            <a:r>
              <a:rPr lang="en-US">
                <a:solidFill>
                  <a:schemeClr val="dk1"/>
                </a:solidFill>
                <a:highlight>
                  <a:srgbClr val="FFFFFF"/>
                </a:highlight>
                <a:latin typeface="Courier New"/>
                <a:ea typeface="Courier New"/>
                <a:cs typeface="Courier New"/>
                <a:sym typeface="Courier New"/>
              </a:rPr>
              <a:t>.getId() ) );</a:t>
            </a:r>
            <a:endParaRPr>
              <a:solidFill>
                <a:schemeClr val="dk1"/>
              </a:solidFill>
              <a:highlight>
                <a:srgbClr val="FFFFFF"/>
              </a:highlight>
              <a:latin typeface="Courier New"/>
              <a:ea typeface="Courier New"/>
              <a:cs typeface="Courier New"/>
              <a:sym typeface="Courier New"/>
            </a:endParaRPr>
          </a:p>
          <a:p>
            <a:pPr indent="0" lvl="0" marL="482600" rtl="0" algn="l">
              <a:lnSpc>
                <a:spcPct val="115000"/>
              </a:lnSpc>
              <a:spcBef>
                <a:spcPts val="0"/>
              </a:spcBef>
              <a:spcAft>
                <a:spcPts val="0"/>
              </a:spcAft>
              <a:buNone/>
            </a:pPr>
            <a:r>
              <a:rPr lang="en-US">
                <a:solidFill>
                  <a:schemeClr val="dk1"/>
                </a:solidFill>
                <a:highlight>
                  <a:srgbClr val="FFFFFF"/>
                </a:highlight>
                <a:latin typeface="Courier New"/>
                <a:ea typeface="Courier New"/>
                <a:cs typeface="Courier New"/>
                <a:sym typeface="Courier New"/>
              </a:rPr>
              <a:t>       	</a:t>
            </a:r>
            <a:r>
              <a:rPr b="1" lang="en-US">
                <a:solidFill>
                  <a:srgbClr val="7F0055"/>
                </a:solidFill>
                <a:highlight>
                  <a:srgbClr val="FFFFFF"/>
                </a:highlight>
                <a:latin typeface="Courier New"/>
                <a:ea typeface="Courier New"/>
                <a:cs typeface="Courier New"/>
                <a:sym typeface="Courier New"/>
              </a:rPr>
              <a:t>return</a:t>
            </a:r>
            <a:r>
              <a:rPr lang="en-US">
                <a:solidFill>
                  <a:schemeClr val="dk1"/>
                </a:solidFill>
                <a:highlight>
                  <a:srgbClr val="FFFFFF"/>
                </a:highlight>
                <a:latin typeface="Courier New"/>
                <a:ea typeface="Courier New"/>
                <a:cs typeface="Courier New"/>
                <a:sym typeface="Courier New"/>
              </a:rPr>
              <a:t> JsonUtil.</a:t>
            </a:r>
            <a:r>
              <a:rPr i="1" lang="en-US">
                <a:solidFill>
                  <a:schemeClr val="dk1"/>
                </a:solidFill>
                <a:highlight>
                  <a:srgbClr val="FFFFFF"/>
                </a:highlight>
                <a:latin typeface="Courier New"/>
                <a:ea typeface="Courier New"/>
                <a:cs typeface="Courier New"/>
                <a:sym typeface="Courier New"/>
              </a:rPr>
              <a:t>toJson</a:t>
            </a:r>
            <a:r>
              <a:rPr lang="en-US">
                <a:solidFill>
                  <a:schemeClr val="dk1"/>
                </a:solidFill>
                <a:highlight>
                  <a:srgbClr val="FFFFFF"/>
                </a:highlight>
                <a:latin typeface="Courier New"/>
                <a:ea typeface="Courier New"/>
                <a:cs typeface="Courier New"/>
                <a:sym typeface="Courier New"/>
              </a:rPr>
              <a:t>(</a:t>
            </a:r>
            <a:r>
              <a:rPr lang="en-US">
                <a:solidFill>
                  <a:srgbClr val="6A3E3E"/>
                </a:solidFill>
                <a:highlight>
                  <a:srgbClr val="FFFFFF"/>
                </a:highlight>
                <a:latin typeface="Courier New"/>
                <a:ea typeface="Courier New"/>
                <a:cs typeface="Courier New"/>
                <a:sym typeface="Courier New"/>
              </a:rPr>
              <a:t>response</a:t>
            </a:r>
            <a:r>
              <a:rPr lang="en-US">
                <a:solidFill>
                  <a:schemeClr val="dk1"/>
                </a:solidFill>
                <a:highlight>
                  <a:srgbClr val="FFFFFF"/>
                </a:highlight>
                <a:latin typeface="Courier New"/>
                <a:ea typeface="Courier New"/>
                <a:cs typeface="Courier New"/>
                <a:sym typeface="Courier New"/>
              </a:rPr>
              <a:t>);</a:t>
            </a:r>
            <a:endParaRPr>
              <a:solidFill>
                <a:schemeClr val="dk1"/>
              </a:solidFill>
              <a:highlight>
                <a:srgbClr val="FFFFFF"/>
              </a:highlight>
              <a:latin typeface="Courier New"/>
              <a:ea typeface="Courier New"/>
              <a:cs typeface="Courier New"/>
              <a:sym typeface="Courier New"/>
            </a:endParaRPr>
          </a:p>
          <a:p>
            <a:pPr indent="0" lvl="0" marL="482600" rtl="0" algn="l">
              <a:lnSpc>
                <a:spcPct val="115000"/>
              </a:lnSpc>
              <a:spcBef>
                <a:spcPts val="0"/>
              </a:spcBef>
              <a:spcAft>
                <a:spcPts val="0"/>
              </a:spcAft>
              <a:buNone/>
            </a:pPr>
            <a:r>
              <a:rPr lang="en-US">
                <a:solidFill>
                  <a:schemeClr val="dk1"/>
                </a:solidFill>
                <a:highlight>
                  <a:srgbClr val="FFFFFF"/>
                </a:highlight>
                <a:latin typeface="Courier New"/>
                <a:ea typeface="Courier New"/>
                <a:cs typeface="Courier New"/>
                <a:sym typeface="Courier New"/>
              </a:rPr>
              <a:t>       });</a:t>
            </a:r>
            <a:endParaRPr i="1" sz="20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t/>
            </a:r>
            <a:endParaRPr b="1" sz="2000">
              <a:solidFill>
                <a:srgbClr val="7F0055"/>
              </a:solidFill>
              <a:highlight>
                <a:srgbClr val="FFFFFF"/>
              </a:highlight>
              <a:latin typeface="Courier New"/>
              <a:ea typeface="Courier New"/>
              <a:cs typeface="Courier New"/>
              <a:sym typeface="Courier New"/>
            </a:endParaRPr>
          </a:p>
          <a:p>
            <a:pPr indent="0" lvl="0" marL="0" marR="0" rtl="0" algn="l">
              <a:lnSpc>
                <a:spcPct val="115000"/>
              </a:lnSpc>
              <a:spcBef>
                <a:spcPts val="0"/>
              </a:spcBef>
              <a:spcAft>
                <a:spcPts val="0"/>
              </a:spcAft>
              <a:buNone/>
            </a:pPr>
            <a:r>
              <a:t/>
            </a:r>
            <a:endParaRPr sz="2400">
              <a:solidFill>
                <a:schemeClr val="dk1"/>
              </a:solidFill>
              <a:latin typeface="Lexend"/>
              <a:ea typeface="Lexend"/>
              <a:cs typeface="Lexend"/>
              <a:sym typeface="Lexend"/>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1" name="Shape 441"/>
        <p:cNvGrpSpPr/>
        <p:nvPr/>
      </p:nvGrpSpPr>
      <p:grpSpPr>
        <a:xfrm>
          <a:off x="0" y="0"/>
          <a:ext cx="0" cy="0"/>
          <a:chOff x="0" y="0"/>
          <a:chExt cx="0" cy="0"/>
        </a:xfrm>
      </p:grpSpPr>
      <p:sp>
        <p:nvSpPr>
          <p:cNvPr id="442" name="Google Shape;442;g3bda3d096ad_0_45"/>
          <p:cNvSpPr txBox="1"/>
          <p:nvPr>
            <p:ph type="title"/>
          </p:nvPr>
        </p:nvSpPr>
        <p:spPr>
          <a:xfrm>
            <a:off x="439648" y="189700"/>
            <a:ext cx="5510400" cy="6603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1100"/>
              <a:buFont typeface="Arial"/>
              <a:buNone/>
            </a:pPr>
            <a:r>
              <a:rPr lang="en-US" sz="1200">
                <a:latin typeface="IBM Plex Sans"/>
                <a:ea typeface="IBM Plex Sans"/>
                <a:cs typeface="IBM Plex Sans"/>
                <a:sym typeface="IBM Plex Sans"/>
              </a:rPr>
              <a:t>Introduction to APIs</a:t>
            </a:r>
            <a:endParaRPr sz="1200">
              <a:latin typeface="IBM Plex Sans"/>
              <a:ea typeface="IBM Plex Sans"/>
              <a:cs typeface="IBM Plex Sans"/>
              <a:sym typeface="IBM Plex Sans"/>
            </a:endParaRPr>
          </a:p>
        </p:txBody>
      </p:sp>
      <p:cxnSp>
        <p:nvCxnSpPr>
          <p:cNvPr id="443" name="Google Shape;443;g3bda3d096ad_0_45"/>
          <p:cNvCxnSpPr/>
          <p:nvPr/>
        </p:nvCxnSpPr>
        <p:spPr>
          <a:xfrm>
            <a:off x="97082" y="746462"/>
            <a:ext cx="10200300" cy="0"/>
          </a:xfrm>
          <a:prstGeom prst="straightConnector1">
            <a:avLst/>
          </a:prstGeom>
          <a:noFill/>
          <a:ln cap="flat" cmpd="sng" w="9525">
            <a:solidFill>
              <a:schemeClr val="accent1"/>
            </a:solidFill>
            <a:prstDash val="solid"/>
            <a:miter lim="800000"/>
            <a:headEnd len="sm" w="sm" type="none"/>
            <a:tailEnd len="sm" w="sm" type="none"/>
          </a:ln>
        </p:spPr>
      </p:cxnSp>
      <p:sp>
        <p:nvSpPr>
          <p:cNvPr id="444" name="Google Shape;444;g3bda3d096ad_0_45"/>
          <p:cNvSpPr txBox="1"/>
          <p:nvPr>
            <p:ph idx="4294967295" type="ctrTitle"/>
          </p:nvPr>
        </p:nvSpPr>
        <p:spPr>
          <a:xfrm>
            <a:off x="517400" y="983676"/>
            <a:ext cx="10150500" cy="6012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9B1D23"/>
              </a:buClr>
              <a:buSzPts val="4770"/>
              <a:buFont typeface="Arial Black"/>
              <a:buNone/>
            </a:pPr>
            <a:r>
              <a:rPr lang="en-US" sz="3440"/>
              <a:t>DTO (Data Transfer Object)</a:t>
            </a:r>
            <a:endParaRPr sz="3440"/>
          </a:p>
          <a:p>
            <a:pPr indent="0" lvl="0" marL="0" marR="0" rtl="0" algn="l">
              <a:lnSpc>
                <a:spcPct val="90000"/>
              </a:lnSpc>
              <a:spcBef>
                <a:spcPts val="0"/>
              </a:spcBef>
              <a:spcAft>
                <a:spcPts val="0"/>
              </a:spcAft>
              <a:buClr>
                <a:srgbClr val="9B1D23"/>
              </a:buClr>
              <a:buSzPts val="4770"/>
              <a:buFont typeface="Arial Black"/>
              <a:buNone/>
            </a:pPr>
            <a:r>
              <a:t/>
            </a:r>
            <a:endParaRPr sz="3440"/>
          </a:p>
        </p:txBody>
      </p:sp>
      <p:sp>
        <p:nvSpPr>
          <p:cNvPr id="445" name="Google Shape;445;g3bda3d096ad_0_45"/>
          <p:cNvSpPr txBox="1"/>
          <p:nvPr/>
        </p:nvSpPr>
        <p:spPr>
          <a:xfrm>
            <a:off x="517400" y="1584875"/>
            <a:ext cx="10150500" cy="1828500"/>
          </a:xfrm>
          <a:prstGeom prst="rect">
            <a:avLst/>
          </a:prstGeom>
          <a:noFill/>
          <a:ln>
            <a:noFill/>
          </a:ln>
        </p:spPr>
        <p:txBody>
          <a:bodyPr anchorCtr="0" anchor="t" bIns="91425" lIns="91425" spcFirstLastPara="1" rIns="91425" wrap="square" tIns="91425">
            <a:spAutoFit/>
          </a:bodyPr>
          <a:lstStyle/>
          <a:p>
            <a:pPr indent="-381000" lvl="0" marL="457200" marR="0" rtl="0" algn="l">
              <a:lnSpc>
                <a:spcPct val="115000"/>
              </a:lnSpc>
              <a:spcBef>
                <a:spcPts val="0"/>
              </a:spcBef>
              <a:spcAft>
                <a:spcPts val="0"/>
              </a:spcAft>
              <a:buClr>
                <a:schemeClr val="dk1"/>
              </a:buClr>
              <a:buSzPts val="2400"/>
              <a:buFont typeface="Lexend"/>
              <a:buChar char="●"/>
            </a:pPr>
            <a:r>
              <a:rPr lang="en-US" sz="2400">
                <a:solidFill>
                  <a:schemeClr val="dk1"/>
                </a:solidFill>
                <a:latin typeface="Lexend"/>
                <a:ea typeface="Lexend"/>
                <a:cs typeface="Lexend"/>
                <a:sym typeface="Lexend"/>
              </a:rPr>
              <a:t>In our routes, we used two DTOs called </a:t>
            </a:r>
            <a:r>
              <a:rPr b="1" lang="en-US" sz="2400">
                <a:solidFill>
                  <a:schemeClr val="dk1"/>
                </a:solidFill>
                <a:latin typeface="Lexend"/>
                <a:ea typeface="Lexend"/>
                <a:cs typeface="Lexend"/>
                <a:sym typeface="Lexend"/>
              </a:rPr>
              <a:t>ResponseDTO </a:t>
            </a:r>
            <a:r>
              <a:rPr lang="en-US" sz="2400">
                <a:solidFill>
                  <a:schemeClr val="dk1"/>
                </a:solidFill>
                <a:latin typeface="Lexend"/>
                <a:ea typeface="Lexend"/>
                <a:cs typeface="Lexend"/>
                <a:sym typeface="Lexend"/>
              </a:rPr>
              <a:t>and </a:t>
            </a:r>
            <a:r>
              <a:rPr b="1" lang="en-US" sz="2400">
                <a:solidFill>
                  <a:schemeClr val="dk1"/>
                </a:solidFill>
                <a:latin typeface="Lexend"/>
                <a:ea typeface="Lexend"/>
                <a:cs typeface="Lexend"/>
                <a:sym typeface="Lexend"/>
              </a:rPr>
              <a:t>PersonDTO</a:t>
            </a:r>
            <a:r>
              <a:rPr lang="en-US" sz="2400">
                <a:solidFill>
                  <a:schemeClr val="dk1"/>
                </a:solidFill>
                <a:latin typeface="Lexend"/>
                <a:ea typeface="Lexend"/>
                <a:cs typeface="Lexend"/>
                <a:sym typeface="Lexend"/>
              </a:rPr>
              <a:t>. DTOs are simple objects used to transfer/hold data.</a:t>
            </a:r>
            <a:endParaRPr sz="2400">
              <a:solidFill>
                <a:schemeClr val="dk1"/>
              </a:solidFill>
              <a:latin typeface="Lexend"/>
              <a:ea typeface="Lexend"/>
              <a:cs typeface="Lexend"/>
              <a:sym typeface="Lexend"/>
            </a:endParaRPr>
          </a:p>
          <a:p>
            <a:pPr indent="-381000" lvl="0" marL="457200" marR="0" rtl="0" algn="l">
              <a:lnSpc>
                <a:spcPct val="115000"/>
              </a:lnSpc>
              <a:spcBef>
                <a:spcPts val="0"/>
              </a:spcBef>
              <a:spcAft>
                <a:spcPts val="0"/>
              </a:spcAft>
              <a:buClr>
                <a:schemeClr val="dk1"/>
              </a:buClr>
              <a:buSzPts val="2400"/>
              <a:buFont typeface="Lexend"/>
              <a:buChar char="●"/>
            </a:pPr>
            <a:r>
              <a:rPr lang="en-US" sz="2400">
                <a:solidFill>
                  <a:schemeClr val="dk1"/>
                </a:solidFill>
                <a:latin typeface="Lexend"/>
                <a:ea typeface="Lexend"/>
                <a:cs typeface="Lexend"/>
                <a:sym typeface="Lexend"/>
              </a:rPr>
              <a:t>We use ResponseDTO as the standard response representation of our API. PersonDTO is the equivalent of our model.</a:t>
            </a:r>
            <a:endParaRPr sz="2400">
              <a:solidFill>
                <a:schemeClr val="dk1"/>
              </a:solidFill>
              <a:latin typeface="Lexend"/>
              <a:ea typeface="Lexend"/>
              <a:cs typeface="Lexend"/>
              <a:sym typeface="Lexend"/>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0" name="Shape 450"/>
        <p:cNvGrpSpPr/>
        <p:nvPr/>
      </p:nvGrpSpPr>
      <p:grpSpPr>
        <a:xfrm>
          <a:off x="0" y="0"/>
          <a:ext cx="0" cy="0"/>
          <a:chOff x="0" y="0"/>
          <a:chExt cx="0" cy="0"/>
        </a:xfrm>
      </p:grpSpPr>
      <p:sp>
        <p:nvSpPr>
          <p:cNvPr id="451" name="Google Shape;451;g3bda3d096ad_0_53"/>
          <p:cNvSpPr txBox="1"/>
          <p:nvPr>
            <p:ph type="title"/>
          </p:nvPr>
        </p:nvSpPr>
        <p:spPr>
          <a:xfrm>
            <a:off x="439648" y="189700"/>
            <a:ext cx="5510400" cy="6603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1100"/>
              <a:buFont typeface="Arial"/>
              <a:buNone/>
            </a:pPr>
            <a:r>
              <a:rPr lang="en-US" sz="1200">
                <a:latin typeface="IBM Plex Sans"/>
                <a:ea typeface="IBM Plex Sans"/>
                <a:cs typeface="IBM Plex Sans"/>
                <a:sym typeface="IBM Plex Sans"/>
              </a:rPr>
              <a:t>Introduction to APIs</a:t>
            </a:r>
            <a:endParaRPr sz="1200">
              <a:latin typeface="IBM Plex Sans"/>
              <a:ea typeface="IBM Plex Sans"/>
              <a:cs typeface="IBM Plex Sans"/>
              <a:sym typeface="IBM Plex Sans"/>
            </a:endParaRPr>
          </a:p>
        </p:txBody>
      </p:sp>
      <p:cxnSp>
        <p:nvCxnSpPr>
          <p:cNvPr id="452" name="Google Shape;452;g3bda3d096ad_0_53"/>
          <p:cNvCxnSpPr/>
          <p:nvPr/>
        </p:nvCxnSpPr>
        <p:spPr>
          <a:xfrm>
            <a:off x="97082" y="746462"/>
            <a:ext cx="10200300" cy="0"/>
          </a:xfrm>
          <a:prstGeom prst="straightConnector1">
            <a:avLst/>
          </a:prstGeom>
          <a:noFill/>
          <a:ln cap="flat" cmpd="sng" w="9525">
            <a:solidFill>
              <a:schemeClr val="accent1"/>
            </a:solidFill>
            <a:prstDash val="solid"/>
            <a:miter lim="800000"/>
            <a:headEnd len="sm" w="sm" type="none"/>
            <a:tailEnd len="sm" w="sm" type="none"/>
          </a:ln>
        </p:spPr>
      </p:cxnSp>
      <p:sp>
        <p:nvSpPr>
          <p:cNvPr id="453" name="Google Shape;453;g3bda3d096ad_0_53"/>
          <p:cNvSpPr txBox="1"/>
          <p:nvPr>
            <p:ph idx="4294967295" type="ctrTitle"/>
          </p:nvPr>
        </p:nvSpPr>
        <p:spPr>
          <a:xfrm>
            <a:off x="517400" y="983676"/>
            <a:ext cx="10150500" cy="6012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9B1D23"/>
              </a:buClr>
              <a:buSzPts val="4770"/>
              <a:buFont typeface="Arial Black"/>
              <a:buNone/>
            </a:pPr>
            <a:r>
              <a:rPr lang="en-US" sz="3440"/>
              <a:t>ResponseDTO</a:t>
            </a:r>
            <a:endParaRPr sz="3440"/>
          </a:p>
          <a:p>
            <a:pPr indent="0" lvl="0" marL="0" marR="0" rtl="0" algn="l">
              <a:lnSpc>
                <a:spcPct val="90000"/>
              </a:lnSpc>
              <a:spcBef>
                <a:spcPts val="0"/>
              </a:spcBef>
              <a:spcAft>
                <a:spcPts val="0"/>
              </a:spcAft>
              <a:buClr>
                <a:srgbClr val="9B1D23"/>
              </a:buClr>
              <a:buSzPts val="4770"/>
              <a:buFont typeface="Arial Black"/>
              <a:buNone/>
            </a:pPr>
            <a:r>
              <a:t/>
            </a:r>
            <a:endParaRPr sz="3440"/>
          </a:p>
        </p:txBody>
      </p:sp>
      <p:sp>
        <p:nvSpPr>
          <p:cNvPr id="454" name="Google Shape;454;g3bda3d096ad_0_53"/>
          <p:cNvSpPr txBox="1"/>
          <p:nvPr/>
        </p:nvSpPr>
        <p:spPr>
          <a:xfrm>
            <a:off x="517400" y="1584875"/>
            <a:ext cx="10150500" cy="3585600"/>
          </a:xfrm>
          <a:prstGeom prst="rect">
            <a:avLst/>
          </a:prstGeom>
          <a:noFill/>
          <a:ln>
            <a:noFill/>
          </a:ln>
        </p:spPr>
        <p:txBody>
          <a:bodyPr anchorCtr="0" anchor="t" bIns="91425" lIns="91425" spcFirstLastPara="1" rIns="91425" wrap="square" tIns="91425">
            <a:spAutoFit/>
          </a:bodyPr>
          <a:lstStyle/>
          <a:p>
            <a:pPr indent="-368300" lvl="0" marL="457200" marR="0" rtl="0" algn="l">
              <a:lnSpc>
                <a:spcPct val="115000"/>
              </a:lnSpc>
              <a:spcBef>
                <a:spcPts val="0"/>
              </a:spcBef>
              <a:spcAft>
                <a:spcPts val="0"/>
              </a:spcAft>
              <a:buClr>
                <a:schemeClr val="dk1"/>
              </a:buClr>
              <a:buSzPts val="2200"/>
              <a:buFont typeface="Lexend"/>
              <a:buChar char="●"/>
            </a:pPr>
            <a:r>
              <a:rPr lang="en-US" sz="2200">
                <a:solidFill>
                  <a:schemeClr val="dk1"/>
                </a:solidFill>
                <a:latin typeface="Lexend"/>
                <a:ea typeface="Lexend"/>
                <a:cs typeface="Lexend"/>
                <a:sym typeface="Lexend"/>
              </a:rPr>
              <a:t>Create a ResponseDTO that can hold any data type for the field data</a:t>
            </a:r>
            <a:endParaRPr sz="2200">
              <a:solidFill>
                <a:schemeClr val="dk1"/>
              </a:solidFill>
              <a:latin typeface="Lexend"/>
              <a:ea typeface="Lexend"/>
              <a:cs typeface="Lexend"/>
              <a:sym typeface="Lexend"/>
            </a:endParaRPr>
          </a:p>
          <a:p>
            <a:pPr indent="-368300" lvl="0" marL="457200" marR="0" rtl="0" algn="l">
              <a:lnSpc>
                <a:spcPct val="115000"/>
              </a:lnSpc>
              <a:spcBef>
                <a:spcPts val="0"/>
              </a:spcBef>
              <a:spcAft>
                <a:spcPts val="0"/>
              </a:spcAft>
              <a:buClr>
                <a:schemeClr val="dk1"/>
              </a:buClr>
              <a:buSzPts val="2200"/>
              <a:buFont typeface="Lexend"/>
              <a:buChar char="●"/>
            </a:pPr>
            <a:r>
              <a:rPr lang="en-US" sz="2200">
                <a:solidFill>
                  <a:schemeClr val="dk1"/>
                </a:solidFill>
                <a:latin typeface="Lexend"/>
                <a:ea typeface="Lexend"/>
                <a:cs typeface="Lexend"/>
                <a:sym typeface="Lexend"/>
              </a:rPr>
              <a:t>Add getters and setters.</a:t>
            </a:r>
            <a:endParaRPr sz="2200">
              <a:solidFill>
                <a:schemeClr val="dk1"/>
              </a:solidFill>
              <a:latin typeface="Lexend"/>
              <a:ea typeface="Lexend"/>
              <a:cs typeface="Lexend"/>
              <a:sym typeface="Lexend"/>
            </a:endParaRPr>
          </a:p>
          <a:p>
            <a:pPr indent="0" lvl="0" marL="0" marR="0" rtl="0" algn="l">
              <a:lnSpc>
                <a:spcPct val="115000"/>
              </a:lnSpc>
              <a:spcBef>
                <a:spcPts val="0"/>
              </a:spcBef>
              <a:spcAft>
                <a:spcPts val="0"/>
              </a:spcAft>
              <a:buNone/>
            </a:pPr>
            <a:r>
              <a:t/>
            </a:r>
            <a:endParaRPr sz="2500">
              <a:solidFill>
                <a:schemeClr val="dk1"/>
              </a:solidFill>
              <a:latin typeface="Lexend"/>
              <a:ea typeface="Lexend"/>
              <a:cs typeface="Lexend"/>
              <a:sym typeface="Lexend"/>
            </a:endParaRPr>
          </a:p>
          <a:p>
            <a:pPr indent="0" lvl="0" marL="25400" rtl="0" algn="l">
              <a:lnSpc>
                <a:spcPct val="115000"/>
              </a:lnSpc>
              <a:spcBef>
                <a:spcPts val="0"/>
              </a:spcBef>
              <a:spcAft>
                <a:spcPts val="0"/>
              </a:spcAft>
              <a:buClr>
                <a:schemeClr val="dk1"/>
              </a:buClr>
              <a:buSzPts val="1100"/>
              <a:buFont typeface="Arial"/>
              <a:buNone/>
            </a:pPr>
            <a:r>
              <a:rPr b="1" lang="en-US" sz="1300">
                <a:solidFill>
                  <a:srgbClr val="7F0055"/>
                </a:solidFill>
                <a:highlight>
                  <a:srgbClr val="FFFFFF"/>
                </a:highlight>
                <a:latin typeface="Courier New"/>
                <a:ea typeface="Courier New"/>
                <a:cs typeface="Courier New"/>
                <a:sym typeface="Courier New"/>
              </a:rPr>
              <a:t>public</a:t>
            </a:r>
            <a:r>
              <a:rPr lang="en-US" sz="1300">
                <a:solidFill>
                  <a:schemeClr val="dk1"/>
                </a:solidFill>
                <a:highlight>
                  <a:srgbClr val="FFFFFF"/>
                </a:highlight>
                <a:latin typeface="Courier New"/>
                <a:ea typeface="Courier New"/>
                <a:cs typeface="Courier New"/>
                <a:sym typeface="Courier New"/>
              </a:rPr>
              <a:t> </a:t>
            </a:r>
            <a:r>
              <a:rPr b="1" lang="en-US" sz="1300">
                <a:solidFill>
                  <a:srgbClr val="7F0055"/>
                </a:solidFill>
                <a:highlight>
                  <a:srgbClr val="FFFFFF"/>
                </a:highlight>
                <a:latin typeface="Courier New"/>
                <a:ea typeface="Courier New"/>
                <a:cs typeface="Courier New"/>
                <a:sym typeface="Courier New"/>
              </a:rPr>
              <a:t>class</a:t>
            </a:r>
            <a:r>
              <a:rPr lang="en-US" sz="1300">
                <a:solidFill>
                  <a:schemeClr val="dk1"/>
                </a:solidFill>
                <a:highlight>
                  <a:srgbClr val="FFFFFF"/>
                </a:highlight>
                <a:latin typeface="Courier New"/>
                <a:ea typeface="Courier New"/>
                <a:cs typeface="Courier New"/>
                <a:sym typeface="Courier New"/>
              </a:rPr>
              <a:t> ResponseDTO&lt;T&gt; {</a:t>
            </a:r>
            <a:endParaRPr sz="13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lang="en-US" sz="1300">
                <a:solidFill>
                  <a:schemeClr val="dk1"/>
                </a:solidFill>
                <a:highlight>
                  <a:srgbClr val="FFFFFF"/>
                </a:highlight>
                <a:latin typeface="Courier New"/>
                <a:ea typeface="Courier New"/>
                <a:cs typeface="Courier New"/>
                <a:sym typeface="Courier New"/>
              </a:rPr>
              <a:t>	</a:t>
            </a:r>
            <a:endParaRPr sz="13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lang="en-US" sz="1300">
                <a:solidFill>
                  <a:schemeClr val="dk1"/>
                </a:solidFill>
                <a:highlight>
                  <a:srgbClr val="FFFFFF"/>
                </a:highlight>
                <a:latin typeface="Courier New"/>
                <a:ea typeface="Courier New"/>
                <a:cs typeface="Courier New"/>
                <a:sym typeface="Courier New"/>
              </a:rPr>
              <a:t>	</a:t>
            </a:r>
            <a:r>
              <a:rPr b="1" lang="en-US" sz="1300">
                <a:solidFill>
                  <a:srgbClr val="7F0055"/>
                </a:solidFill>
                <a:highlight>
                  <a:srgbClr val="FFFFFF"/>
                </a:highlight>
                <a:latin typeface="Courier New"/>
                <a:ea typeface="Courier New"/>
                <a:cs typeface="Courier New"/>
                <a:sym typeface="Courier New"/>
              </a:rPr>
              <a:t>private</a:t>
            </a:r>
            <a:r>
              <a:rPr lang="en-US" sz="1300">
                <a:solidFill>
                  <a:schemeClr val="dk1"/>
                </a:solidFill>
                <a:highlight>
                  <a:srgbClr val="FFFFFF"/>
                </a:highlight>
                <a:latin typeface="Courier New"/>
                <a:ea typeface="Courier New"/>
                <a:cs typeface="Courier New"/>
                <a:sym typeface="Courier New"/>
              </a:rPr>
              <a:t> ResponseStatus </a:t>
            </a:r>
            <a:r>
              <a:rPr lang="en-US" sz="1300">
                <a:solidFill>
                  <a:srgbClr val="0000C0"/>
                </a:solidFill>
                <a:highlight>
                  <a:srgbClr val="FFFFFF"/>
                </a:highlight>
                <a:latin typeface="Courier New"/>
                <a:ea typeface="Courier New"/>
                <a:cs typeface="Courier New"/>
                <a:sym typeface="Courier New"/>
              </a:rPr>
              <a:t>status</a:t>
            </a:r>
            <a:r>
              <a:rPr lang="en-US" sz="1300">
                <a:solidFill>
                  <a:schemeClr val="dk1"/>
                </a:solidFill>
                <a:highlight>
                  <a:srgbClr val="FFFFFF"/>
                </a:highlight>
                <a:latin typeface="Courier New"/>
                <a:ea typeface="Courier New"/>
                <a:cs typeface="Courier New"/>
                <a:sym typeface="Courier New"/>
              </a:rPr>
              <a:t>;</a:t>
            </a:r>
            <a:endParaRPr sz="13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lang="en-US" sz="1300">
                <a:solidFill>
                  <a:schemeClr val="dk1"/>
                </a:solidFill>
                <a:highlight>
                  <a:srgbClr val="FFFFFF"/>
                </a:highlight>
                <a:latin typeface="Courier New"/>
                <a:ea typeface="Courier New"/>
                <a:cs typeface="Courier New"/>
                <a:sym typeface="Courier New"/>
              </a:rPr>
              <a:t>	</a:t>
            </a:r>
            <a:r>
              <a:rPr b="1" lang="en-US" sz="1300">
                <a:solidFill>
                  <a:srgbClr val="7F0055"/>
                </a:solidFill>
                <a:highlight>
                  <a:srgbClr val="FFFFFF"/>
                </a:highlight>
                <a:latin typeface="Courier New"/>
                <a:ea typeface="Courier New"/>
                <a:cs typeface="Courier New"/>
                <a:sym typeface="Courier New"/>
              </a:rPr>
              <a:t>private</a:t>
            </a:r>
            <a:r>
              <a:rPr lang="en-US" sz="1300">
                <a:solidFill>
                  <a:schemeClr val="dk1"/>
                </a:solidFill>
                <a:highlight>
                  <a:srgbClr val="FFFFFF"/>
                </a:highlight>
                <a:latin typeface="Courier New"/>
                <a:ea typeface="Courier New"/>
                <a:cs typeface="Courier New"/>
                <a:sym typeface="Courier New"/>
              </a:rPr>
              <a:t> String </a:t>
            </a:r>
            <a:r>
              <a:rPr lang="en-US" sz="1300">
                <a:solidFill>
                  <a:srgbClr val="0000C0"/>
                </a:solidFill>
                <a:highlight>
                  <a:srgbClr val="FFFFFF"/>
                </a:highlight>
                <a:latin typeface="Courier New"/>
                <a:ea typeface="Courier New"/>
                <a:cs typeface="Courier New"/>
                <a:sym typeface="Courier New"/>
              </a:rPr>
              <a:t>message</a:t>
            </a:r>
            <a:r>
              <a:rPr lang="en-US" sz="1300">
                <a:solidFill>
                  <a:schemeClr val="dk1"/>
                </a:solidFill>
                <a:highlight>
                  <a:srgbClr val="FFFFFF"/>
                </a:highlight>
                <a:latin typeface="Courier New"/>
                <a:ea typeface="Courier New"/>
                <a:cs typeface="Courier New"/>
                <a:sym typeface="Courier New"/>
              </a:rPr>
              <a:t>;</a:t>
            </a:r>
            <a:endParaRPr sz="13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lang="en-US" sz="1300">
                <a:solidFill>
                  <a:schemeClr val="dk1"/>
                </a:solidFill>
                <a:highlight>
                  <a:srgbClr val="FFFFFF"/>
                </a:highlight>
                <a:latin typeface="Courier New"/>
                <a:ea typeface="Courier New"/>
                <a:cs typeface="Courier New"/>
                <a:sym typeface="Courier New"/>
              </a:rPr>
              <a:t>	</a:t>
            </a:r>
            <a:r>
              <a:rPr b="1" lang="en-US" sz="1300">
                <a:solidFill>
                  <a:srgbClr val="7F0055"/>
                </a:solidFill>
                <a:highlight>
                  <a:srgbClr val="FFFFFF"/>
                </a:highlight>
                <a:latin typeface="Courier New"/>
                <a:ea typeface="Courier New"/>
                <a:cs typeface="Courier New"/>
                <a:sym typeface="Courier New"/>
              </a:rPr>
              <a:t>private</a:t>
            </a:r>
            <a:r>
              <a:rPr lang="en-US" sz="1300">
                <a:solidFill>
                  <a:schemeClr val="dk1"/>
                </a:solidFill>
                <a:highlight>
                  <a:srgbClr val="FFFFFF"/>
                </a:highlight>
                <a:latin typeface="Courier New"/>
                <a:ea typeface="Courier New"/>
                <a:cs typeface="Courier New"/>
                <a:sym typeface="Courier New"/>
              </a:rPr>
              <a:t> T </a:t>
            </a:r>
            <a:r>
              <a:rPr lang="en-US" sz="1300">
                <a:solidFill>
                  <a:srgbClr val="0000C0"/>
                </a:solidFill>
                <a:highlight>
                  <a:srgbClr val="FFFFFF"/>
                </a:highlight>
                <a:latin typeface="Courier New"/>
                <a:ea typeface="Courier New"/>
                <a:cs typeface="Courier New"/>
                <a:sym typeface="Courier New"/>
              </a:rPr>
              <a:t>data</a:t>
            </a:r>
            <a:r>
              <a:rPr lang="en-US" sz="1300">
                <a:solidFill>
                  <a:schemeClr val="dk1"/>
                </a:solidFill>
                <a:highlight>
                  <a:srgbClr val="FFFFFF"/>
                </a:highlight>
                <a:latin typeface="Courier New"/>
                <a:ea typeface="Courier New"/>
                <a:cs typeface="Courier New"/>
                <a:sym typeface="Courier New"/>
              </a:rPr>
              <a:t>;			</a:t>
            </a:r>
            <a:r>
              <a:rPr lang="en-US" sz="1300">
                <a:solidFill>
                  <a:srgbClr val="3F7F5F"/>
                </a:solidFill>
                <a:highlight>
                  <a:srgbClr val="FFFFFF"/>
                </a:highlight>
                <a:latin typeface="Courier New"/>
                <a:ea typeface="Courier New"/>
                <a:cs typeface="Courier New"/>
                <a:sym typeface="Courier New"/>
              </a:rPr>
              <a:t>// this means that this class</a:t>
            </a:r>
            <a:endParaRPr sz="13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lang="en-US" sz="1300">
                <a:solidFill>
                  <a:schemeClr val="dk1"/>
                </a:solidFill>
                <a:highlight>
                  <a:srgbClr val="FFFFFF"/>
                </a:highlight>
                <a:latin typeface="Courier New"/>
                <a:ea typeface="Courier New"/>
                <a:cs typeface="Courier New"/>
                <a:sym typeface="Courier New"/>
              </a:rPr>
              <a:t>							</a:t>
            </a:r>
            <a:r>
              <a:rPr lang="en-US" sz="1300">
                <a:solidFill>
                  <a:srgbClr val="3F7F5F"/>
                </a:solidFill>
                <a:highlight>
                  <a:srgbClr val="FFFFFF"/>
                </a:highlight>
                <a:latin typeface="Courier New"/>
                <a:ea typeface="Courier New"/>
                <a:cs typeface="Courier New"/>
                <a:sym typeface="Courier New"/>
              </a:rPr>
              <a:t>// can hold ANY "data" of type "T"</a:t>
            </a:r>
            <a:endParaRPr sz="13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lang="en-US" sz="1300">
                <a:solidFill>
                  <a:schemeClr val="dk1"/>
                </a:solidFill>
                <a:highlight>
                  <a:srgbClr val="FFFFFF"/>
                </a:highlight>
                <a:latin typeface="Courier New"/>
                <a:ea typeface="Courier New"/>
                <a:cs typeface="Courier New"/>
                <a:sym typeface="Courier New"/>
              </a:rPr>
              <a:t>							</a:t>
            </a:r>
            <a:r>
              <a:rPr lang="en-US" sz="1300">
                <a:solidFill>
                  <a:srgbClr val="3F7F5F"/>
                </a:solidFill>
                <a:highlight>
                  <a:srgbClr val="FFFFFF"/>
                </a:highlight>
                <a:latin typeface="Courier New"/>
                <a:ea typeface="Courier New"/>
                <a:cs typeface="Courier New"/>
                <a:sym typeface="Courier New"/>
              </a:rPr>
              <a:t>// if we use ResponseDTO&lt;String&gt; res = new ResponseDTO&lt;String&gt;();</a:t>
            </a:r>
            <a:endParaRPr sz="13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lang="en-US" sz="1300">
                <a:solidFill>
                  <a:schemeClr val="dk1"/>
                </a:solidFill>
                <a:highlight>
                  <a:srgbClr val="FFFFFF"/>
                </a:highlight>
                <a:latin typeface="Courier New"/>
                <a:ea typeface="Courier New"/>
                <a:cs typeface="Courier New"/>
                <a:sym typeface="Courier New"/>
              </a:rPr>
              <a:t>							</a:t>
            </a:r>
            <a:r>
              <a:rPr lang="en-US" sz="1300">
                <a:solidFill>
                  <a:srgbClr val="3F7F5F"/>
                </a:solidFill>
                <a:highlight>
                  <a:srgbClr val="FFFFFF"/>
                </a:highlight>
                <a:latin typeface="Courier New"/>
                <a:ea typeface="Courier New"/>
                <a:cs typeface="Courier New"/>
                <a:sym typeface="Courier New"/>
              </a:rPr>
              <a:t>// res.getData() will be type String</a:t>
            </a:r>
            <a:endParaRPr sz="1300">
              <a:solidFill>
                <a:srgbClr val="3F7F5F"/>
              </a:solidFill>
              <a:highlight>
                <a:srgbClr val="FFFFFF"/>
              </a:highlight>
              <a:latin typeface="Courier New"/>
              <a:ea typeface="Courier New"/>
              <a:cs typeface="Courier New"/>
              <a:sym typeface="Courier New"/>
            </a:endParaRPr>
          </a:p>
          <a:p>
            <a:pPr indent="0" lvl="0" marL="0" marR="0" rtl="0" algn="l">
              <a:lnSpc>
                <a:spcPct val="115000"/>
              </a:lnSpc>
              <a:spcBef>
                <a:spcPts val="0"/>
              </a:spcBef>
              <a:spcAft>
                <a:spcPts val="0"/>
              </a:spcAft>
              <a:buNone/>
            </a:pPr>
            <a:r>
              <a:t/>
            </a:r>
            <a:endParaRPr sz="2200">
              <a:solidFill>
                <a:schemeClr val="dk1"/>
              </a:solidFill>
              <a:latin typeface="Lexend"/>
              <a:ea typeface="Lexend"/>
              <a:cs typeface="Lexend"/>
              <a:sym typeface="Lexend"/>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9" name="Shape 459"/>
        <p:cNvGrpSpPr/>
        <p:nvPr/>
      </p:nvGrpSpPr>
      <p:grpSpPr>
        <a:xfrm>
          <a:off x="0" y="0"/>
          <a:ext cx="0" cy="0"/>
          <a:chOff x="0" y="0"/>
          <a:chExt cx="0" cy="0"/>
        </a:xfrm>
      </p:grpSpPr>
      <p:sp>
        <p:nvSpPr>
          <p:cNvPr id="460" name="Google Shape;460;g3bda3d096ad_0_102"/>
          <p:cNvSpPr txBox="1"/>
          <p:nvPr>
            <p:ph type="title"/>
          </p:nvPr>
        </p:nvSpPr>
        <p:spPr>
          <a:xfrm>
            <a:off x="439648" y="189700"/>
            <a:ext cx="5510400" cy="6603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1100"/>
              <a:buFont typeface="Arial"/>
              <a:buNone/>
            </a:pPr>
            <a:r>
              <a:rPr lang="en-US" sz="1200">
                <a:latin typeface="IBM Plex Sans"/>
                <a:ea typeface="IBM Plex Sans"/>
                <a:cs typeface="IBM Plex Sans"/>
                <a:sym typeface="IBM Plex Sans"/>
              </a:rPr>
              <a:t>Introduction to APIs</a:t>
            </a:r>
            <a:endParaRPr sz="1200">
              <a:latin typeface="IBM Plex Sans"/>
              <a:ea typeface="IBM Plex Sans"/>
              <a:cs typeface="IBM Plex Sans"/>
              <a:sym typeface="IBM Plex Sans"/>
            </a:endParaRPr>
          </a:p>
        </p:txBody>
      </p:sp>
      <p:cxnSp>
        <p:nvCxnSpPr>
          <p:cNvPr id="461" name="Google Shape;461;g3bda3d096ad_0_102"/>
          <p:cNvCxnSpPr/>
          <p:nvPr/>
        </p:nvCxnSpPr>
        <p:spPr>
          <a:xfrm>
            <a:off x="97082" y="746462"/>
            <a:ext cx="10200300" cy="0"/>
          </a:xfrm>
          <a:prstGeom prst="straightConnector1">
            <a:avLst/>
          </a:prstGeom>
          <a:noFill/>
          <a:ln cap="flat" cmpd="sng" w="9525">
            <a:solidFill>
              <a:schemeClr val="accent1"/>
            </a:solidFill>
            <a:prstDash val="solid"/>
            <a:miter lim="800000"/>
            <a:headEnd len="sm" w="sm" type="none"/>
            <a:tailEnd len="sm" w="sm" type="none"/>
          </a:ln>
        </p:spPr>
      </p:cxnSp>
      <p:sp>
        <p:nvSpPr>
          <p:cNvPr id="462" name="Google Shape;462;g3bda3d096ad_0_102"/>
          <p:cNvSpPr txBox="1"/>
          <p:nvPr>
            <p:ph idx="4294967295" type="ctrTitle"/>
          </p:nvPr>
        </p:nvSpPr>
        <p:spPr>
          <a:xfrm>
            <a:off x="517400" y="983676"/>
            <a:ext cx="10150500" cy="6012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9B1D23"/>
              </a:buClr>
              <a:buSzPts val="4770"/>
              <a:buFont typeface="Arial Black"/>
              <a:buNone/>
            </a:pPr>
            <a:r>
              <a:rPr lang="en-US" sz="3440"/>
              <a:t>ResponseStatus (Enum)</a:t>
            </a:r>
            <a:endParaRPr sz="3440"/>
          </a:p>
          <a:p>
            <a:pPr indent="0" lvl="0" marL="0" marR="0" rtl="0" algn="l">
              <a:lnSpc>
                <a:spcPct val="90000"/>
              </a:lnSpc>
              <a:spcBef>
                <a:spcPts val="0"/>
              </a:spcBef>
              <a:spcAft>
                <a:spcPts val="0"/>
              </a:spcAft>
              <a:buClr>
                <a:srgbClr val="9B1D23"/>
              </a:buClr>
              <a:buSzPts val="4770"/>
              <a:buFont typeface="Arial Black"/>
              <a:buNone/>
            </a:pPr>
            <a:r>
              <a:t/>
            </a:r>
            <a:endParaRPr sz="3440"/>
          </a:p>
        </p:txBody>
      </p:sp>
      <p:sp>
        <p:nvSpPr>
          <p:cNvPr id="463" name="Google Shape;463;g3bda3d096ad_0_102"/>
          <p:cNvSpPr txBox="1"/>
          <p:nvPr/>
        </p:nvSpPr>
        <p:spPr>
          <a:xfrm>
            <a:off x="517400" y="1584875"/>
            <a:ext cx="10150500" cy="2125800"/>
          </a:xfrm>
          <a:prstGeom prst="rect">
            <a:avLst/>
          </a:prstGeom>
          <a:noFill/>
          <a:ln>
            <a:noFill/>
          </a:ln>
        </p:spPr>
        <p:txBody>
          <a:bodyPr anchorCtr="0" anchor="t" bIns="91425" lIns="91425" spcFirstLastPara="1" rIns="91425" wrap="square" tIns="91425">
            <a:spAutoFit/>
          </a:bodyPr>
          <a:lstStyle/>
          <a:p>
            <a:pPr indent="-368300" lvl="0" marL="457200" marR="0" rtl="0" algn="l">
              <a:lnSpc>
                <a:spcPct val="115000"/>
              </a:lnSpc>
              <a:spcBef>
                <a:spcPts val="0"/>
              </a:spcBef>
              <a:spcAft>
                <a:spcPts val="0"/>
              </a:spcAft>
              <a:buClr>
                <a:schemeClr val="dk1"/>
              </a:buClr>
              <a:buSzPts val="2200"/>
              <a:buFont typeface="Lexend"/>
              <a:buChar char="●"/>
            </a:pPr>
            <a:r>
              <a:rPr lang="en-US" sz="2200">
                <a:solidFill>
                  <a:schemeClr val="dk1"/>
                </a:solidFill>
                <a:latin typeface="Lexend"/>
                <a:ea typeface="Lexend"/>
                <a:cs typeface="Lexend"/>
                <a:sym typeface="Lexend"/>
              </a:rPr>
              <a:t>Create a simple Enum for the status</a:t>
            </a:r>
            <a:endParaRPr sz="2200">
              <a:solidFill>
                <a:schemeClr val="dk1"/>
              </a:solidFill>
              <a:latin typeface="Lexend"/>
              <a:ea typeface="Lexend"/>
              <a:cs typeface="Lexend"/>
              <a:sym typeface="Lexend"/>
            </a:endParaRPr>
          </a:p>
          <a:p>
            <a:pPr indent="0" lvl="0" marL="25400" rtl="0" algn="l">
              <a:lnSpc>
                <a:spcPct val="115000"/>
              </a:lnSpc>
              <a:spcBef>
                <a:spcPts val="0"/>
              </a:spcBef>
              <a:spcAft>
                <a:spcPts val="0"/>
              </a:spcAft>
              <a:buNone/>
            </a:pPr>
            <a:r>
              <a:t/>
            </a:r>
            <a:endParaRPr b="1" sz="1800">
              <a:solidFill>
                <a:srgbClr val="7F0055"/>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t/>
            </a:r>
            <a:endParaRPr b="1" sz="1800">
              <a:solidFill>
                <a:srgbClr val="7F0055"/>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US" sz="1800">
                <a:solidFill>
                  <a:srgbClr val="7F0055"/>
                </a:solidFill>
                <a:highlight>
                  <a:srgbClr val="FFFFFF"/>
                </a:highlight>
                <a:latin typeface="Courier New"/>
                <a:ea typeface="Courier New"/>
                <a:cs typeface="Courier New"/>
                <a:sym typeface="Courier New"/>
              </a:rPr>
              <a:t>public</a:t>
            </a:r>
            <a:r>
              <a:rPr lang="en-US" sz="1800">
                <a:solidFill>
                  <a:schemeClr val="dk1"/>
                </a:solidFill>
                <a:highlight>
                  <a:srgbClr val="FFFFFF"/>
                </a:highlight>
                <a:latin typeface="Courier New"/>
                <a:ea typeface="Courier New"/>
                <a:cs typeface="Courier New"/>
                <a:sym typeface="Courier New"/>
              </a:rPr>
              <a:t> </a:t>
            </a:r>
            <a:r>
              <a:rPr b="1" lang="en-US" sz="1800">
                <a:solidFill>
                  <a:srgbClr val="7F0055"/>
                </a:solidFill>
                <a:highlight>
                  <a:srgbClr val="FFFFFF"/>
                </a:highlight>
                <a:latin typeface="Courier New"/>
                <a:ea typeface="Courier New"/>
                <a:cs typeface="Courier New"/>
                <a:sym typeface="Courier New"/>
              </a:rPr>
              <a:t>enum</a:t>
            </a:r>
            <a:r>
              <a:rPr lang="en-US" sz="1800">
                <a:solidFill>
                  <a:schemeClr val="dk1"/>
                </a:solidFill>
                <a:highlight>
                  <a:srgbClr val="FFFFFF"/>
                </a:highlight>
                <a:latin typeface="Courier New"/>
                <a:ea typeface="Courier New"/>
                <a:cs typeface="Courier New"/>
                <a:sym typeface="Courier New"/>
              </a:rPr>
              <a:t> ResponseStatus {</a:t>
            </a:r>
            <a:endParaRPr sz="18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800">
                <a:solidFill>
                  <a:schemeClr val="dk1"/>
                </a:solidFill>
                <a:highlight>
                  <a:srgbClr val="FFFFFF"/>
                </a:highlight>
                <a:latin typeface="Courier New"/>
                <a:ea typeface="Courier New"/>
                <a:cs typeface="Courier New"/>
                <a:sym typeface="Courier New"/>
              </a:rPr>
              <a:t>	</a:t>
            </a:r>
            <a:r>
              <a:rPr b="1" i="1" lang="en-US" sz="1800">
                <a:solidFill>
                  <a:srgbClr val="0000C0"/>
                </a:solidFill>
                <a:highlight>
                  <a:srgbClr val="FFFFFF"/>
                </a:highlight>
                <a:latin typeface="Courier New"/>
                <a:ea typeface="Courier New"/>
                <a:cs typeface="Courier New"/>
                <a:sym typeface="Courier New"/>
              </a:rPr>
              <a:t>SUCCESS</a:t>
            </a:r>
            <a:r>
              <a:rPr lang="en-US" sz="1800">
                <a:solidFill>
                  <a:schemeClr val="dk1"/>
                </a:solidFill>
                <a:highlight>
                  <a:srgbClr val="FFFFFF"/>
                </a:highlight>
                <a:latin typeface="Courier New"/>
                <a:ea typeface="Courier New"/>
                <a:cs typeface="Courier New"/>
                <a:sym typeface="Courier New"/>
              </a:rPr>
              <a:t>,</a:t>
            </a:r>
            <a:r>
              <a:rPr b="1" i="1" lang="en-US" sz="1800">
                <a:solidFill>
                  <a:srgbClr val="0000C0"/>
                </a:solidFill>
                <a:highlight>
                  <a:srgbClr val="FFFFFF"/>
                </a:highlight>
                <a:latin typeface="Courier New"/>
                <a:ea typeface="Courier New"/>
                <a:cs typeface="Courier New"/>
                <a:sym typeface="Courier New"/>
              </a:rPr>
              <a:t>ERROR</a:t>
            </a:r>
            <a:endParaRPr b="1" i="1" sz="1800">
              <a:solidFill>
                <a:srgbClr val="0000C0"/>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800">
                <a:solidFill>
                  <a:schemeClr val="dk1"/>
                </a:solidFill>
                <a:highlight>
                  <a:srgbClr val="FFFFFF"/>
                </a:highlight>
                <a:latin typeface="Courier New"/>
                <a:ea typeface="Courier New"/>
                <a:cs typeface="Courier New"/>
                <a:sym typeface="Courier New"/>
              </a:rPr>
              <a:t>}</a:t>
            </a:r>
            <a:endParaRPr sz="2500">
              <a:solidFill>
                <a:schemeClr val="dk1"/>
              </a:solidFill>
              <a:latin typeface="Lexend"/>
              <a:ea typeface="Lexend"/>
              <a:cs typeface="Lexend"/>
              <a:sym typeface="Lexend"/>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8" name="Shape 468"/>
        <p:cNvGrpSpPr/>
        <p:nvPr/>
      </p:nvGrpSpPr>
      <p:grpSpPr>
        <a:xfrm>
          <a:off x="0" y="0"/>
          <a:ext cx="0" cy="0"/>
          <a:chOff x="0" y="0"/>
          <a:chExt cx="0" cy="0"/>
        </a:xfrm>
      </p:grpSpPr>
      <p:sp>
        <p:nvSpPr>
          <p:cNvPr id="469" name="Google Shape;469;g3bda3d096ad_0_62"/>
          <p:cNvSpPr txBox="1"/>
          <p:nvPr>
            <p:ph type="title"/>
          </p:nvPr>
        </p:nvSpPr>
        <p:spPr>
          <a:xfrm>
            <a:off x="439648" y="189700"/>
            <a:ext cx="5510400" cy="6603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1100"/>
              <a:buFont typeface="Arial"/>
              <a:buNone/>
            </a:pPr>
            <a:r>
              <a:rPr lang="en-US" sz="1200">
                <a:latin typeface="IBM Plex Sans"/>
                <a:ea typeface="IBM Plex Sans"/>
                <a:cs typeface="IBM Plex Sans"/>
                <a:sym typeface="IBM Plex Sans"/>
              </a:rPr>
              <a:t>Introduction to APIs</a:t>
            </a:r>
            <a:endParaRPr sz="1200">
              <a:latin typeface="IBM Plex Sans"/>
              <a:ea typeface="IBM Plex Sans"/>
              <a:cs typeface="IBM Plex Sans"/>
              <a:sym typeface="IBM Plex Sans"/>
            </a:endParaRPr>
          </a:p>
        </p:txBody>
      </p:sp>
      <p:cxnSp>
        <p:nvCxnSpPr>
          <p:cNvPr id="470" name="Google Shape;470;g3bda3d096ad_0_62"/>
          <p:cNvCxnSpPr/>
          <p:nvPr/>
        </p:nvCxnSpPr>
        <p:spPr>
          <a:xfrm>
            <a:off x="97082" y="746462"/>
            <a:ext cx="10200300" cy="0"/>
          </a:xfrm>
          <a:prstGeom prst="straightConnector1">
            <a:avLst/>
          </a:prstGeom>
          <a:noFill/>
          <a:ln cap="flat" cmpd="sng" w="9525">
            <a:solidFill>
              <a:schemeClr val="accent1"/>
            </a:solidFill>
            <a:prstDash val="solid"/>
            <a:miter lim="800000"/>
            <a:headEnd len="sm" w="sm" type="none"/>
            <a:tailEnd len="sm" w="sm" type="none"/>
          </a:ln>
        </p:spPr>
      </p:cxnSp>
      <p:sp>
        <p:nvSpPr>
          <p:cNvPr id="471" name="Google Shape;471;g3bda3d096ad_0_62"/>
          <p:cNvSpPr txBox="1"/>
          <p:nvPr>
            <p:ph idx="4294967295" type="ctrTitle"/>
          </p:nvPr>
        </p:nvSpPr>
        <p:spPr>
          <a:xfrm>
            <a:off x="517400" y="983676"/>
            <a:ext cx="10150500" cy="6012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9B1D23"/>
              </a:buClr>
              <a:buSzPts val="4770"/>
              <a:buFont typeface="Arial Black"/>
              <a:buNone/>
            </a:pPr>
            <a:r>
              <a:rPr lang="en-US" sz="3440"/>
              <a:t>PersonDTO</a:t>
            </a:r>
            <a:endParaRPr sz="3440"/>
          </a:p>
          <a:p>
            <a:pPr indent="0" lvl="0" marL="0" marR="0" rtl="0" algn="l">
              <a:lnSpc>
                <a:spcPct val="90000"/>
              </a:lnSpc>
              <a:spcBef>
                <a:spcPts val="0"/>
              </a:spcBef>
              <a:spcAft>
                <a:spcPts val="0"/>
              </a:spcAft>
              <a:buClr>
                <a:srgbClr val="9B1D23"/>
              </a:buClr>
              <a:buSzPts val="4770"/>
              <a:buFont typeface="Arial Black"/>
              <a:buNone/>
            </a:pPr>
            <a:r>
              <a:t/>
            </a:r>
            <a:endParaRPr sz="3440"/>
          </a:p>
        </p:txBody>
      </p:sp>
      <p:sp>
        <p:nvSpPr>
          <p:cNvPr id="472" name="Google Shape;472;g3bda3d096ad_0_62"/>
          <p:cNvSpPr txBox="1"/>
          <p:nvPr/>
        </p:nvSpPr>
        <p:spPr>
          <a:xfrm>
            <a:off x="517400" y="1584875"/>
            <a:ext cx="10150500" cy="6329400"/>
          </a:xfrm>
          <a:prstGeom prst="rect">
            <a:avLst/>
          </a:prstGeom>
          <a:noFill/>
          <a:ln>
            <a:noFill/>
          </a:ln>
        </p:spPr>
        <p:txBody>
          <a:bodyPr anchorCtr="0" anchor="t" bIns="91425" lIns="91425" spcFirstLastPara="1" rIns="91425" wrap="square" tIns="91425">
            <a:spAutoFit/>
          </a:bodyPr>
          <a:lstStyle/>
          <a:p>
            <a:pPr indent="-368300" lvl="0" marL="457200" marR="0" rtl="0" algn="l">
              <a:lnSpc>
                <a:spcPct val="115000"/>
              </a:lnSpc>
              <a:spcBef>
                <a:spcPts val="0"/>
              </a:spcBef>
              <a:spcAft>
                <a:spcPts val="0"/>
              </a:spcAft>
              <a:buClr>
                <a:schemeClr val="dk1"/>
              </a:buClr>
              <a:buSzPts val="2200"/>
              <a:buFont typeface="Lexend"/>
              <a:buChar char="●"/>
            </a:pPr>
            <a:r>
              <a:rPr lang="en-US" sz="2200">
                <a:solidFill>
                  <a:schemeClr val="dk1"/>
                </a:solidFill>
                <a:latin typeface="Lexend"/>
                <a:ea typeface="Lexend"/>
                <a:cs typeface="Lexend"/>
                <a:sym typeface="Lexend"/>
              </a:rPr>
              <a:t>Create a PersonDTO that contains all the fields (from </a:t>
            </a:r>
            <a:r>
              <a:rPr b="1" lang="en-US" sz="2200">
                <a:solidFill>
                  <a:schemeClr val="dk1"/>
                </a:solidFill>
                <a:latin typeface="Lexend"/>
                <a:ea typeface="Lexend"/>
                <a:cs typeface="Lexend"/>
                <a:sym typeface="Lexend"/>
              </a:rPr>
              <a:t>Person</a:t>
            </a:r>
            <a:r>
              <a:rPr lang="en-US" sz="2200">
                <a:solidFill>
                  <a:schemeClr val="dk1"/>
                </a:solidFill>
                <a:latin typeface="Lexend"/>
                <a:ea typeface="Lexend"/>
                <a:cs typeface="Lexend"/>
                <a:sym typeface="Lexend"/>
              </a:rPr>
              <a:t>)</a:t>
            </a:r>
            <a:r>
              <a:rPr lang="en-US" sz="2200">
                <a:solidFill>
                  <a:schemeClr val="dk1"/>
                </a:solidFill>
                <a:latin typeface="Lexend"/>
                <a:ea typeface="Lexend"/>
                <a:cs typeface="Lexend"/>
                <a:sym typeface="Lexend"/>
              </a:rPr>
              <a:t> that we want to expose in our API. Add constructors, getters and setters, and a special method we use to convert PersonDTO to Person</a:t>
            </a:r>
            <a:endParaRPr sz="2200">
              <a:solidFill>
                <a:schemeClr val="dk1"/>
              </a:solidFill>
              <a:latin typeface="Lexend"/>
              <a:ea typeface="Lexend"/>
              <a:cs typeface="Lexend"/>
              <a:sym typeface="Lexend"/>
            </a:endParaRPr>
          </a:p>
          <a:p>
            <a:pPr indent="0" lvl="0" marL="0" marR="0" rtl="0" algn="l">
              <a:lnSpc>
                <a:spcPct val="115000"/>
              </a:lnSpc>
              <a:spcBef>
                <a:spcPts val="0"/>
              </a:spcBef>
              <a:spcAft>
                <a:spcPts val="0"/>
              </a:spcAft>
              <a:buNone/>
            </a:pPr>
            <a:r>
              <a:t/>
            </a:r>
            <a:endParaRPr sz="2200">
              <a:solidFill>
                <a:schemeClr val="dk1"/>
              </a:solidFill>
              <a:latin typeface="Lexend"/>
              <a:ea typeface="Lexend"/>
              <a:cs typeface="Lexend"/>
              <a:sym typeface="Lexend"/>
            </a:endParaRPr>
          </a:p>
          <a:p>
            <a:pPr indent="0" lvl="0" marL="25400" rtl="0" algn="l">
              <a:lnSpc>
                <a:spcPct val="115000"/>
              </a:lnSpc>
              <a:spcBef>
                <a:spcPts val="0"/>
              </a:spcBef>
              <a:spcAft>
                <a:spcPts val="0"/>
              </a:spcAft>
              <a:buClr>
                <a:schemeClr val="dk1"/>
              </a:buClr>
              <a:buSzPts val="1100"/>
              <a:buFont typeface="Arial"/>
              <a:buNone/>
            </a:pPr>
            <a:r>
              <a:rPr b="1" lang="en-US">
                <a:solidFill>
                  <a:srgbClr val="7F0055"/>
                </a:solidFill>
                <a:highlight>
                  <a:srgbClr val="FFFFFF"/>
                </a:highlight>
                <a:latin typeface="Courier New"/>
                <a:ea typeface="Courier New"/>
                <a:cs typeface="Courier New"/>
                <a:sym typeface="Courier New"/>
              </a:rPr>
              <a:t>public</a:t>
            </a:r>
            <a:r>
              <a:rPr lang="en-US">
                <a:solidFill>
                  <a:schemeClr val="dk1"/>
                </a:solidFill>
                <a:highlight>
                  <a:srgbClr val="FFFFFF"/>
                </a:highlight>
                <a:latin typeface="Courier New"/>
                <a:ea typeface="Courier New"/>
                <a:cs typeface="Courier New"/>
                <a:sym typeface="Courier New"/>
              </a:rPr>
              <a:t> </a:t>
            </a:r>
            <a:r>
              <a:rPr b="1" lang="en-US">
                <a:solidFill>
                  <a:srgbClr val="7F0055"/>
                </a:solidFill>
                <a:highlight>
                  <a:srgbClr val="FFFFFF"/>
                </a:highlight>
                <a:latin typeface="Courier New"/>
                <a:ea typeface="Courier New"/>
                <a:cs typeface="Courier New"/>
                <a:sym typeface="Courier New"/>
              </a:rPr>
              <a:t>class</a:t>
            </a:r>
            <a:r>
              <a:rPr lang="en-US">
                <a:solidFill>
                  <a:schemeClr val="dk1"/>
                </a:solidFill>
                <a:highlight>
                  <a:srgbClr val="FFFFFF"/>
                </a:highlight>
                <a:latin typeface="Courier New"/>
                <a:ea typeface="Courier New"/>
                <a:cs typeface="Courier New"/>
                <a:sym typeface="Courier New"/>
              </a:rPr>
              <a:t> PersonDTO {</a:t>
            </a:r>
            <a:endParaRPr>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lang="en-US">
                <a:solidFill>
                  <a:schemeClr val="dk1"/>
                </a:solidFill>
                <a:highlight>
                  <a:srgbClr val="FFFFFF"/>
                </a:highlight>
                <a:latin typeface="Courier New"/>
                <a:ea typeface="Courier New"/>
                <a:cs typeface="Courier New"/>
                <a:sym typeface="Courier New"/>
              </a:rPr>
              <a:t>	</a:t>
            </a:r>
            <a:endParaRPr>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lang="en-US">
                <a:solidFill>
                  <a:schemeClr val="dk1"/>
                </a:solidFill>
                <a:highlight>
                  <a:srgbClr val="FFFFFF"/>
                </a:highlight>
                <a:latin typeface="Courier New"/>
                <a:ea typeface="Courier New"/>
                <a:cs typeface="Courier New"/>
                <a:sym typeface="Courier New"/>
              </a:rPr>
              <a:t>	</a:t>
            </a:r>
            <a:r>
              <a:rPr b="1" lang="en-US">
                <a:solidFill>
                  <a:srgbClr val="7F0055"/>
                </a:solidFill>
                <a:highlight>
                  <a:srgbClr val="FFFFFF"/>
                </a:highlight>
                <a:latin typeface="Courier New"/>
                <a:ea typeface="Courier New"/>
                <a:cs typeface="Courier New"/>
                <a:sym typeface="Courier New"/>
              </a:rPr>
              <a:t>private</a:t>
            </a:r>
            <a:r>
              <a:rPr lang="en-US">
                <a:solidFill>
                  <a:schemeClr val="dk1"/>
                </a:solidFill>
                <a:highlight>
                  <a:srgbClr val="FFFFFF"/>
                </a:highlight>
                <a:latin typeface="Courier New"/>
                <a:ea typeface="Courier New"/>
                <a:cs typeface="Courier New"/>
                <a:sym typeface="Courier New"/>
              </a:rPr>
              <a:t> Long </a:t>
            </a:r>
            <a:r>
              <a:rPr lang="en-US">
                <a:solidFill>
                  <a:srgbClr val="0000C0"/>
                </a:solidFill>
                <a:highlight>
                  <a:srgbClr val="FFFFFF"/>
                </a:highlight>
                <a:latin typeface="Courier New"/>
                <a:ea typeface="Courier New"/>
                <a:cs typeface="Courier New"/>
                <a:sym typeface="Courier New"/>
              </a:rPr>
              <a:t>id</a:t>
            </a:r>
            <a:r>
              <a:rPr lang="en-US">
                <a:solidFill>
                  <a:schemeClr val="dk1"/>
                </a:solidFill>
                <a:highlight>
                  <a:srgbClr val="FFFFFF"/>
                </a:highlight>
                <a:latin typeface="Courier New"/>
                <a:ea typeface="Courier New"/>
                <a:cs typeface="Courier New"/>
                <a:sym typeface="Courier New"/>
              </a:rPr>
              <a:t>;</a:t>
            </a:r>
            <a:endParaRPr>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lang="en-US">
                <a:solidFill>
                  <a:schemeClr val="dk1"/>
                </a:solidFill>
                <a:highlight>
                  <a:srgbClr val="FFFFFF"/>
                </a:highlight>
                <a:latin typeface="Courier New"/>
                <a:ea typeface="Courier New"/>
                <a:cs typeface="Courier New"/>
                <a:sym typeface="Courier New"/>
              </a:rPr>
              <a:t>	</a:t>
            </a:r>
            <a:r>
              <a:rPr b="1" lang="en-US">
                <a:solidFill>
                  <a:srgbClr val="7F0055"/>
                </a:solidFill>
                <a:highlight>
                  <a:srgbClr val="FFFFFF"/>
                </a:highlight>
                <a:latin typeface="Courier New"/>
                <a:ea typeface="Courier New"/>
                <a:cs typeface="Courier New"/>
                <a:sym typeface="Courier New"/>
              </a:rPr>
              <a:t>private</a:t>
            </a:r>
            <a:r>
              <a:rPr lang="en-US">
                <a:solidFill>
                  <a:schemeClr val="dk1"/>
                </a:solidFill>
                <a:highlight>
                  <a:srgbClr val="FFFFFF"/>
                </a:highlight>
                <a:latin typeface="Courier New"/>
                <a:ea typeface="Courier New"/>
                <a:cs typeface="Courier New"/>
                <a:sym typeface="Courier New"/>
              </a:rPr>
              <a:t> String </a:t>
            </a:r>
            <a:r>
              <a:rPr lang="en-US">
                <a:solidFill>
                  <a:srgbClr val="0000C0"/>
                </a:solidFill>
                <a:highlight>
                  <a:srgbClr val="FFFFFF"/>
                </a:highlight>
                <a:latin typeface="Courier New"/>
                <a:ea typeface="Courier New"/>
                <a:cs typeface="Courier New"/>
                <a:sym typeface="Courier New"/>
              </a:rPr>
              <a:t>name</a:t>
            </a:r>
            <a:r>
              <a:rPr lang="en-US">
                <a:solidFill>
                  <a:schemeClr val="dk1"/>
                </a:solidFill>
                <a:highlight>
                  <a:srgbClr val="FFFFFF"/>
                </a:highlight>
                <a:latin typeface="Courier New"/>
                <a:ea typeface="Courier New"/>
                <a:cs typeface="Courier New"/>
                <a:sym typeface="Courier New"/>
              </a:rPr>
              <a:t>;</a:t>
            </a:r>
            <a:endParaRPr>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lang="en-US">
                <a:solidFill>
                  <a:schemeClr val="dk1"/>
                </a:solidFill>
                <a:highlight>
                  <a:srgbClr val="FFFFFF"/>
                </a:highlight>
                <a:latin typeface="Courier New"/>
                <a:ea typeface="Courier New"/>
                <a:cs typeface="Courier New"/>
                <a:sym typeface="Courier New"/>
              </a:rPr>
              <a:t>	</a:t>
            </a:r>
            <a:r>
              <a:rPr b="1" lang="en-US">
                <a:solidFill>
                  <a:srgbClr val="7F0055"/>
                </a:solidFill>
                <a:highlight>
                  <a:srgbClr val="FFFFFF"/>
                </a:highlight>
                <a:latin typeface="Courier New"/>
                <a:ea typeface="Courier New"/>
                <a:cs typeface="Courier New"/>
                <a:sym typeface="Courier New"/>
              </a:rPr>
              <a:t>private</a:t>
            </a:r>
            <a:r>
              <a:rPr lang="en-US">
                <a:solidFill>
                  <a:schemeClr val="dk1"/>
                </a:solidFill>
                <a:highlight>
                  <a:srgbClr val="FFFFFF"/>
                </a:highlight>
                <a:latin typeface="Courier New"/>
                <a:ea typeface="Courier New"/>
                <a:cs typeface="Courier New"/>
                <a:sym typeface="Courier New"/>
              </a:rPr>
              <a:t> Integer </a:t>
            </a:r>
            <a:r>
              <a:rPr lang="en-US">
                <a:solidFill>
                  <a:srgbClr val="0000C0"/>
                </a:solidFill>
                <a:highlight>
                  <a:srgbClr val="FFFFFF"/>
                </a:highlight>
                <a:latin typeface="Courier New"/>
                <a:ea typeface="Courier New"/>
                <a:cs typeface="Courier New"/>
                <a:sym typeface="Courier New"/>
              </a:rPr>
              <a:t>age</a:t>
            </a:r>
            <a:r>
              <a:rPr lang="en-US">
                <a:solidFill>
                  <a:schemeClr val="dk1"/>
                </a:solidFill>
                <a:highlight>
                  <a:srgbClr val="FFFFFF"/>
                </a:highlight>
                <a:latin typeface="Courier New"/>
                <a:ea typeface="Courier New"/>
                <a:cs typeface="Courier New"/>
                <a:sym typeface="Courier New"/>
              </a:rPr>
              <a:t>;</a:t>
            </a:r>
            <a:endParaRPr>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lang="en-US">
                <a:solidFill>
                  <a:schemeClr val="dk1"/>
                </a:solidFill>
                <a:highlight>
                  <a:srgbClr val="FFFFFF"/>
                </a:highlight>
                <a:latin typeface="Courier New"/>
                <a:ea typeface="Courier New"/>
                <a:cs typeface="Courier New"/>
                <a:sym typeface="Courier New"/>
              </a:rPr>
              <a:t>	</a:t>
            </a:r>
            <a:r>
              <a:rPr b="1" lang="en-US">
                <a:solidFill>
                  <a:srgbClr val="7F0055"/>
                </a:solidFill>
                <a:highlight>
                  <a:srgbClr val="FFFFFF"/>
                </a:highlight>
                <a:latin typeface="Courier New"/>
                <a:ea typeface="Courier New"/>
                <a:cs typeface="Courier New"/>
                <a:sym typeface="Courier New"/>
              </a:rPr>
              <a:t>private</a:t>
            </a:r>
            <a:r>
              <a:rPr lang="en-US">
                <a:solidFill>
                  <a:schemeClr val="dk1"/>
                </a:solidFill>
                <a:highlight>
                  <a:srgbClr val="FFFFFF"/>
                </a:highlight>
                <a:latin typeface="Courier New"/>
                <a:ea typeface="Courier New"/>
                <a:cs typeface="Courier New"/>
                <a:sym typeface="Courier New"/>
              </a:rPr>
              <a:t> Boolean </a:t>
            </a:r>
            <a:r>
              <a:rPr lang="en-US">
                <a:solidFill>
                  <a:srgbClr val="0000C0"/>
                </a:solidFill>
                <a:highlight>
                  <a:srgbClr val="FFFFFF"/>
                </a:highlight>
                <a:latin typeface="Courier New"/>
                <a:ea typeface="Courier New"/>
                <a:cs typeface="Courier New"/>
                <a:sym typeface="Courier New"/>
              </a:rPr>
              <a:t>isAwesome</a:t>
            </a:r>
            <a:r>
              <a:rPr lang="en-US">
                <a:solidFill>
                  <a:schemeClr val="dk1"/>
                </a:solidFill>
                <a:highlight>
                  <a:srgbClr val="FFFFFF"/>
                </a:highlight>
                <a:latin typeface="Courier New"/>
                <a:ea typeface="Courier New"/>
                <a:cs typeface="Courier New"/>
                <a:sym typeface="Courier New"/>
              </a:rPr>
              <a:t>;</a:t>
            </a:r>
            <a:endParaRPr>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lang="en-US">
                <a:solidFill>
                  <a:schemeClr val="dk1"/>
                </a:solidFill>
                <a:highlight>
                  <a:srgbClr val="FFFFFF"/>
                </a:highlight>
                <a:latin typeface="Courier New"/>
                <a:ea typeface="Courier New"/>
                <a:cs typeface="Courier New"/>
                <a:sym typeface="Courier New"/>
              </a:rPr>
              <a:t>	</a:t>
            </a:r>
            <a:endParaRPr>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lang="en-US">
                <a:solidFill>
                  <a:schemeClr val="dk1"/>
                </a:solidFill>
                <a:highlight>
                  <a:srgbClr val="FFFFFF"/>
                </a:highlight>
                <a:latin typeface="Courier New"/>
                <a:ea typeface="Courier New"/>
                <a:cs typeface="Courier New"/>
                <a:sym typeface="Courier New"/>
              </a:rPr>
              <a:t>	</a:t>
            </a:r>
            <a:r>
              <a:rPr b="1" lang="en-US">
                <a:solidFill>
                  <a:srgbClr val="7F0055"/>
                </a:solidFill>
                <a:highlight>
                  <a:srgbClr val="FFFFFF"/>
                </a:highlight>
                <a:latin typeface="Courier New"/>
                <a:ea typeface="Courier New"/>
                <a:cs typeface="Courier New"/>
                <a:sym typeface="Courier New"/>
              </a:rPr>
              <a:t>public</a:t>
            </a:r>
            <a:r>
              <a:rPr lang="en-US">
                <a:solidFill>
                  <a:schemeClr val="dk1"/>
                </a:solidFill>
                <a:highlight>
                  <a:srgbClr val="FFFFFF"/>
                </a:highlight>
                <a:latin typeface="Courier New"/>
                <a:ea typeface="Courier New"/>
                <a:cs typeface="Courier New"/>
                <a:sym typeface="Courier New"/>
              </a:rPr>
              <a:t> PersonDTO() {}</a:t>
            </a:r>
            <a:endParaRPr>
              <a:solidFill>
                <a:schemeClr val="dk1"/>
              </a:solidFill>
              <a:highlight>
                <a:srgbClr val="FFFFFF"/>
              </a:highlight>
              <a:latin typeface="Courier New"/>
              <a:ea typeface="Courier New"/>
              <a:cs typeface="Courier New"/>
              <a:sym typeface="Courier New"/>
            </a:endParaRPr>
          </a:p>
          <a:p>
            <a:pPr indent="431800" lvl="0" marL="25400" rtl="0" algn="l">
              <a:lnSpc>
                <a:spcPct val="115000"/>
              </a:lnSpc>
              <a:spcBef>
                <a:spcPts val="0"/>
              </a:spcBef>
              <a:spcAft>
                <a:spcPts val="0"/>
              </a:spcAft>
              <a:buClr>
                <a:schemeClr val="dk1"/>
              </a:buClr>
              <a:buSzPts val="1100"/>
              <a:buFont typeface="Arial"/>
              <a:buNone/>
            </a:pPr>
            <a:r>
              <a:rPr b="1" lang="en-US">
                <a:solidFill>
                  <a:srgbClr val="7F0055"/>
                </a:solidFill>
                <a:highlight>
                  <a:srgbClr val="FFFFFF"/>
                </a:highlight>
                <a:latin typeface="Courier New"/>
                <a:ea typeface="Courier New"/>
                <a:cs typeface="Courier New"/>
                <a:sym typeface="Courier New"/>
              </a:rPr>
              <a:t>public</a:t>
            </a:r>
            <a:r>
              <a:rPr lang="en-US">
                <a:solidFill>
                  <a:schemeClr val="dk1"/>
                </a:solidFill>
                <a:highlight>
                  <a:srgbClr val="FFFFFF"/>
                </a:highlight>
                <a:latin typeface="Courier New"/>
                <a:ea typeface="Courier New"/>
                <a:cs typeface="Courier New"/>
                <a:sym typeface="Courier New"/>
              </a:rPr>
              <a:t> PersonDTO(Long </a:t>
            </a:r>
            <a:r>
              <a:rPr lang="en-US">
                <a:solidFill>
                  <a:srgbClr val="6A3E3E"/>
                </a:solidFill>
                <a:highlight>
                  <a:srgbClr val="FFFFFF"/>
                </a:highlight>
                <a:latin typeface="Courier New"/>
                <a:ea typeface="Courier New"/>
                <a:cs typeface="Courier New"/>
                <a:sym typeface="Courier New"/>
              </a:rPr>
              <a:t>id</a:t>
            </a:r>
            <a:r>
              <a:rPr lang="en-US">
                <a:solidFill>
                  <a:schemeClr val="dk1"/>
                </a:solidFill>
                <a:highlight>
                  <a:srgbClr val="FFFFFF"/>
                </a:highlight>
                <a:latin typeface="Courier New"/>
                <a:ea typeface="Courier New"/>
                <a:cs typeface="Courier New"/>
                <a:sym typeface="Courier New"/>
              </a:rPr>
              <a:t>, String </a:t>
            </a:r>
            <a:r>
              <a:rPr lang="en-US">
                <a:solidFill>
                  <a:srgbClr val="6A3E3E"/>
                </a:solidFill>
                <a:highlight>
                  <a:srgbClr val="FFFFFF"/>
                </a:highlight>
                <a:latin typeface="Courier New"/>
                <a:ea typeface="Courier New"/>
                <a:cs typeface="Courier New"/>
                <a:sym typeface="Courier New"/>
              </a:rPr>
              <a:t>name</a:t>
            </a:r>
            <a:r>
              <a:rPr lang="en-US">
                <a:solidFill>
                  <a:schemeClr val="dk1"/>
                </a:solidFill>
                <a:highlight>
                  <a:srgbClr val="FFFFFF"/>
                </a:highlight>
                <a:latin typeface="Courier New"/>
                <a:ea typeface="Courier New"/>
                <a:cs typeface="Courier New"/>
                <a:sym typeface="Courier New"/>
              </a:rPr>
              <a:t>, Integer </a:t>
            </a:r>
            <a:r>
              <a:rPr lang="en-US">
                <a:solidFill>
                  <a:srgbClr val="6A3E3E"/>
                </a:solidFill>
                <a:highlight>
                  <a:srgbClr val="FFFFFF"/>
                </a:highlight>
                <a:latin typeface="Courier New"/>
                <a:ea typeface="Courier New"/>
                <a:cs typeface="Courier New"/>
                <a:sym typeface="Courier New"/>
              </a:rPr>
              <a:t>age</a:t>
            </a:r>
            <a:r>
              <a:rPr lang="en-US">
                <a:solidFill>
                  <a:schemeClr val="dk1"/>
                </a:solidFill>
                <a:highlight>
                  <a:srgbClr val="FFFFFF"/>
                </a:highlight>
                <a:latin typeface="Courier New"/>
                <a:ea typeface="Courier New"/>
                <a:cs typeface="Courier New"/>
                <a:sym typeface="Courier New"/>
              </a:rPr>
              <a:t>, Boolean </a:t>
            </a:r>
            <a:r>
              <a:rPr lang="en-US">
                <a:solidFill>
                  <a:srgbClr val="6A3E3E"/>
                </a:solidFill>
                <a:highlight>
                  <a:srgbClr val="FFFFFF"/>
                </a:highlight>
                <a:latin typeface="Courier New"/>
                <a:ea typeface="Courier New"/>
                <a:cs typeface="Courier New"/>
                <a:sym typeface="Courier New"/>
              </a:rPr>
              <a:t>isAwesome</a:t>
            </a:r>
            <a:r>
              <a:rPr lang="en-US">
                <a:solidFill>
                  <a:schemeClr val="dk1"/>
                </a:solidFill>
                <a:highlight>
                  <a:srgbClr val="FFFFFF"/>
                </a:highlight>
                <a:latin typeface="Courier New"/>
                <a:ea typeface="Courier New"/>
                <a:cs typeface="Courier New"/>
                <a:sym typeface="Courier New"/>
              </a:rPr>
              <a:t>) {</a:t>
            </a:r>
            <a:endParaRPr>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lang="en-US">
                <a:solidFill>
                  <a:schemeClr val="dk1"/>
                </a:solidFill>
                <a:highlight>
                  <a:srgbClr val="FFFFFF"/>
                </a:highlight>
                <a:latin typeface="Courier New"/>
                <a:ea typeface="Courier New"/>
                <a:cs typeface="Courier New"/>
                <a:sym typeface="Courier New"/>
              </a:rPr>
              <a:t>		</a:t>
            </a:r>
            <a:r>
              <a:rPr b="1" lang="en-US">
                <a:solidFill>
                  <a:srgbClr val="7F0055"/>
                </a:solidFill>
                <a:highlight>
                  <a:srgbClr val="FFFFFF"/>
                </a:highlight>
                <a:latin typeface="Courier New"/>
                <a:ea typeface="Courier New"/>
                <a:cs typeface="Courier New"/>
                <a:sym typeface="Courier New"/>
              </a:rPr>
              <a:t>this</a:t>
            </a:r>
            <a:r>
              <a:rPr lang="en-US">
                <a:solidFill>
                  <a:schemeClr val="dk1"/>
                </a:solidFill>
                <a:highlight>
                  <a:srgbClr val="FFFFFF"/>
                </a:highlight>
                <a:latin typeface="Courier New"/>
                <a:ea typeface="Courier New"/>
                <a:cs typeface="Courier New"/>
                <a:sym typeface="Courier New"/>
              </a:rPr>
              <a:t>.</a:t>
            </a:r>
            <a:r>
              <a:rPr lang="en-US">
                <a:solidFill>
                  <a:srgbClr val="0000C0"/>
                </a:solidFill>
                <a:highlight>
                  <a:srgbClr val="FFFFFF"/>
                </a:highlight>
                <a:latin typeface="Courier New"/>
                <a:ea typeface="Courier New"/>
                <a:cs typeface="Courier New"/>
                <a:sym typeface="Courier New"/>
              </a:rPr>
              <a:t>id</a:t>
            </a:r>
            <a:r>
              <a:rPr lang="en-US">
                <a:solidFill>
                  <a:schemeClr val="dk1"/>
                </a:solidFill>
                <a:highlight>
                  <a:srgbClr val="FFFFFF"/>
                </a:highlight>
                <a:latin typeface="Courier New"/>
                <a:ea typeface="Courier New"/>
                <a:cs typeface="Courier New"/>
                <a:sym typeface="Courier New"/>
              </a:rPr>
              <a:t> = </a:t>
            </a:r>
            <a:r>
              <a:rPr lang="en-US">
                <a:solidFill>
                  <a:srgbClr val="6A3E3E"/>
                </a:solidFill>
                <a:highlight>
                  <a:srgbClr val="FFFFFF"/>
                </a:highlight>
                <a:latin typeface="Courier New"/>
                <a:ea typeface="Courier New"/>
                <a:cs typeface="Courier New"/>
                <a:sym typeface="Courier New"/>
              </a:rPr>
              <a:t>id</a:t>
            </a:r>
            <a:r>
              <a:rPr lang="en-US">
                <a:solidFill>
                  <a:schemeClr val="dk1"/>
                </a:solidFill>
                <a:highlight>
                  <a:srgbClr val="FFFFFF"/>
                </a:highlight>
                <a:latin typeface="Courier New"/>
                <a:ea typeface="Courier New"/>
                <a:cs typeface="Courier New"/>
                <a:sym typeface="Courier New"/>
              </a:rPr>
              <a:t>;</a:t>
            </a:r>
            <a:endParaRPr>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lang="en-US">
                <a:solidFill>
                  <a:schemeClr val="dk1"/>
                </a:solidFill>
                <a:highlight>
                  <a:srgbClr val="FFFFFF"/>
                </a:highlight>
                <a:latin typeface="Courier New"/>
                <a:ea typeface="Courier New"/>
                <a:cs typeface="Courier New"/>
                <a:sym typeface="Courier New"/>
              </a:rPr>
              <a:t>		</a:t>
            </a:r>
            <a:r>
              <a:rPr b="1" lang="en-US">
                <a:solidFill>
                  <a:srgbClr val="7F0055"/>
                </a:solidFill>
                <a:highlight>
                  <a:srgbClr val="FFFFFF"/>
                </a:highlight>
                <a:latin typeface="Courier New"/>
                <a:ea typeface="Courier New"/>
                <a:cs typeface="Courier New"/>
                <a:sym typeface="Courier New"/>
              </a:rPr>
              <a:t>this</a:t>
            </a:r>
            <a:r>
              <a:rPr lang="en-US">
                <a:solidFill>
                  <a:schemeClr val="dk1"/>
                </a:solidFill>
                <a:highlight>
                  <a:srgbClr val="FFFFFF"/>
                </a:highlight>
                <a:latin typeface="Courier New"/>
                <a:ea typeface="Courier New"/>
                <a:cs typeface="Courier New"/>
                <a:sym typeface="Courier New"/>
              </a:rPr>
              <a:t>.</a:t>
            </a:r>
            <a:r>
              <a:rPr lang="en-US">
                <a:solidFill>
                  <a:srgbClr val="0000C0"/>
                </a:solidFill>
                <a:highlight>
                  <a:srgbClr val="FFFFFF"/>
                </a:highlight>
                <a:latin typeface="Courier New"/>
                <a:ea typeface="Courier New"/>
                <a:cs typeface="Courier New"/>
                <a:sym typeface="Courier New"/>
              </a:rPr>
              <a:t>name</a:t>
            </a:r>
            <a:r>
              <a:rPr lang="en-US">
                <a:solidFill>
                  <a:schemeClr val="dk1"/>
                </a:solidFill>
                <a:highlight>
                  <a:srgbClr val="FFFFFF"/>
                </a:highlight>
                <a:latin typeface="Courier New"/>
                <a:ea typeface="Courier New"/>
                <a:cs typeface="Courier New"/>
                <a:sym typeface="Courier New"/>
              </a:rPr>
              <a:t> = </a:t>
            </a:r>
            <a:r>
              <a:rPr lang="en-US">
                <a:solidFill>
                  <a:srgbClr val="6A3E3E"/>
                </a:solidFill>
                <a:highlight>
                  <a:srgbClr val="FFFFFF"/>
                </a:highlight>
                <a:latin typeface="Courier New"/>
                <a:ea typeface="Courier New"/>
                <a:cs typeface="Courier New"/>
                <a:sym typeface="Courier New"/>
              </a:rPr>
              <a:t>name</a:t>
            </a:r>
            <a:r>
              <a:rPr lang="en-US">
                <a:solidFill>
                  <a:schemeClr val="dk1"/>
                </a:solidFill>
                <a:highlight>
                  <a:srgbClr val="FFFFFF"/>
                </a:highlight>
                <a:latin typeface="Courier New"/>
                <a:ea typeface="Courier New"/>
                <a:cs typeface="Courier New"/>
                <a:sym typeface="Courier New"/>
              </a:rPr>
              <a:t>;</a:t>
            </a:r>
            <a:endParaRPr>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lang="en-US">
                <a:solidFill>
                  <a:schemeClr val="dk1"/>
                </a:solidFill>
                <a:highlight>
                  <a:srgbClr val="FFFFFF"/>
                </a:highlight>
                <a:latin typeface="Courier New"/>
                <a:ea typeface="Courier New"/>
                <a:cs typeface="Courier New"/>
                <a:sym typeface="Courier New"/>
              </a:rPr>
              <a:t>		</a:t>
            </a:r>
            <a:r>
              <a:rPr b="1" lang="en-US">
                <a:solidFill>
                  <a:srgbClr val="7F0055"/>
                </a:solidFill>
                <a:highlight>
                  <a:srgbClr val="FFFFFF"/>
                </a:highlight>
                <a:latin typeface="Courier New"/>
                <a:ea typeface="Courier New"/>
                <a:cs typeface="Courier New"/>
                <a:sym typeface="Courier New"/>
              </a:rPr>
              <a:t>this</a:t>
            </a:r>
            <a:r>
              <a:rPr lang="en-US">
                <a:solidFill>
                  <a:schemeClr val="dk1"/>
                </a:solidFill>
                <a:highlight>
                  <a:srgbClr val="FFFFFF"/>
                </a:highlight>
                <a:latin typeface="Courier New"/>
                <a:ea typeface="Courier New"/>
                <a:cs typeface="Courier New"/>
                <a:sym typeface="Courier New"/>
              </a:rPr>
              <a:t>.</a:t>
            </a:r>
            <a:r>
              <a:rPr lang="en-US">
                <a:solidFill>
                  <a:srgbClr val="0000C0"/>
                </a:solidFill>
                <a:highlight>
                  <a:srgbClr val="FFFFFF"/>
                </a:highlight>
                <a:latin typeface="Courier New"/>
                <a:ea typeface="Courier New"/>
                <a:cs typeface="Courier New"/>
                <a:sym typeface="Courier New"/>
              </a:rPr>
              <a:t>age</a:t>
            </a:r>
            <a:r>
              <a:rPr lang="en-US">
                <a:solidFill>
                  <a:schemeClr val="dk1"/>
                </a:solidFill>
                <a:highlight>
                  <a:srgbClr val="FFFFFF"/>
                </a:highlight>
                <a:latin typeface="Courier New"/>
                <a:ea typeface="Courier New"/>
                <a:cs typeface="Courier New"/>
                <a:sym typeface="Courier New"/>
              </a:rPr>
              <a:t> = </a:t>
            </a:r>
            <a:r>
              <a:rPr lang="en-US">
                <a:solidFill>
                  <a:srgbClr val="6A3E3E"/>
                </a:solidFill>
                <a:highlight>
                  <a:srgbClr val="FFFFFF"/>
                </a:highlight>
                <a:latin typeface="Courier New"/>
                <a:ea typeface="Courier New"/>
                <a:cs typeface="Courier New"/>
                <a:sym typeface="Courier New"/>
              </a:rPr>
              <a:t>age</a:t>
            </a:r>
            <a:r>
              <a:rPr lang="en-US">
                <a:solidFill>
                  <a:schemeClr val="dk1"/>
                </a:solidFill>
                <a:highlight>
                  <a:srgbClr val="FFFFFF"/>
                </a:highlight>
                <a:latin typeface="Courier New"/>
                <a:ea typeface="Courier New"/>
                <a:cs typeface="Courier New"/>
                <a:sym typeface="Courier New"/>
              </a:rPr>
              <a:t>;</a:t>
            </a:r>
            <a:endParaRPr>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lang="en-US">
                <a:solidFill>
                  <a:schemeClr val="dk1"/>
                </a:solidFill>
                <a:highlight>
                  <a:srgbClr val="FFFFFF"/>
                </a:highlight>
                <a:latin typeface="Courier New"/>
                <a:ea typeface="Courier New"/>
                <a:cs typeface="Courier New"/>
                <a:sym typeface="Courier New"/>
              </a:rPr>
              <a:t>		</a:t>
            </a:r>
            <a:r>
              <a:rPr b="1" lang="en-US">
                <a:solidFill>
                  <a:srgbClr val="7F0055"/>
                </a:solidFill>
                <a:highlight>
                  <a:srgbClr val="FFFFFF"/>
                </a:highlight>
                <a:latin typeface="Courier New"/>
                <a:ea typeface="Courier New"/>
                <a:cs typeface="Courier New"/>
                <a:sym typeface="Courier New"/>
              </a:rPr>
              <a:t>this</a:t>
            </a:r>
            <a:r>
              <a:rPr lang="en-US">
                <a:solidFill>
                  <a:schemeClr val="dk1"/>
                </a:solidFill>
                <a:highlight>
                  <a:srgbClr val="FFFFFF"/>
                </a:highlight>
                <a:latin typeface="Courier New"/>
                <a:ea typeface="Courier New"/>
                <a:cs typeface="Courier New"/>
                <a:sym typeface="Courier New"/>
              </a:rPr>
              <a:t>.</a:t>
            </a:r>
            <a:r>
              <a:rPr lang="en-US">
                <a:solidFill>
                  <a:srgbClr val="0000C0"/>
                </a:solidFill>
                <a:highlight>
                  <a:srgbClr val="FFFFFF"/>
                </a:highlight>
                <a:latin typeface="Courier New"/>
                <a:ea typeface="Courier New"/>
                <a:cs typeface="Courier New"/>
                <a:sym typeface="Courier New"/>
              </a:rPr>
              <a:t>isAwesome</a:t>
            </a:r>
            <a:r>
              <a:rPr lang="en-US">
                <a:solidFill>
                  <a:schemeClr val="dk1"/>
                </a:solidFill>
                <a:highlight>
                  <a:srgbClr val="FFFFFF"/>
                </a:highlight>
                <a:latin typeface="Courier New"/>
                <a:ea typeface="Courier New"/>
                <a:cs typeface="Courier New"/>
                <a:sym typeface="Courier New"/>
              </a:rPr>
              <a:t> = </a:t>
            </a:r>
            <a:r>
              <a:rPr lang="en-US">
                <a:solidFill>
                  <a:srgbClr val="6A3E3E"/>
                </a:solidFill>
                <a:highlight>
                  <a:srgbClr val="FFFFFF"/>
                </a:highlight>
                <a:latin typeface="Courier New"/>
                <a:ea typeface="Courier New"/>
                <a:cs typeface="Courier New"/>
                <a:sym typeface="Courier New"/>
              </a:rPr>
              <a:t>isAwesome</a:t>
            </a:r>
            <a:r>
              <a:rPr lang="en-US">
                <a:solidFill>
                  <a:schemeClr val="dk1"/>
                </a:solidFill>
                <a:highlight>
                  <a:srgbClr val="FFFFFF"/>
                </a:highlight>
                <a:latin typeface="Courier New"/>
                <a:ea typeface="Courier New"/>
                <a:cs typeface="Courier New"/>
                <a:sym typeface="Courier New"/>
              </a:rPr>
              <a:t>;</a:t>
            </a:r>
            <a:endParaRPr>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lang="en-US">
                <a:solidFill>
                  <a:schemeClr val="dk1"/>
                </a:solidFill>
                <a:highlight>
                  <a:srgbClr val="FFFFFF"/>
                </a:highlight>
                <a:latin typeface="Courier New"/>
                <a:ea typeface="Courier New"/>
                <a:cs typeface="Courier New"/>
                <a:sym typeface="Courier New"/>
              </a:rPr>
              <a:t>	}</a:t>
            </a:r>
            <a:endParaRPr>
              <a:solidFill>
                <a:schemeClr val="dk1"/>
              </a:solidFill>
              <a:highlight>
                <a:srgbClr val="FFFFFF"/>
              </a:highlight>
              <a:latin typeface="Courier New"/>
              <a:ea typeface="Courier New"/>
              <a:cs typeface="Courier New"/>
              <a:sym typeface="Courier New"/>
            </a:endParaRPr>
          </a:p>
          <a:p>
            <a:pPr indent="0" lvl="0" marL="0" marR="0" rtl="0" algn="l">
              <a:lnSpc>
                <a:spcPct val="115000"/>
              </a:lnSpc>
              <a:spcBef>
                <a:spcPts val="0"/>
              </a:spcBef>
              <a:spcAft>
                <a:spcPts val="0"/>
              </a:spcAft>
              <a:buNone/>
            </a:pPr>
            <a:r>
              <a:t/>
            </a:r>
            <a:endParaRPr sz="2200">
              <a:solidFill>
                <a:schemeClr val="dk1"/>
              </a:solidFill>
              <a:latin typeface="Lexend"/>
              <a:ea typeface="Lexend"/>
              <a:cs typeface="Lexend"/>
              <a:sym typeface="Lexend"/>
            </a:endParaRPr>
          </a:p>
          <a:p>
            <a:pPr indent="0" lvl="0" marL="0" marR="0" rtl="0" algn="l">
              <a:lnSpc>
                <a:spcPct val="115000"/>
              </a:lnSpc>
              <a:spcBef>
                <a:spcPts val="0"/>
              </a:spcBef>
              <a:spcAft>
                <a:spcPts val="0"/>
              </a:spcAft>
              <a:buNone/>
            </a:pPr>
            <a:r>
              <a:t/>
            </a:r>
            <a:endParaRPr sz="2200">
              <a:solidFill>
                <a:schemeClr val="dk1"/>
              </a:solidFill>
              <a:latin typeface="Lexend"/>
              <a:ea typeface="Lexend"/>
              <a:cs typeface="Lexend"/>
              <a:sym typeface="Lexend"/>
            </a:endParaRPr>
          </a:p>
          <a:p>
            <a:pPr indent="0" lvl="0" marL="0" marR="0" rtl="0" algn="l">
              <a:lnSpc>
                <a:spcPct val="115000"/>
              </a:lnSpc>
              <a:spcBef>
                <a:spcPts val="0"/>
              </a:spcBef>
              <a:spcAft>
                <a:spcPts val="0"/>
              </a:spcAft>
              <a:buNone/>
            </a:pPr>
            <a:r>
              <a:t/>
            </a:r>
            <a:endParaRPr sz="2200">
              <a:solidFill>
                <a:schemeClr val="dk1"/>
              </a:solidFill>
              <a:latin typeface="Lexend"/>
              <a:ea typeface="Lexend"/>
              <a:cs typeface="Lexend"/>
              <a:sym typeface="Lexend"/>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sp>
        <p:nvSpPr>
          <p:cNvPr id="478" name="Google Shape;478;g3bda3d096ad_0_75"/>
          <p:cNvSpPr txBox="1"/>
          <p:nvPr>
            <p:ph type="title"/>
          </p:nvPr>
        </p:nvSpPr>
        <p:spPr>
          <a:xfrm>
            <a:off x="439648" y="189700"/>
            <a:ext cx="5510400" cy="6603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1100"/>
              <a:buFont typeface="Arial"/>
              <a:buNone/>
            </a:pPr>
            <a:r>
              <a:rPr lang="en-US" sz="1200">
                <a:latin typeface="IBM Plex Sans"/>
                <a:ea typeface="IBM Plex Sans"/>
                <a:cs typeface="IBM Plex Sans"/>
                <a:sym typeface="IBM Plex Sans"/>
              </a:rPr>
              <a:t>Introduction to APIs</a:t>
            </a:r>
            <a:endParaRPr sz="1200">
              <a:latin typeface="IBM Plex Sans"/>
              <a:ea typeface="IBM Plex Sans"/>
              <a:cs typeface="IBM Plex Sans"/>
              <a:sym typeface="IBM Plex Sans"/>
            </a:endParaRPr>
          </a:p>
        </p:txBody>
      </p:sp>
      <p:cxnSp>
        <p:nvCxnSpPr>
          <p:cNvPr id="479" name="Google Shape;479;g3bda3d096ad_0_75"/>
          <p:cNvCxnSpPr/>
          <p:nvPr/>
        </p:nvCxnSpPr>
        <p:spPr>
          <a:xfrm>
            <a:off x="97082" y="746462"/>
            <a:ext cx="10200300" cy="0"/>
          </a:xfrm>
          <a:prstGeom prst="straightConnector1">
            <a:avLst/>
          </a:prstGeom>
          <a:noFill/>
          <a:ln cap="flat" cmpd="sng" w="9525">
            <a:solidFill>
              <a:schemeClr val="accent1"/>
            </a:solidFill>
            <a:prstDash val="solid"/>
            <a:miter lim="800000"/>
            <a:headEnd len="sm" w="sm" type="none"/>
            <a:tailEnd len="sm" w="sm" type="none"/>
          </a:ln>
        </p:spPr>
      </p:cxnSp>
      <p:sp>
        <p:nvSpPr>
          <p:cNvPr id="480" name="Google Shape;480;g3bda3d096ad_0_75"/>
          <p:cNvSpPr txBox="1"/>
          <p:nvPr>
            <p:ph idx="4294967295" type="ctrTitle"/>
          </p:nvPr>
        </p:nvSpPr>
        <p:spPr>
          <a:xfrm>
            <a:off x="517400" y="983676"/>
            <a:ext cx="10150500" cy="6012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9B1D23"/>
              </a:buClr>
              <a:buSzPts val="4770"/>
              <a:buFont typeface="Arial Black"/>
              <a:buNone/>
            </a:pPr>
            <a:r>
              <a:rPr lang="en-US" sz="3440"/>
              <a:t>PersonDTO</a:t>
            </a:r>
            <a:endParaRPr sz="3440"/>
          </a:p>
          <a:p>
            <a:pPr indent="0" lvl="0" marL="0" marR="0" rtl="0" algn="l">
              <a:lnSpc>
                <a:spcPct val="90000"/>
              </a:lnSpc>
              <a:spcBef>
                <a:spcPts val="0"/>
              </a:spcBef>
              <a:spcAft>
                <a:spcPts val="0"/>
              </a:spcAft>
              <a:buClr>
                <a:srgbClr val="9B1D23"/>
              </a:buClr>
              <a:buSzPts val="4770"/>
              <a:buFont typeface="Arial Black"/>
              <a:buNone/>
            </a:pPr>
            <a:r>
              <a:t/>
            </a:r>
            <a:endParaRPr sz="3440"/>
          </a:p>
        </p:txBody>
      </p:sp>
      <p:sp>
        <p:nvSpPr>
          <p:cNvPr id="481" name="Google Shape;481;g3bda3d096ad_0_75"/>
          <p:cNvSpPr txBox="1"/>
          <p:nvPr/>
        </p:nvSpPr>
        <p:spPr>
          <a:xfrm>
            <a:off x="517400" y="1584875"/>
            <a:ext cx="10150500" cy="5331900"/>
          </a:xfrm>
          <a:prstGeom prst="rect">
            <a:avLst/>
          </a:prstGeom>
          <a:noFill/>
          <a:ln>
            <a:noFill/>
          </a:ln>
        </p:spPr>
        <p:txBody>
          <a:bodyPr anchorCtr="0" anchor="t" bIns="91425" lIns="91425" spcFirstLastPara="1" rIns="91425" wrap="square" tIns="91425">
            <a:spAutoFit/>
          </a:bodyPr>
          <a:lstStyle/>
          <a:p>
            <a:pPr indent="431800" lvl="0" marL="25400" rtl="0" algn="l">
              <a:lnSpc>
                <a:spcPct val="115000"/>
              </a:lnSpc>
              <a:spcBef>
                <a:spcPts val="0"/>
              </a:spcBef>
              <a:spcAft>
                <a:spcPts val="0"/>
              </a:spcAft>
              <a:buNone/>
            </a:pPr>
            <a:r>
              <a:rPr b="1" lang="en-US" sz="1700">
                <a:solidFill>
                  <a:srgbClr val="7F0055"/>
                </a:solidFill>
                <a:highlight>
                  <a:srgbClr val="FFFFFF"/>
                </a:highlight>
                <a:latin typeface="Courier New"/>
                <a:ea typeface="Courier New"/>
                <a:cs typeface="Courier New"/>
                <a:sym typeface="Courier New"/>
              </a:rPr>
              <a:t>public</a:t>
            </a:r>
            <a:r>
              <a:rPr lang="en-US" sz="1700">
                <a:solidFill>
                  <a:schemeClr val="dk1"/>
                </a:solidFill>
                <a:highlight>
                  <a:srgbClr val="FFFFFF"/>
                </a:highlight>
                <a:latin typeface="Courier New"/>
                <a:ea typeface="Courier New"/>
                <a:cs typeface="Courier New"/>
                <a:sym typeface="Courier New"/>
              </a:rPr>
              <a:t> PersonDTO(Person </a:t>
            </a:r>
            <a:r>
              <a:rPr lang="en-US" sz="1700">
                <a:solidFill>
                  <a:srgbClr val="6A3E3E"/>
                </a:solidFill>
                <a:highlight>
                  <a:srgbClr val="FFFFFF"/>
                </a:highlight>
                <a:latin typeface="Courier New"/>
                <a:ea typeface="Courier New"/>
                <a:cs typeface="Courier New"/>
                <a:sym typeface="Courier New"/>
              </a:rPr>
              <a:t>personEntity</a:t>
            </a:r>
            <a:r>
              <a:rPr lang="en-US" sz="1700">
                <a:solidFill>
                  <a:schemeClr val="dk1"/>
                </a:solidFill>
                <a:highlight>
                  <a:srgbClr val="FFFFFF"/>
                </a:highlight>
                <a:latin typeface="Courier New"/>
                <a:ea typeface="Courier New"/>
                <a:cs typeface="Courier New"/>
                <a:sym typeface="Courier New"/>
              </a:rPr>
              <a:t>) {</a:t>
            </a:r>
            <a:endParaRPr sz="17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700">
                <a:solidFill>
                  <a:schemeClr val="dk1"/>
                </a:solidFill>
                <a:highlight>
                  <a:srgbClr val="FFFFFF"/>
                </a:highlight>
                <a:latin typeface="Courier New"/>
                <a:ea typeface="Courier New"/>
                <a:cs typeface="Courier New"/>
                <a:sym typeface="Courier New"/>
              </a:rPr>
              <a:t>		</a:t>
            </a:r>
            <a:r>
              <a:rPr b="1" lang="en-US" sz="1700">
                <a:solidFill>
                  <a:srgbClr val="7F0055"/>
                </a:solidFill>
                <a:highlight>
                  <a:srgbClr val="FFFFFF"/>
                </a:highlight>
                <a:latin typeface="Courier New"/>
                <a:ea typeface="Courier New"/>
                <a:cs typeface="Courier New"/>
                <a:sym typeface="Courier New"/>
              </a:rPr>
              <a:t>this</a:t>
            </a:r>
            <a:r>
              <a:rPr lang="en-US" sz="1700">
                <a:solidFill>
                  <a:schemeClr val="dk1"/>
                </a:solidFill>
                <a:highlight>
                  <a:srgbClr val="FFFFFF"/>
                </a:highlight>
                <a:latin typeface="Courier New"/>
                <a:ea typeface="Courier New"/>
                <a:cs typeface="Courier New"/>
                <a:sym typeface="Courier New"/>
              </a:rPr>
              <a:t>.setId(</a:t>
            </a:r>
            <a:r>
              <a:rPr lang="en-US" sz="1700">
                <a:solidFill>
                  <a:srgbClr val="6A3E3E"/>
                </a:solidFill>
                <a:highlight>
                  <a:srgbClr val="FFFFFF"/>
                </a:highlight>
                <a:latin typeface="Courier New"/>
                <a:ea typeface="Courier New"/>
                <a:cs typeface="Courier New"/>
                <a:sym typeface="Courier New"/>
              </a:rPr>
              <a:t>personEntity</a:t>
            </a:r>
            <a:r>
              <a:rPr lang="en-US" sz="1700">
                <a:solidFill>
                  <a:schemeClr val="dk1"/>
                </a:solidFill>
                <a:highlight>
                  <a:srgbClr val="FFFFFF"/>
                </a:highlight>
                <a:latin typeface="Courier New"/>
                <a:ea typeface="Courier New"/>
                <a:cs typeface="Courier New"/>
                <a:sym typeface="Courier New"/>
              </a:rPr>
              <a:t>.getId() );</a:t>
            </a:r>
            <a:endParaRPr sz="17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700">
                <a:solidFill>
                  <a:schemeClr val="dk1"/>
                </a:solidFill>
                <a:highlight>
                  <a:srgbClr val="FFFFFF"/>
                </a:highlight>
                <a:latin typeface="Courier New"/>
                <a:ea typeface="Courier New"/>
                <a:cs typeface="Courier New"/>
                <a:sym typeface="Courier New"/>
              </a:rPr>
              <a:t>		</a:t>
            </a:r>
            <a:r>
              <a:rPr b="1" lang="en-US" sz="1700">
                <a:solidFill>
                  <a:srgbClr val="7F0055"/>
                </a:solidFill>
                <a:highlight>
                  <a:srgbClr val="FFFFFF"/>
                </a:highlight>
                <a:latin typeface="Courier New"/>
                <a:ea typeface="Courier New"/>
                <a:cs typeface="Courier New"/>
                <a:sym typeface="Courier New"/>
              </a:rPr>
              <a:t>this</a:t>
            </a:r>
            <a:r>
              <a:rPr lang="en-US" sz="1700">
                <a:solidFill>
                  <a:schemeClr val="dk1"/>
                </a:solidFill>
                <a:highlight>
                  <a:srgbClr val="FFFFFF"/>
                </a:highlight>
                <a:latin typeface="Courier New"/>
                <a:ea typeface="Courier New"/>
                <a:cs typeface="Courier New"/>
                <a:sym typeface="Courier New"/>
              </a:rPr>
              <a:t>.setName(</a:t>
            </a:r>
            <a:r>
              <a:rPr lang="en-US" sz="1700">
                <a:solidFill>
                  <a:srgbClr val="6A3E3E"/>
                </a:solidFill>
                <a:highlight>
                  <a:srgbClr val="FFFFFF"/>
                </a:highlight>
                <a:latin typeface="Courier New"/>
                <a:ea typeface="Courier New"/>
                <a:cs typeface="Courier New"/>
                <a:sym typeface="Courier New"/>
              </a:rPr>
              <a:t>personEntity</a:t>
            </a:r>
            <a:r>
              <a:rPr lang="en-US" sz="1700">
                <a:solidFill>
                  <a:schemeClr val="dk1"/>
                </a:solidFill>
                <a:highlight>
                  <a:srgbClr val="FFFFFF"/>
                </a:highlight>
                <a:latin typeface="Courier New"/>
                <a:ea typeface="Courier New"/>
                <a:cs typeface="Courier New"/>
                <a:sym typeface="Courier New"/>
              </a:rPr>
              <a:t>.getName() );</a:t>
            </a:r>
            <a:endParaRPr sz="17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700">
                <a:solidFill>
                  <a:schemeClr val="dk1"/>
                </a:solidFill>
                <a:highlight>
                  <a:srgbClr val="FFFFFF"/>
                </a:highlight>
                <a:latin typeface="Courier New"/>
                <a:ea typeface="Courier New"/>
                <a:cs typeface="Courier New"/>
                <a:sym typeface="Courier New"/>
              </a:rPr>
              <a:t>		</a:t>
            </a:r>
            <a:r>
              <a:rPr b="1" lang="en-US" sz="1700">
                <a:solidFill>
                  <a:srgbClr val="7F0055"/>
                </a:solidFill>
                <a:highlight>
                  <a:srgbClr val="FFFFFF"/>
                </a:highlight>
                <a:latin typeface="Courier New"/>
                <a:ea typeface="Courier New"/>
                <a:cs typeface="Courier New"/>
                <a:sym typeface="Courier New"/>
              </a:rPr>
              <a:t>this</a:t>
            </a:r>
            <a:r>
              <a:rPr lang="en-US" sz="1700">
                <a:solidFill>
                  <a:schemeClr val="dk1"/>
                </a:solidFill>
                <a:highlight>
                  <a:srgbClr val="FFFFFF"/>
                </a:highlight>
                <a:latin typeface="Courier New"/>
                <a:ea typeface="Courier New"/>
                <a:cs typeface="Courier New"/>
                <a:sym typeface="Courier New"/>
              </a:rPr>
              <a:t>.setAge(</a:t>
            </a:r>
            <a:r>
              <a:rPr lang="en-US" sz="1700">
                <a:solidFill>
                  <a:srgbClr val="6A3E3E"/>
                </a:solidFill>
                <a:highlight>
                  <a:srgbClr val="FFFFFF"/>
                </a:highlight>
                <a:latin typeface="Courier New"/>
                <a:ea typeface="Courier New"/>
                <a:cs typeface="Courier New"/>
                <a:sym typeface="Courier New"/>
              </a:rPr>
              <a:t>personEntity</a:t>
            </a:r>
            <a:r>
              <a:rPr lang="en-US" sz="1700">
                <a:solidFill>
                  <a:schemeClr val="dk1"/>
                </a:solidFill>
                <a:highlight>
                  <a:srgbClr val="FFFFFF"/>
                </a:highlight>
                <a:latin typeface="Courier New"/>
                <a:ea typeface="Courier New"/>
                <a:cs typeface="Courier New"/>
                <a:sym typeface="Courier New"/>
              </a:rPr>
              <a:t>.getAge() );</a:t>
            </a:r>
            <a:endParaRPr sz="17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700">
                <a:solidFill>
                  <a:schemeClr val="dk1"/>
                </a:solidFill>
                <a:highlight>
                  <a:srgbClr val="FFFFFF"/>
                </a:highlight>
                <a:latin typeface="Courier New"/>
                <a:ea typeface="Courier New"/>
                <a:cs typeface="Courier New"/>
                <a:sym typeface="Courier New"/>
              </a:rPr>
              <a:t>		</a:t>
            </a:r>
            <a:r>
              <a:rPr b="1" lang="en-US" sz="1700">
                <a:solidFill>
                  <a:srgbClr val="7F0055"/>
                </a:solidFill>
                <a:highlight>
                  <a:srgbClr val="FFFFFF"/>
                </a:highlight>
                <a:latin typeface="Courier New"/>
                <a:ea typeface="Courier New"/>
                <a:cs typeface="Courier New"/>
                <a:sym typeface="Courier New"/>
              </a:rPr>
              <a:t>this</a:t>
            </a:r>
            <a:r>
              <a:rPr lang="en-US" sz="1700">
                <a:solidFill>
                  <a:schemeClr val="dk1"/>
                </a:solidFill>
                <a:highlight>
                  <a:srgbClr val="FFFFFF"/>
                </a:highlight>
                <a:latin typeface="Courier New"/>
                <a:ea typeface="Courier New"/>
                <a:cs typeface="Courier New"/>
                <a:sym typeface="Courier New"/>
              </a:rPr>
              <a:t>.setIsAwesome(</a:t>
            </a:r>
            <a:r>
              <a:rPr lang="en-US" sz="1700">
                <a:solidFill>
                  <a:srgbClr val="6A3E3E"/>
                </a:solidFill>
                <a:highlight>
                  <a:srgbClr val="FFFFFF"/>
                </a:highlight>
                <a:latin typeface="Courier New"/>
                <a:ea typeface="Courier New"/>
                <a:cs typeface="Courier New"/>
                <a:sym typeface="Courier New"/>
              </a:rPr>
              <a:t>personEntity</a:t>
            </a:r>
            <a:r>
              <a:rPr lang="en-US" sz="1700">
                <a:solidFill>
                  <a:schemeClr val="dk1"/>
                </a:solidFill>
                <a:highlight>
                  <a:srgbClr val="FFFFFF"/>
                </a:highlight>
                <a:latin typeface="Courier New"/>
                <a:ea typeface="Courier New"/>
                <a:cs typeface="Courier New"/>
                <a:sym typeface="Courier New"/>
              </a:rPr>
              <a:t>.getIsAwesome() );	</a:t>
            </a:r>
            <a:endParaRPr sz="17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700">
                <a:solidFill>
                  <a:schemeClr val="dk1"/>
                </a:solidFill>
                <a:highlight>
                  <a:srgbClr val="FFFFFF"/>
                </a:highlight>
                <a:latin typeface="Courier New"/>
                <a:ea typeface="Courier New"/>
                <a:cs typeface="Courier New"/>
                <a:sym typeface="Courier New"/>
              </a:rPr>
              <a:t>	}</a:t>
            </a:r>
            <a:endParaRPr sz="170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t/>
            </a:r>
            <a:endParaRPr sz="2900">
              <a:solidFill>
                <a:schemeClr val="dk1"/>
              </a:solidFill>
              <a:latin typeface="Lexend"/>
              <a:ea typeface="Lexend"/>
              <a:cs typeface="Lexend"/>
              <a:sym typeface="Lexend"/>
            </a:endParaRPr>
          </a:p>
          <a:p>
            <a:pPr indent="0" lvl="0" marL="25400" rtl="0" algn="l">
              <a:lnSpc>
                <a:spcPct val="115000"/>
              </a:lnSpc>
              <a:spcBef>
                <a:spcPts val="0"/>
              </a:spcBef>
              <a:spcAft>
                <a:spcPts val="0"/>
              </a:spcAft>
              <a:buNone/>
            </a:pPr>
            <a:r>
              <a:rPr b="1" lang="en-US" sz="1700">
                <a:solidFill>
                  <a:srgbClr val="7F0055"/>
                </a:solidFill>
                <a:highlight>
                  <a:srgbClr val="FFFFFF"/>
                </a:highlight>
                <a:latin typeface="Courier New"/>
                <a:ea typeface="Courier New"/>
                <a:cs typeface="Courier New"/>
                <a:sym typeface="Courier New"/>
              </a:rPr>
              <a:t>   </a:t>
            </a:r>
            <a:r>
              <a:rPr lang="en-US" sz="1600">
                <a:solidFill>
                  <a:srgbClr val="3F7F5F"/>
                </a:solidFill>
                <a:highlight>
                  <a:srgbClr val="FFFFFF"/>
                </a:highlight>
                <a:latin typeface="Courier New"/>
                <a:ea typeface="Courier New"/>
                <a:cs typeface="Courier New"/>
                <a:sym typeface="Courier New"/>
              </a:rPr>
              <a:t>// we call this method to return an instance of Person</a:t>
            </a:r>
            <a:endParaRPr sz="16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600">
                <a:solidFill>
                  <a:schemeClr val="dk1"/>
                </a:solidFill>
                <a:highlight>
                  <a:srgbClr val="FFFFFF"/>
                </a:highlight>
                <a:latin typeface="Courier New"/>
                <a:ea typeface="Courier New"/>
                <a:cs typeface="Courier New"/>
                <a:sym typeface="Courier New"/>
              </a:rPr>
              <a:t>	</a:t>
            </a:r>
            <a:r>
              <a:rPr b="1" lang="en-US" sz="1600">
                <a:solidFill>
                  <a:srgbClr val="7F0055"/>
                </a:solidFill>
                <a:highlight>
                  <a:srgbClr val="FFFFFF"/>
                </a:highlight>
                <a:latin typeface="Courier New"/>
                <a:ea typeface="Courier New"/>
                <a:cs typeface="Courier New"/>
                <a:sym typeface="Courier New"/>
              </a:rPr>
              <a:t>public</a:t>
            </a:r>
            <a:r>
              <a:rPr lang="en-US" sz="1600">
                <a:solidFill>
                  <a:schemeClr val="dk1"/>
                </a:solidFill>
                <a:highlight>
                  <a:srgbClr val="FFFFFF"/>
                </a:highlight>
                <a:latin typeface="Courier New"/>
                <a:ea typeface="Courier New"/>
                <a:cs typeface="Courier New"/>
                <a:sym typeface="Courier New"/>
              </a:rPr>
              <a:t> Person toEntity() {</a:t>
            </a:r>
            <a:endParaRPr sz="16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600">
                <a:solidFill>
                  <a:schemeClr val="dk1"/>
                </a:solidFill>
                <a:highlight>
                  <a:srgbClr val="FFFFFF"/>
                </a:highlight>
                <a:latin typeface="Courier New"/>
                <a:ea typeface="Courier New"/>
                <a:cs typeface="Courier New"/>
                <a:sym typeface="Courier New"/>
              </a:rPr>
              <a:t>		Person </a:t>
            </a:r>
            <a:r>
              <a:rPr lang="en-US" sz="1600">
                <a:solidFill>
                  <a:srgbClr val="6A3E3E"/>
                </a:solidFill>
                <a:highlight>
                  <a:srgbClr val="FFFFFF"/>
                </a:highlight>
                <a:latin typeface="Courier New"/>
                <a:ea typeface="Courier New"/>
                <a:cs typeface="Courier New"/>
                <a:sym typeface="Courier New"/>
              </a:rPr>
              <a:t>person</a:t>
            </a:r>
            <a:r>
              <a:rPr lang="en-US" sz="1600">
                <a:solidFill>
                  <a:schemeClr val="dk1"/>
                </a:solidFill>
                <a:highlight>
                  <a:srgbClr val="FFFFFF"/>
                </a:highlight>
                <a:latin typeface="Courier New"/>
                <a:ea typeface="Courier New"/>
                <a:cs typeface="Courier New"/>
                <a:sym typeface="Courier New"/>
              </a:rPr>
              <a:t> = </a:t>
            </a:r>
            <a:r>
              <a:rPr b="1" lang="en-US" sz="1600">
                <a:solidFill>
                  <a:srgbClr val="7F0055"/>
                </a:solidFill>
                <a:highlight>
                  <a:srgbClr val="FFFFFF"/>
                </a:highlight>
                <a:latin typeface="Courier New"/>
                <a:ea typeface="Courier New"/>
                <a:cs typeface="Courier New"/>
                <a:sym typeface="Courier New"/>
              </a:rPr>
              <a:t>new</a:t>
            </a:r>
            <a:r>
              <a:rPr lang="en-US" sz="1600">
                <a:solidFill>
                  <a:schemeClr val="dk1"/>
                </a:solidFill>
                <a:highlight>
                  <a:srgbClr val="FFFFFF"/>
                </a:highlight>
                <a:latin typeface="Courier New"/>
                <a:ea typeface="Courier New"/>
                <a:cs typeface="Courier New"/>
                <a:sym typeface="Courier New"/>
              </a:rPr>
              <a:t> Person();</a:t>
            </a:r>
            <a:endParaRPr sz="16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600">
                <a:solidFill>
                  <a:schemeClr val="dk1"/>
                </a:solidFill>
                <a:highlight>
                  <a:srgbClr val="FFFFFF"/>
                </a:highlight>
                <a:latin typeface="Courier New"/>
                <a:ea typeface="Courier New"/>
                <a:cs typeface="Courier New"/>
                <a:sym typeface="Courier New"/>
              </a:rPr>
              <a:t>		</a:t>
            </a:r>
            <a:r>
              <a:rPr lang="en-US" sz="1600">
                <a:solidFill>
                  <a:srgbClr val="6A3E3E"/>
                </a:solidFill>
                <a:highlight>
                  <a:srgbClr val="FFFFFF"/>
                </a:highlight>
                <a:latin typeface="Courier New"/>
                <a:ea typeface="Courier New"/>
                <a:cs typeface="Courier New"/>
                <a:sym typeface="Courier New"/>
              </a:rPr>
              <a:t>person</a:t>
            </a:r>
            <a:r>
              <a:rPr lang="en-US" sz="1600">
                <a:solidFill>
                  <a:schemeClr val="dk1"/>
                </a:solidFill>
                <a:highlight>
                  <a:srgbClr val="FFFFFF"/>
                </a:highlight>
                <a:latin typeface="Courier New"/>
                <a:ea typeface="Courier New"/>
                <a:cs typeface="Courier New"/>
                <a:sym typeface="Courier New"/>
              </a:rPr>
              <a:t>.setId(</a:t>
            </a:r>
            <a:r>
              <a:rPr b="1" lang="en-US" sz="1600">
                <a:solidFill>
                  <a:srgbClr val="7F0055"/>
                </a:solidFill>
                <a:highlight>
                  <a:srgbClr val="FFFFFF"/>
                </a:highlight>
                <a:latin typeface="Courier New"/>
                <a:ea typeface="Courier New"/>
                <a:cs typeface="Courier New"/>
                <a:sym typeface="Courier New"/>
              </a:rPr>
              <a:t>this</a:t>
            </a:r>
            <a:r>
              <a:rPr lang="en-US" sz="1600">
                <a:solidFill>
                  <a:schemeClr val="dk1"/>
                </a:solidFill>
                <a:highlight>
                  <a:srgbClr val="FFFFFF"/>
                </a:highlight>
                <a:latin typeface="Courier New"/>
                <a:ea typeface="Courier New"/>
                <a:cs typeface="Courier New"/>
                <a:sym typeface="Courier New"/>
              </a:rPr>
              <a:t>.getId() );</a:t>
            </a:r>
            <a:endParaRPr sz="16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600">
                <a:solidFill>
                  <a:schemeClr val="dk1"/>
                </a:solidFill>
                <a:highlight>
                  <a:srgbClr val="FFFFFF"/>
                </a:highlight>
                <a:latin typeface="Courier New"/>
                <a:ea typeface="Courier New"/>
                <a:cs typeface="Courier New"/>
                <a:sym typeface="Courier New"/>
              </a:rPr>
              <a:t>		</a:t>
            </a:r>
            <a:r>
              <a:rPr lang="en-US" sz="1600">
                <a:solidFill>
                  <a:srgbClr val="6A3E3E"/>
                </a:solidFill>
                <a:highlight>
                  <a:srgbClr val="FFFFFF"/>
                </a:highlight>
                <a:latin typeface="Courier New"/>
                <a:ea typeface="Courier New"/>
                <a:cs typeface="Courier New"/>
                <a:sym typeface="Courier New"/>
              </a:rPr>
              <a:t>person</a:t>
            </a:r>
            <a:r>
              <a:rPr lang="en-US" sz="1600">
                <a:solidFill>
                  <a:schemeClr val="dk1"/>
                </a:solidFill>
                <a:highlight>
                  <a:srgbClr val="FFFFFF"/>
                </a:highlight>
                <a:latin typeface="Courier New"/>
                <a:ea typeface="Courier New"/>
                <a:cs typeface="Courier New"/>
                <a:sym typeface="Courier New"/>
              </a:rPr>
              <a:t>.setName(</a:t>
            </a:r>
            <a:r>
              <a:rPr b="1" lang="en-US" sz="1600">
                <a:solidFill>
                  <a:srgbClr val="7F0055"/>
                </a:solidFill>
                <a:highlight>
                  <a:srgbClr val="FFFFFF"/>
                </a:highlight>
                <a:latin typeface="Courier New"/>
                <a:ea typeface="Courier New"/>
                <a:cs typeface="Courier New"/>
                <a:sym typeface="Courier New"/>
              </a:rPr>
              <a:t>this</a:t>
            </a:r>
            <a:r>
              <a:rPr lang="en-US" sz="1600">
                <a:solidFill>
                  <a:schemeClr val="dk1"/>
                </a:solidFill>
                <a:highlight>
                  <a:srgbClr val="FFFFFF"/>
                </a:highlight>
                <a:latin typeface="Courier New"/>
                <a:ea typeface="Courier New"/>
                <a:cs typeface="Courier New"/>
                <a:sym typeface="Courier New"/>
              </a:rPr>
              <a:t>.getName() );</a:t>
            </a:r>
            <a:endParaRPr sz="16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600">
                <a:solidFill>
                  <a:schemeClr val="dk1"/>
                </a:solidFill>
                <a:highlight>
                  <a:srgbClr val="FFFFFF"/>
                </a:highlight>
                <a:latin typeface="Courier New"/>
                <a:ea typeface="Courier New"/>
                <a:cs typeface="Courier New"/>
                <a:sym typeface="Courier New"/>
              </a:rPr>
              <a:t>		</a:t>
            </a:r>
            <a:r>
              <a:rPr lang="en-US" sz="1600">
                <a:solidFill>
                  <a:srgbClr val="6A3E3E"/>
                </a:solidFill>
                <a:highlight>
                  <a:srgbClr val="FFFFFF"/>
                </a:highlight>
                <a:latin typeface="Courier New"/>
                <a:ea typeface="Courier New"/>
                <a:cs typeface="Courier New"/>
                <a:sym typeface="Courier New"/>
              </a:rPr>
              <a:t>person</a:t>
            </a:r>
            <a:r>
              <a:rPr lang="en-US" sz="1600">
                <a:solidFill>
                  <a:schemeClr val="dk1"/>
                </a:solidFill>
                <a:highlight>
                  <a:srgbClr val="FFFFFF"/>
                </a:highlight>
                <a:latin typeface="Courier New"/>
                <a:ea typeface="Courier New"/>
                <a:cs typeface="Courier New"/>
                <a:sym typeface="Courier New"/>
              </a:rPr>
              <a:t>.setAge(</a:t>
            </a:r>
            <a:r>
              <a:rPr b="1" lang="en-US" sz="1600">
                <a:solidFill>
                  <a:srgbClr val="7F0055"/>
                </a:solidFill>
                <a:highlight>
                  <a:srgbClr val="FFFFFF"/>
                </a:highlight>
                <a:latin typeface="Courier New"/>
                <a:ea typeface="Courier New"/>
                <a:cs typeface="Courier New"/>
                <a:sym typeface="Courier New"/>
              </a:rPr>
              <a:t>this</a:t>
            </a:r>
            <a:r>
              <a:rPr lang="en-US" sz="1600">
                <a:solidFill>
                  <a:schemeClr val="dk1"/>
                </a:solidFill>
                <a:highlight>
                  <a:srgbClr val="FFFFFF"/>
                </a:highlight>
                <a:latin typeface="Courier New"/>
                <a:ea typeface="Courier New"/>
                <a:cs typeface="Courier New"/>
                <a:sym typeface="Courier New"/>
              </a:rPr>
              <a:t>.getAge() );</a:t>
            </a:r>
            <a:endParaRPr sz="16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600">
                <a:solidFill>
                  <a:schemeClr val="dk1"/>
                </a:solidFill>
                <a:highlight>
                  <a:srgbClr val="FFFFFF"/>
                </a:highlight>
                <a:latin typeface="Courier New"/>
                <a:ea typeface="Courier New"/>
                <a:cs typeface="Courier New"/>
                <a:sym typeface="Courier New"/>
              </a:rPr>
              <a:t>		</a:t>
            </a:r>
            <a:r>
              <a:rPr lang="en-US" sz="1600">
                <a:solidFill>
                  <a:srgbClr val="6A3E3E"/>
                </a:solidFill>
                <a:highlight>
                  <a:srgbClr val="FFFFFF"/>
                </a:highlight>
                <a:latin typeface="Courier New"/>
                <a:ea typeface="Courier New"/>
                <a:cs typeface="Courier New"/>
                <a:sym typeface="Courier New"/>
              </a:rPr>
              <a:t>person</a:t>
            </a:r>
            <a:r>
              <a:rPr lang="en-US" sz="1600">
                <a:solidFill>
                  <a:schemeClr val="dk1"/>
                </a:solidFill>
                <a:highlight>
                  <a:srgbClr val="FFFFFF"/>
                </a:highlight>
                <a:latin typeface="Courier New"/>
                <a:ea typeface="Courier New"/>
                <a:cs typeface="Courier New"/>
                <a:sym typeface="Courier New"/>
              </a:rPr>
              <a:t>.setIsAwesome(</a:t>
            </a:r>
            <a:r>
              <a:rPr b="1" lang="en-US" sz="1600">
                <a:solidFill>
                  <a:srgbClr val="7F0055"/>
                </a:solidFill>
                <a:highlight>
                  <a:srgbClr val="FFFFFF"/>
                </a:highlight>
                <a:latin typeface="Courier New"/>
                <a:ea typeface="Courier New"/>
                <a:cs typeface="Courier New"/>
                <a:sym typeface="Courier New"/>
              </a:rPr>
              <a:t>this</a:t>
            </a:r>
            <a:r>
              <a:rPr lang="en-US" sz="1600">
                <a:solidFill>
                  <a:schemeClr val="dk1"/>
                </a:solidFill>
                <a:highlight>
                  <a:srgbClr val="FFFFFF"/>
                </a:highlight>
                <a:latin typeface="Courier New"/>
                <a:ea typeface="Courier New"/>
                <a:cs typeface="Courier New"/>
                <a:sym typeface="Courier New"/>
              </a:rPr>
              <a:t>.getIsAwesome() );</a:t>
            </a:r>
            <a:endParaRPr sz="16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600">
                <a:solidFill>
                  <a:schemeClr val="dk1"/>
                </a:solidFill>
                <a:highlight>
                  <a:srgbClr val="FFFFFF"/>
                </a:highlight>
                <a:latin typeface="Courier New"/>
                <a:ea typeface="Courier New"/>
                <a:cs typeface="Courier New"/>
                <a:sym typeface="Courier New"/>
              </a:rPr>
              <a:t>		</a:t>
            </a:r>
            <a:r>
              <a:rPr b="1" lang="en-US" sz="1600">
                <a:solidFill>
                  <a:srgbClr val="7F0055"/>
                </a:solidFill>
                <a:highlight>
                  <a:srgbClr val="FFFFFF"/>
                </a:highlight>
                <a:latin typeface="Courier New"/>
                <a:ea typeface="Courier New"/>
                <a:cs typeface="Courier New"/>
                <a:sym typeface="Courier New"/>
              </a:rPr>
              <a:t>return</a:t>
            </a:r>
            <a:r>
              <a:rPr lang="en-US" sz="1600">
                <a:solidFill>
                  <a:schemeClr val="dk1"/>
                </a:solidFill>
                <a:highlight>
                  <a:srgbClr val="FFFFFF"/>
                </a:highlight>
                <a:latin typeface="Courier New"/>
                <a:ea typeface="Courier New"/>
                <a:cs typeface="Courier New"/>
                <a:sym typeface="Courier New"/>
              </a:rPr>
              <a:t> </a:t>
            </a:r>
            <a:r>
              <a:rPr lang="en-US" sz="1600">
                <a:solidFill>
                  <a:srgbClr val="6A3E3E"/>
                </a:solidFill>
                <a:highlight>
                  <a:srgbClr val="FFFFFF"/>
                </a:highlight>
                <a:latin typeface="Courier New"/>
                <a:ea typeface="Courier New"/>
                <a:cs typeface="Courier New"/>
                <a:sym typeface="Courier New"/>
              </a:rPr>
              <a:t>person</a:t>
            </a:r>
            <a:r>
              <a:rPr lang="en-US" sz="1600">
                <a:solidFill>
                  <a:schemeClr val="dk1"/>
                </a:solidFill>
                <a:highlight>
                  <a:srgbClr val="FFFFFF"/>
                </a:highlight>
                <a:latin typeface="Courier New"/>
                <a:ea typeface="Courier New"/>
                <a:cs typeface="Courier New"/>
                <a:sym typeface="Courier New"/>
              </a:rPr>
              <a:t>;</a:t>
            </a:r>
            <a:endParaRPr sz="16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600">
                <a:solidFill>
                  <a:schemeClr val="dk1"/>
                </a:solidFill>
                <a:highlight>
                  <a:srgbClr val="FFFFFF"/>
                </a:highlight>
                <a:latin typeface="Courier New"/>
                <a:ea typeface="Courier New"/>
                <a:cs typeface="Courier New"/>
                <a:sym typeface="Courier New"/>
              </a:rPr>
              <a:t>	}</a:t>
            </a:r>
            <a:endParaRPr sz="16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t/>
            </a:r>
            <a:endParaRPr b="1" sz="1700">
              <a:solidFill>
                <a:srgbClr val="7F0055"/>
              </a:solidFill>
              <a:highlight>
                <a:srgbClr val="FFFFFF"/>
              </a:highlight>
              <a:latin typeface="Courier New"/>
              <a:ea typeface="Courier New"/>
              <a:cs typeface="Courier New"/>
              <a:sym typeface="Courier New"/>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6" name="Shape 486"/>
        <p:cNvGrpSpPr/>
        <p:nvPr/>
      </p:nvGrpSpPr>
      <p:grpSpPr>
        <a:xfrm>
          <a:off x="0" y="0"/>
          <a:ext cx="0" cy="0"/>
          <a:chOff x="0" y="0"/>
          <a:chExt cx="0" cy="0"/>
        </a:xfrm>
      </p:grpSpPr>
      <p:sp>
        <p:nvSpPr>
          <p:cNvPr id="487" name="Google Shape;487;g3bda3d096ad_0_94"/>
          <p:cNvSpPr txBox="1"/>
          <p:nvPr>
            <p:ph type="title"/>
          </p:nvPr>
        </p:nvSpPr>
        <p:spPr>
          <a:xfrm>
            <a:off x="439648" y="189700"/>
            <a:ext cx="5510400" cy="6603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1100"/>
              <a:buFont typeface="Arial"/>
              <a:buNone/>
            </a:pPr>
            <a:r>
              <a:rPr lang="en-US" sz="1200">
                <a:latin typeface="IBM Plex Sans"/>
                <a:ea typeface="IBM Plex Sans"/>
                <a:cs typeface="IBM Plex Sans"/>
                <a:sym typeface="IBM Plex Sans"/>
              </a:rPr>
              <a:t>Introduction to APIs</a:t>
            </a:r>
            <a:endParaRPr sz="1200">
              <a:latin typeface="IBM Plex Sans"/>
              <a:ea typeface="IBM Plex Sans"/>
              <a:cs typeface="IBM Plex Sans"/>
              <a:sym typeface="IBM Plex Sans"/>
            </a:endParaRPr>
          </a:p>
        </p:txBody>
      </p:sp>
      <p:cxnSp>
        <p:nvCxnSpPr>
          <p:cNvPr id="488" name="Google Shape;488;g3bda3d096ad_0_94"/>
          <p:cNvCxnSpPr/>
          <p:nvPr/>
        </p:nvCxnSpPr>
        <p:spPr>
          <a:xfrm>
            <a:off x="97082" y="746462"/>
            <a:ext cx="10200300" cy="0"/>
          </a:xfrm>
          <a:prstGeom prst="straightConnector1">
            <a:avLst/>
          </a:prstGeom>
          <a:noFill/>
          <a:ln cap="flat" cmpd="sng" w="9525">
            <a:solidFill>
              <a:schemeClr val="accent1"/>
            </a:solidFill>
            <a:prstDash val="solid"/>
            <a:miter lim="800000"/>
            <a:headEnd len="sm" w="sm" type="none"/>
            <a:tailEnd len="sm" w="sm" type="none"/>
          </a:ln>
        </p:spPr>
      </p:cxnSp>
      <p:sp>
        <p:nvSpPr>
          <p:cNvPr id="489" name="Google Shape;489;g3bda3d096ad_0_94"/>
          <p:cNvSpPr txBox="1"/>
          <p:nvPr>
            <p:ph idx="4294967295" type="ctrTitle"/>
          </p:nvPr>
        </p:nvSpPr>
        <p:spPr>
          <a:xfrm>
            <a:off x="517400" y="983676"/>
            <a:ext cx="10150500" cy="6012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9B1D23"/>
              </a:buClr>
              <a:buSzPts val="4770"/>
              <a:buFont typeface="Arial Black"/>
              <a:buNone/>
            </a:pPr>
            <a:r>
              <a:rPr lang="en-US" sz="3440"/>
              <a:t>PersonService</a:t>
            </a:r>
            <a:endParaRPr sz="3440"/>
          </a:p>
        </p:txBody>
      </p:sp>
      <p:sp>
        <p:nvSpPr>
          <p:cNvPr id="490" name="Google Shape;490;g3bda3d096ad_0_94"/>
          <p:cNvSpPr txBox="1"/>
          <p:nvPr/>
        </p:nvSpPr>
        <p:spPr>
          <a:xfrm>
            <a:off x="517400" y="1584875"/>
            <a:ext cx="10150500" cy="6541800"/>
          </a:xfrm>
          <a:prstGeom prst="rect">
            <a:avLst/>
          </a:prstGeom>
          <a:noFill/>
          <a:ln>
            <a:noFill/>
          </a:ln>
        </p:spPr>
        <p:txBody>
          <a:bodyPr anchorCtr="0" anchor="t" bIns="91425" lIns="91425" spcFirstLastPara="1" rIns="91425" wrap="square" tIns="91425">
            <a:spAutoFit/>
          </a:bodyPr>
          <a:lstStyle/>
          <a:p>
            <a:pPr indent="-368300" lvl="0" marL="457200" marR="0" rtl="0" algn="l">
              <a:lnSpc>
                <a:spcPct val="115000"/>
              </a:lnSpc>
              <a:spcBef>
                <a:spcPts val="0"/>
              </a:spcBef>
              <a:spcAft>
                <a:spcPts val="0"/>
              </a:spcAft>
              <a:buClr>
                <a:schemeClr val="dk1"/>
              </a:buClr>
              <a:buSzPts val="2200"/>
              <a:buFont typeface="Lexend"/>
              <a:buChar char="●"/>
            </a:pPr>
            <a:r>
              <a:rPr lang="en-US" sz="2200">
                <a:solidFill>
                  <a:schemeClr val="dk1"/>
                </a:solidFill>
                <a:latin typeface="Lexend"/>
                <a:ea typeface="Lexend"/>
                <a:cs typeface="Lexend"/>
                <a:sym typeface="Lexend"/>
              </a:rPr>
              <a:t>Create the PersonService class</a:t>
            </a:r>
            <a:endParaRPr sz="2200">
              <a:solidFill>
                <a:schemeClr val="dk1"/>
              </a:solidFill>
              <a:latin typeface="Lexend"/>
              <a:ea typeface="Lexend"/>
              <a:cs typeface="Lexend"/>
              <a:sym typeface="Lexend"/>
            </a:endParaRPr>
          </a:p>
          <a:p>
            <a:pPr indent="0" lvl="0" marL="25400" rtl="0" algn="l">
              <a:lnSpc>
                <a:spcPct val="115000"/>
              </a:lnSpc>
              <a:spcBef>
                <a:spcPts val="0"/>
              </a:spcBef>
              <a:spcAft>
                <a:spcPts val="0"/>
              </a:spcAft>
              <a:buNone/>
            </a:pPr>
            <a:r>
              <a:rPr b="1" lang="en-US" sz="1200">
                <a:solidFill>
                  <a:srgbClr val="7F0055"/>
                </a:solidFill>
                <a:highlight>
                  <a:srgbClr val="FFFFFF"/>
                </a:highlight>
                <a:latin typeface="Courier New"/>
                <a:ea typeface="Courier New"/>
                <a:cs typeface="Courier New"/>
                <a:sym typeface="Courier New"/>
              </a:rPr>
              <a:t>public</a:t>
            </a:r>
            <a:r>
              <a:rPr lang="en-US" sz="1200">
                <a:solidFill>
                  <a:schemeClr val="dk1"/>
                </a:solidFill>
                <a:highlight>
                  <a:srgbClr val="FFFFFF"/>
                </a:highlight>
                <a:latin typeface="Courier New"/>
                <a:ea typeface="Courier New"/>
                <a:cs typeface="Courier New"/>
                <a:sym typeface="Courier New"/>
              </a:rPr>
              <a:t> </a:t>
            </a:r>
            <a:r>
              <a:rPr b="1" lang="en-US" sz="1200">
                <a:solidFill>
                  <a:srgbClr val="7F0055"/>
                </a:solidFill>
                <a:highlight>
                  <a:srgbClr val="FFFFFF"/>
                </a:highlight>
                <a:latin typeface="Courier New"/>
                <a:ea typeface="Courier New"/>
                <a:cs typeface="Courier New"/>
                <a:sym typeface="Courier New"/>
              </a:rPr>
              <a:t>class</a:t>
            </a:r>
            <a:r>
              <a:rPr lang="en-US" sz="1200">
                <a:solidFill>
                  <a:schemeClr val="dk1"/>
                </a:solidFill>
                <a:highlight>
                  <a:srgbClr val="FFFFFF"/>
                </a:highlight>
                <a:latin typeface="Courier New"/>
                <a:ea typeface="Courier New"/>
                <a:cs typeface="Courier New"/>
                <a:sym typeface="Courier New"/>
              </a:rPr>
              <a:t> PersonService {</a:t>
            </a:r>
            <a:endParaRPr sz="12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chemeClr val="dk1"/>
                </a:solidFill>
                <a:highlight>
                  <a:srgbClr val="FFFFFF"/>
                </a:highlight>
                <a:latin typeface="Courier New"/>
                <a:ea typeface="Courier New"/>
                <a:cs typeface="Courier New"/>
                <a:sym typeface="Courier New"/>
              </a:rPr>
              <a:t>	</a:t>
            </a:r>
            <a:endParaRPr sz="12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chemeClr val="dk1"/>
                </a:solidFill>
                <a:highlight>
                  <a:srgbClr val="FFFFFF"/>
                </a:highlight>
                <a:latin typeface="Courier New"/>
                <a:ea typeface="Courier New"/>
                <a:cs typeface="Courier New"/>
                <a:sym typeface="Courier New"/>
              </a:rPr>
              <a:t>	</a:t>
            </a:r>
            <a:r>
              <a:rPr lang="en-US" sz="1200">
                <a:solidFill>
                  <a:srgbClr val="3F7F5F"/>
                </a:solidFill>
                <a:highlight>
                  <a:srgbClr val="FFFFFF"/>
                </a:highlight>
                <a:latin typeface="Courier New"/>
                <a:ea typeface="Courier New"/>
                <a:cs typeface="Courier New"/>
                <a:sym typeface="Courier New"/>
              </a:rPr>
              <a:t>// this is just a holder of all the Persons that we create</a:t>
            </a:r>
            <a:endParaRPr sz="12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chemeClr val="dk1"/>
                </a:solidFill>
                <a:highlight>
                  <a:srgbClr val="FFFFFF"/>
                </a:highlight>
                <a:latin typeface="Courier New"/>
                <a:ea typeface="Courier New"/>
                <a:cs typeface="Courier New"/>
                <a:sym typeface="Courier New"/>
              </a:rPr>
              <a:t>	</a:t>
            </a:r>
            <a:r>
              <a:rPr lang="en-US" sz="1200">
                <a:solidFill>
                  <a:srgbClr val="3F7F5F"/>
                </a:solidFill>
                <a:highlight>
                  <a:srgbClr val="FFFFFF"/>
                </a:highlight>
                <a:latin typeface="Courier New"/>
                <a:ea typeface="Courier New"/>
                <a:cs typeface="Courier New"/>
                <a:sym typeface="Courier New"/>
              </a:rPr>
              <a:t>// ideally this should just be a repository</a:t>
            </a:r>
            <a:endParaRPr sz="12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chemeClr val="dk1"/>
                </a:solidFill>
                <a:highlight>
                  <a:srgbClr val="FFFFFF"/>
                </a:highlight>
                <a:latin typeface="Courier New"/>
                <a:ea typeface="Courier New"/>
                <a:cs typeface="Courier New"/>
                <a:sym typeface="Courier New"/>
              </a:rPr>
              <a:t>	</a:t>
            </a:r>
            <a:r>
              <a:rPr b="1" lang="en-US" sz="1200">
                <a:solidFill>
                  <a:srgbClr val="7F0055"/>
                </a:solidFill>
                <a:highlight>
                  <a:srgbClr val="FFFFFF"/>
                </a:highlight>
                <a:latin typeface="Courier New"/>
                <a:ea typeface="Courier New"/>
                <a:cs typeface="Courier New"/>
                <a:sym typeface="Courier New"/>
              </a:rPr>
              <a:t>private</a:t>
            </a:r>
            <a:r>
              <a:rPr lang="en-US" sz="1200">
                <a:solidFill>
                  <a:schemeClr val="dk1"/>
                </a:solidFill>
                <a:highlight>
                  <a:srgbClr val="FFFFFF"/>
                </a:highlight>
                <a:latin typeface="Courier New"/>
                <a:ea typeface="Courier New"/>
                <a:cs typeface="Courier New"/>
                <a:sym typeface="Courier New"/>
              </a:rPr>
              <a:t> </a:t>
            </a:r>
            <a:r>
              <a:rPr b="1" lang="en-US" sz="1200">
                <a:solidFill>
                  <a:srgbClr val="7F0055"/>
                </a:solidFill>
                <a:highlight>
                  <a:srgbClr val="FFFFFF"/>
                </a:highlight>
                <a:latin typeface="Courier New"/>
                <a:ea typeface="Courier New"/>
                <a:cs typeface="Courier New"/>
                <a:sym typeface="Courier New"/>
              </a:rPr>
              <a:t>final</a:t>
            </a:r>
            <a:r>
              <a:rPr lang="en-US" sz="1200">
                <a:solidFill>
                  <a:schemeClr val="dk1"/>
                </a:solidFill>
                <a:highlight>
                  <a:srgbClr val="FFFFFF"/>
                </a:highlight>
                <a:latin typeface="Courier New"/>
                <a:ea typeface="Courier New"/>
                <a:cs typeface="Courier New"/>
                <a:sym typeface="Courier New"/>
              </a:rPr>
              <a:t> List&lt;Person&gt; </a:t>
            </a:r>
            <a:r>
              <a:rPr lang="en-US" sz="1200">
                <a:solidFill>
                  <a:srgbClr val="0000C0"/>
                </a:solidFill>
                <a:highlight>
                  <a:srgbClr val="FFFFFF"/>
                </a:highlight>
                <a:latin typeface="Courier New"/>
                <a:ea typeface="Courier New"/>
                <a:cs typeface="Courier New"/>
                <a:sym typeface="Courier New"/>
              </a:rPr>
              <a:t>personList</a:t>
            </a:r>
            <a:r>
              <a:rPr lang="en-US" sz="1200">
                <a:solidFill>
                  <a:schemeClr val="dk1"/>
                </a:solidFill>
                <a:highlight>
                  <a:srgbClr val="FFFFFF"/>
                </a:highlight>
                <a:latin typeface="Courier New"/>
                <a:ea typeface="Courier New"/>
                <a:cs typeface="Courier New"/>
                <a:sym typeface="Courier New"/>
              </a:rPr>
              <a:t> = </a:t>
            </a:r>
            <a:r>
              <a:rPr b="1" lang="en-US" sz="1200">
                <a:solidFill>
                  <a:srgbClr val="7F0055"/>
                </a:solidFill>
                <a:highlight>
                  <a:srgbClr val="FFFFFF"/>
                </a:highlight>
                <a:latin typeface="Courier New"/>
                <a:ea typeface="Courier New"/>
                <a:cs typeface="Courier New"/>
                <a:sym typeface="Courier New"/>
              </a:rPr>
              <a:t>new</a:t>
            </a:r>
            <a:r>
              <a:rPr lang="en-US" sz="1200">
                <a:solidFill>
                  <a:schemeClr val="dk1"/>
                </a:solidFill>
                <a:highlight>
                  <a:srgbClr val="FFFFFF"/>
                </a:highlight>
                <a:latin typeface="Courier New"/>
                <a:ea typeface="Courier New"/>
                <a:cs typeface="Courier New"/>
                <a:sym typeface="Courier New"/>
              </a:rPr>
              <a:t> ArrayList&lt;&gt;();</a:t>
            </a:r>
            <a:endParaRPr sz="12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chemeClr val="dk1"/>
                </a:solidFill>
                <a:highlight>
                  <a:srgbClr val="FFFFFF"/>
                </a:highlight>
                <a:latin typeface="Courier New"/>
                <a:ea typeface="Courier New"/>
                <a:cs typeface="Courier New"/>
                <a:sym typeface="Courier New"/>
              </a:rPr>
              <a:t>	</a:t>
            </a:r>
            <a:endParaRPr sz="12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chemeClr val="dk1"/>
                </a:solidFill>
                <a:highlight>
                  <a:srgbClr val="FFFFFF"/>
                </a:highlight>
                <a:latin typeface="Courier New"/>
                <a:ea typeface="Courier New"/>
                <a:cs typeface="Courier New"/>
                <a:sym typeface="Courier New"/>
              </a:rPr>
              <a:t>	</a:t>
            </a:r>
            <a:r>
              <a:rPr lang="en-US" sz="1200">
                <a:solidFill>
                  <a:srgbClr val="3F7F5F"/>
                </a:solidFill>
                <a:highlight>
                  <a:srgbClr val="FFFFFF"/>
                </a:highlight>
                <a:latin typeface="Courier New"/>
                <a:ea typeface="Courier New"/>
                <a:cs typeface="Courier New"/>
                <a:sym typeface="Courier New"/>
              </a:rPr>
              <a:t>// GET ALL Persons</a:t>
            </a:r>
            <a:endParaRPr sz="12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chemeClr val="dk1"/>
                </a:solidFill>
                <a:highlight>
                  <a:srgbClr val="FFFFFF"/>
                </a:highlight>
                <a:latin typeface="Courier New"/>
                <a:ea typeface="Courier New"/>
                <a:cs typeface="Courier New"/>
                <a:sym typeface="Courier New"/>
              </a:rPr>
              <a:t>	</a:t>
            </a:r>
            <a:r>
              <a:rPr b="1" lang="en-US" sz="1200">
                <a:solidFill>
                  <a:srgbClr val="7F0055"/>
                </a:solidFill>
                <a:highlight>
                  <a:srgbClr val="FFFFFF"/>
                </a:highlight>
                <a:latin typeface="Courier New"/>
                <a:ea typeface="Courier New"/>
                <a:cs typeface="Courier New"/>
                <a:sym typeface="Courier New"/>
              </a:rPr>
              <a:t>public</a:t>
            </a:r>
            <a:r>
              <a:rPr lang="en-US" sz="1200">
                <a:solidFill>
                  <a:schemeClr val="dk1"/>
                </a:solidFill>
                <a:highlight>
                  <a:srgbClr val="FFFFFF"/>
                </a:highlight>
                <a:latin typeface="Courier New"/>
                <a:ea typeface="Courier New"/>
                <a:cs typeface="Courier New"/>
                <a:sym typeface="Courier New"/>
              </a:rPr>
              <a:t> </a:t>
            </a:r>
            <a:r>
              <a:rPr lang="en-US" sz="1200">
                <a:solidFill>
                  <a:schemeClr val="dk1"/>
                </a:solidFill>
                <a:highlight>
                  <a:srgbClr val="D4D4D4"/>
                </a:highlight>
                <a:latin typeface="Courier New"/>
                <a:ea typeface="Courier New"/>
                <a:cs typeface="Courier New"/>
                <a:sym typeface="Courier New"/>
              </a:rPr>
              <a:t>List&lt;PersonDTO&gt;</a:t>
            </a:r>
            <a:r>
              <a:rPr lang="en-US" sz="1200">
                <a:solidFill>
                  <a:schemeClr val="dk1"/>
                </a:solidFill>
                <a:highlight>
                  <a:srgbClr val="FFFFFF"/>
                </a:highlight>
                <a:latin typeface="Courier New"/>
                <a:ea typeface="Courier New"/>
                <a:cs typeface="Courier New"/>
                <a:sym typeface="Courier New"/>
              </a:rPr>
              <a:t> listPersons() {</a:t>
            </a:r>
            <a:endParaRPr sz="12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chemeClr val="dk1"/>
                </a:solidFill>
                <a:highlight>
                  <a:srgbClr val="FFFFFF"/>
                </a:highlight>
                <a:latin typeface="Courier New"/>
                <a:ea typeface="Courier New"/>
                <a:cs typeface="Courier New"/>
                <a:sym typeface="Courier New"/>
              </a:rPr>
              <a:t>		</a:t>
            </a:r>
            <a:r>
              <a:rPr lang="en-US" sz="1200">
                <a:solidFill>
                  <a:srgbClr val="3F7F5F"/>
                </a:solidFill>
                <a:highlight>
                  <a:srgbClr val="FFFFFF"/>
                </a:highlight>
                <a:latin typeface="Courier New"/>
                <a:ea typeface="Courier New"/>
                <a:cs typeface="Courier New"/>
                <a:sym typeface="Courier New"/>
              </a:rPr>
              <a:t>// return a list of PersonDTO</a:t>
            </a:r>
            <a:endParaRPr sz="12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chemeClr val="dk1"/>
                </a:solidFill>
                <a:highlight>
                  <a:srgbClr val="FFFFFF"/>
                </a:highlight>
                <a:latin typeface="Courier New"/>
                <a:ea typeface="Courier New"/>
                <a:cs typeface="Courier New"/>
                <a:sym typeface="Courier New"/>
              </a:rPr>
              <a:t>		</a:t>
            </a:r>
            <a:r>
              <a:rPr b="1" lang="en-US" sz="1200">
                <a:solidFill>
                  <a:srgbClr val="7F0055"/>
                </a:solidFill>
                <a:highlight>
                  <a:srgbClr val="D4D4D4"/>
                </a:highlight>
                <a:latin typeface="Courier New"/>
                <a:ea typeface="Courier New"/>
                <a:cs typeface="Courier New"/>
                <a:sym typeface="Courier New"/>
              </a:rPr>
              <a:t>return</a:t>
            </a:r>
            <a:r>
              <a:rPr lang="en-US" sz="1200">
                <a:solidFill>
                  <a:schemeClr val="dk1"/>
                </a:solidFill>
                <a:highlight>
                  <a:srgbClr val="D4D4D4"/>
                </a:highlight>
                <a:latin typeface="Courier New"/>
                <a:ea typeface="Courier New"/>
                <a:cs typeface="Courier New"/>
                <a:sym typeface="Courier New"/>
              </a:rPr>
              <a:t> </a:t>
            </a:r>
            <a:r>
              <a:rPr lang="en-US" sz="1200">
                <a:solidFill>
                  <a:srgbClr val="0000C0"/>
                </a:solidFill>
                <a:highlight>
                  <a:srgbClr val="D4D4D4"/>
                </a:highlight>
                <a:latin typeface="Courier New"/>
                <a:ea typeface="Courier New"/>
                <a:cs typeface="Courier New"/>
                <a:sym typeface="Courier New"/>
              </a:rPr>
              <a:t>personList</a:t>
            </a:r>
            <a:r>
              <a:rPr lang="en-US" sz="1200">
                <a:solidFill>
                  <a:schemeClr val="dk1"/>
                </a:solidFill>
                <a:highlight>
                  <a:srgbClr val="D4D4D4"/>
                </a:highlight>
                <a:latin typeface="Courier New"/>
                <a:ea typeface="Courier New"/>
                <a:cs typeface="Courier New"/>
                <a:sym typeface="Courier New"/>
              </a:rPr>
              <a:t>.stream()</a:t>
            </a:r>
            <a:endParaRPr sz="1200">
              <a:solidFill>
                <a:schemeClr val="dk1"/>
              </a:solidFill>
              <a:highlight>
                <a:srgbClr val="D4D4D4"/>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chemeClr val="dk1"/>
                </a:solidFill>
                <a:highlight>
                  <a:srgbClr val="D4D4D4"/>
                </a:highlight>
                <a:latin typeface="Courier New"/>
                <a:ea typeface="Courier New"/>
                <a:cs typeface="Courier New"/>
                <a:sym typeface="Courier New"/>
              </a:rPr>
              <a:t>				.map(</a:t>
            </a:r>
            <a:r>
              <a:rPr lang="en-US" sz="1200">
                <a:solidFill>
                  <a:srgbClr val="6A3E3E"/>
                </a:solidFill>
                <a:highlight>
                  <a:srgbClr val="D4D4D4"/>
                </a:highlight>
                <a:latin typeface="Courier New"/>
                <a:ea typeface="Courier New"/>
                <a:cs typeface="Courier New"/>
                <a:sym typeface="Courier New"/>
              </a:rPr>
              <a:t>x</a:t>
            </a:r>
            <a:r>
              <a:rPr lang="en-US" sz="1200">
                <a:solidFill>
                  <a:schemeClr val="dk1"/>
                </a:solidFill>
                <a:highlight>
                  <a:srgbClr val="D4D4D4"/>
                </a:highlight>
                <a:latin typeface="Courier New"/>
                <a:ea typeface="Courier New"/>
                <a:cs typeface="Courier New"/>
                <a:sym typeface="Courier New"/>
              </a:rPr>
              <a:t> -&gt; </a:t>
            </a:r>
            <a:r>
              <a:rPr b="1" lang="en-US" sz="1200">
                <a:solidFill>
                  <a:srgbClr val="7F0055"/>
                </a:solidFill>
                <a:highlight>
                  <a:srgbClr val="D4D4D4"/>
                </a:highlight>
                <a:latin typeface="Courier New"/>
                <a:ea typeface="Courier New"/>
                <a:cs typeface="Courier New"/>
                <a:sym typeface="Courier New"/>
              </a:rPr>
              <a:t>new</a:t>
            </a:r>
            <a:r>
              <a:rPr lang="en-US" sz="1200">
                <a:solidFill>
                  <a:schemeClr val="dk1"/>
                </a:solidFill>
                <a:highlight>
                  <a:srgbClr val="D4D4D4"/>
                </a:highlight>
                <a:latin typeface="Courier New"/>
                <a:ea typeface="Courier New"/>
                <a:cs typeface="Courier New"/>
                <a:sym typeface="Courier New"/>
              </a:rPr>
              <a:t> PersonDTO(</a:t>
            </a:r>
            <a:r>
              <a:rPr lang="en-US" sz="1200">
                <a:solidFill>
                  <a:srgbClr val="6A3E3E"/>
                </a:solidFill>
                <a:highlight>
                  <a:srgbClr val="D4D4D4"/>
                </a:highlight>
                <a:latin typeface="Courier New"/>
                <a:ea typeface="Courier New"/>
                <a:cs typeface="Courier New"/>
                <a:sym typeface="Courier New"/>
              </a:rPr>
              <a:t>x</a:t>
            </a:r>
            <a:r>
              <a:rPr lang="en-US" sz="1200">
                <a:solidFill>
                  <a:schemeClr val="dk1"/>
                </a:solidFill>
                <a:highlight>
                  <a:srgbClr val="D4D4D4"/>
                </a:highlight>
                <a:latin typeface="Courier New"/>
                <a:ea typeface="Courier New"/>
                <a:cs typeface="Courier New"/>
                <a:sym typeface="Courier New"/>
              </a:rPr>
              <a:t>) )</a:t>
            </a:r>
            <a:endParaRPr sz="1200">
              <a:solidFill>
                <a:schemeClr val="dk1"/>
              </a:solidFill>
              <a:highlight>
                <a:srgbClr val="D4D4D4"/>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chemeClr val="dk1"/>
                </a:solidFill>
                <a:highlight>
                  <a:srgbClr val="D4D4D4"/>
                </a:highlight>
                <a:latin typeface="Courier New"/>
                <a:ea typeface="Courier New"/>
                <a:cs typeface="Courier New"/>
                <a:sym typeface="Courier New"/>
              </a:rPr>
              <a:t>				.collect(Collectors.</a:t>
            </a:r>
            <a:r>
              <a:rPr i="1" lang="en-US" sz="1200">
                <a:solidFill>
                  <a:schemeClr val="dk1"/>
                </a:solidFill>
                <a:highlight>
                  <a:srgbClr val="D4D4D4"/>
                </a:highlight>
                <a:latin typeface="Courier New"/>
                <a:ea typeface="Courier New"/>
                <a:cs typeface="Courier New"/>
                <a:sym typeface="Courier New"/>
              </a:rPr>
              <a:t>toList</a:t>
            </a:r>
            <a:r>
              <a:rPr lang="en-US" sz="1200">
                <a:solidFill>
                  <a:schemeClr val="dk1"/>
                </a:solidFill>
                <a:highlight>
                  <a:srgbClr val="D4D4D4"/>
                </a:highlight>
                <a:latin typeface="Courier New"/>
                <a:ea typeface="Courier New"/>
                <a:cs typeface="Courier New"/>
                <a:sym typeface="Courier New"/>
              </a:rPr>
              <a:t>() );</a:t>
            </a:r>
            <a:endParaRPr sz="1200">
              <a:solidFill>
                <a:schemeClr val="dk1"/>
              </a:solidFill>
              <a:highlight>
                <a:srgbClr val="D4D4D4"/>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chemeClr val="dk1"/>
                </a:solidFill>
                <a:highlight>
                  <a:srgbClr val="FFFFFF"/>
                </a:highlight>
                <a:latin typeface="Courier New"/>
                <a:ea typeface="Courier New"/>
                <a:cs typeface="Courier New"/>
                <a:sym typeface="Courier New"/>
              </a:rPr>
              <a:t>	}</a:t>
            </a:r>
            <a:endParaRPr sz="1200">
              <a:solidFill>
                <a:schemeClr val="dk1"/>
              </a:solidFill>
              <a:highlight>
                <a:srgbClr val="FFFFFF"/>
              </a:highlight>
              <a:latin typeface="Courier New"/>
              <a:ea typeface="Courier New"/>
              <a:cs typeface="Courier New"/>
              <a:sym typeface="Courier New"/>
            </a:endParaRPr>
          </a:p>
          <a:p>
            <a:pPr indent="431800" lvl="0" marL="25400" rtl="0" algn="l">
              <a:lnSpc>
                <a:spcPct val="115000"/>
              </a:lnSpc>
              <a:spcBef>
                <a:spcPts val="0"/>
              </a:spcBef>
              <a:spcAft>
                <a:spcPts val="0"/>
              </a:spcAft>
              <a:buNone/>
            </a:pPr>
            <a:r>
              <a:rPr lang="en-US" sz="1200">
                <a:solidFill>
                  <a:srgbClr val="3F7F5F"/>
                </a:solidFill>
                <a:highlight>
                  <a:srgbClr val="FFFFFF"/>
                </a:highlight>
                <a:latin typeface="Courier New"/>
                <a:ea typeface="Courier New"/>
                <a:cs typeface="Courier New"/>
                <a:sym typeface="Courier New"/>
              </a:rPr>
              <a:t>// GET One Person by id</a:t>
            </a:r>
            <a:endParaRPr sz="12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chemeClr val="dk1"/>
                </a:solidFill>
                <a:highlight>
                  <a:srgbClr val="FFFFFF"/>
                </a:highlight>
                <a:latin typeface="Courier New"/>
                <a:ea typeface="Courier New"/>
                <a:cs typeface="Courier New"/>
                <a:sym typeface="Courier New"/>
              </a:rPr>
              <a:t>	</a:t>
            </a:r>
            <a:r>
              <a:rPr b="1" lang="en-US" sz="1200">
                <a:solidFill>
                  <a:srgbClr val="7F0055"/>
                </a:solidFill>
                <a:highlight>
                  <a:srgbClr val="FFFFFF"/>
                </a:highlight>
                <a:latin typeface="Courier New"/>
                <a:ea typeface="Courier New"/>
                <a:cs typeface="Courier New"/>
                <a:sym typeface="Courier New"/>
              </a:rPr>
              <a:t>public</a:t>
            </a:r>
            <a:r>
              <a:rPr lang="en-US" sz="1200">
                <a:solidFill>
                  <a:schemeClr val="dk1"/>
                </a:solidFill>
                <a:highlight>
                  <a:srgbClr val="FFFFFF"/>
                </a:highlight>
                <a:latin typeface="Courier New"/>
                <a:ea typeface="Courier New"/>
                <a:cs typeface="Courier New"/>
                <a:sym typeface="Courier New"/>
              </a:rPr>
              <a:t> PersonDTO getPersonById(Long </a:t>
            </a:r>
            <a:r>
              <a:rPr lang="en-US" sz="1200">
                <a:solidFill>
                  <a:srgbClr val="6A3E3E"/>
                </a:solidFill>
                <a:highlight>
                  <a:srgbClr val="FFFFFF"/>
                </a:highlight>
                <a:latin typeface="Courier New"/>
                <a:ea typeface="Courier New"/>
                <a:cs typeface="Courier New"/>
                <a:sym typeface="Courier New"/>
              </a:rPr>
              <a:t>id</a:t>
            </a:r>
            <a:r>
              <a:rPr lang="en-US" sz="1200">
                <a:solidFill>
                  <a:schemeClr val="dk1"/>
                </a:solidFill>
                <a:highlight>
                  <a:srgbClr val="FFFFFF"/>
                </a:highlight>
                <a:latin typeface="Courier New"/>
                <a:ea typeface="Courier New"/>
                <a:cs typeface="Courier New"/>
                <a:sym typeface="Courier New"/>
              </a:rPr>
              <a:t>) {</a:t>
            </a:r>
            <a:endParaRPr sz="12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chemeClr val="dk1"/>
                </a:solidFill>
                <a:highlight>
                  <a:srgbClr val="FFFFFF"/>
                </a:highlight>
                <a:latin typeface="Courier New"/>
                <a:ea typeface="Courier New"/>
                <a:cs typeface="Courier New"/>
                <a:sym typeface="Courier New"/>
              </a:rPr>
              <a:t>		</a:t>
            </a:r>
            <a:r>
              <a:rPr b="1" lang="en-US" sz="1200">
                <a:solidFill>
                  <a:srgbClr val="7F0055"/>
                </a:solidFill>
                <a:highlight>
                  <a:srgbClr val="FFFFFF"/>
                </a:highlight>
                <a:latin typeface="Courier New"/>
                <a:ea typeface="Courier New"/>
                <a:cs typeface="Courier New"/>
                <a:sym typeface="Courier New"/>
              </a:rPr>
              <a:t>return</a:t>
            </a:r>
            <a:r>
              <a:rPr lang="en-US" sz="1200">
                <a:solidFill>
                  <a:schemeClr val="dk1"/>
                </a:solidFill>
                <a:highlight>
                  <a:srgbClr val="FFFFFF"/>
                </a:highlight>
                <a:latin typeface="Courier New"/>
                <a:ea typeface="Courier New"/>
                <a:cs typeface="Courier New"/>
                <a:sym typeface="Courier New"/>
              </a:rPr>
              <a:t> </a:t>
            </a:r>
            <a:r>
              <a:rPr lang="en-US" sz="1200">
                <a:solidFill>
                  <a:srgbClr val="0000C0"/>
                </a:solidFill>
                <a:highlight>
                  <a:srgbClr val="FFFFFF"/>
                </a:highlight>
                <a:latin typeface="Courier New"/>
                <a:ea typeface="Courier New"/>
                <a:cs typeface="Courier New"/>
                <a:sym typeface="Courier New"/>
              </a:rPr>
              <a:t>personList</a:t>
            </a:r>
            <a:r>
              <a:rPr lang="en-US" sz="1200">
                <a:solidFill>
                  <a:schemeClr val="dk1"/>
                </a:solidFill>
                <a:highlight>
                  <a:srgbClr val="FFFFFF"/>
                </a:highlight>
                <a:latin typeface="Courier New"/>
                <a:ea typeface="Courier New"/>
                <a:cs typeface="Courier New"/>
                <a:sym typeface="Courier New"/>
              </a:rPr>
              <a:t>.stream()</a:t>
            </a:r>
            <a:endParaRPr sz="12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chemeClr val="dk1"/>
                </a:solidFill>
                <a:highlight>
                  <a:srgbClr val="FFFFFF"/>
                </a:highlight>
                <a:latin typeface="Courier New"/>
                <a:ea typeface="Courier New"/>
                <a:cs typeface="Courier New"/>
                <a:sym typeface="Courier New"/>
              </a:rPr>
              <a:t>				.filter(</a:t>
            </a:r>
            <a:r>
              <a:rPr lang="en-US" sz="1200">
                <a:solidFill>
                  <a:srgbClr val="6A3E3E"/>
                </a:solidFill>
                <a:highlight>
                  <a:srgbClr val="FFFFFF"/>
                </a:highlight>
                <a:latin typeface="Courier New"/>
                <a:ea typeface="Courier New"/>
                <a:cs typeface="Courier New"/>
                <a:sym typeface="Courier New"/>
              </a:rPr>
              <a:t>x</a:t>
            </a:r>
            <a:r>
              <a:rPr lang="en-US" sz="1200">
                <a:solidFill>
                  <a:schemeClr val="dk1"/>
                </a:solidFill>
                <a:highlight>
                  <a:srgbClr val="FFFFFF"/>
                </a:highlight>
                <a:latin typeface="Courier New"/>
                <a:ea typeface="Courier New"/>
                <a:cs typeface="Courier New"/>
                <a:sym typeface="Courier New"/>
              </a:rPr>
              <a:t> -&gt; </a:t>
            </a:r>
            <a:r>
              <a:rPr lang="en-US" sz="1200">
                <a:solidFill>
                  <a:srgbClr val="6A3E3E"/>
                </a:solidFill>
                <a:highlight>
                  <a:srgbClr val="FFFFFF"/>
                </a:highlight>
                <a:latin typeface="Courier New"/>
                <a:ea typeface="Courier New"/>
                <a:cs typeface="Courier New"/>
                <a:sym typeface="Courier New"/>
              </a:rPr>
              <a:t>x</a:t>
            </a:r>
            <a:r>
              <a:rPr lang="en-US" sz="1200">
                <a:solidFill>
                  <a:schemeClr val="dk1"/>
                </a:solidFill>
                <a:highlight>
                  <a:srgbClr val="FFFFFF"/>
                </a:highlight>
                <a:latin typeface="Courier New"/>
                <a:ea typeface="Courier New"/>
                <a:cs typeface="Courier New"/>
                <a:sym typeface="Courier New"/>
              </a:rPr>
              <a:t>.getId().equals(</a:t>
            </a:r>
            <a:r>
              <a:rPr lang="en-US" sz="1200">
                <a:solidFill>
                  <a:srgbClr val="6A3E3E"/>
                </a:solidFill>
                <a:highlight>
                  <a:srgbClr val="FFFFFF"/>
                </a:highlight>
                <a:latin typeface="Courier New"/>
                <a:ea typeface="Courier New"/>
                <a:cs typeface="Courier New"/>
                <a:sym typeface="Courier New"/>
              </a:rPr>
              <a:t>id</a:t>
            </a:r>
            <a:r>
              <a:rPr lang="en-US" sz="1200">
                <a:solidFill>
                  <a:schemeClr val="dk1"/>
                </a:solidFill>
                <a:highlight>
                  <a:srgbClr val="FFFFFF"/>
                </a:highlight>
                <a:latin typeface="Courier New"/>
                <a:ea typeface="Courier New"/>
                <a:cs typeface="Courier New"/>
                <a:sym typeface="Courier New"/>
              </a:rPr>
              <a:t>) )</a:t>
            </a:r>
            <a:endParaRPr sz="12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chemeClr val="dk1"/>
                </a:solidFill>
                <a:highlight>
                  <a:srgbClr val="FFFFFF"/>
                </a:highlight>
                <a:latin typeface="Courier New"/>
                <a:ea typeface="Courier New"/>
                <a:cs typeface="Courier New"/>
                <a:sym typeface="Courier New"/>
              </a:rPr>
              <a:t>				.findFirst()</a:t>
            </a:r>
            <a:endParaRPr sz="12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chemeClr val="dk1"/>
                </a:solidFill>
                <a:highlight>
                  <a:srgbClr val="FFFFFF"/>
                </a:highlight>
                <a:latin typeface="Courier New"/>
                <a:ea typeface="Courier New"/>
                <a:cs typeface="Courier New"/>
                <a:sym typeface="Courier New"/>
              </a:rPr>
              <a:t>				.map(</a:t>
            </a:r>
            <a:r>
              <a:rPr lang="en-US" sz="1200">
                <a:solidFill>
                  <a:srgbClr val="6A3E3E"/>
                </a:solidFill>
                <a:highlight>
                  <a:srgbClr val="FFFFFF"/>
                </a:highlight>
                <a:latin typeface="Courier New"/>
                <a:ea typeface="Courier New"/>
                <a:cs typeface="Courier New"/>
                <a:sym typeface="Courier New"/>
              </a:rPr>
              <a:t>x</a:t>
            </a:r>
            <a:r>
              <a:rPr lang="en-US" sz="1200">
                <a:solidFill>
                  <a:schemeClr val="dk1"/>
                </a:solidFill>
                <a:highlight>
                  <a:srgbClr val="FFFFFF"/>
                </a:highlight>
                <a:latin typeface="Courier New"/>
                <a:ea typeface="Courier New"/>
                <a:cs typeface="Courier New"/>
                <a:sym typeface="Courier New"/>
              </a:rPr>
              <a:t> -&gt; </a:t>
            </a:r>
            <a:r>
              <a:rPr b="1" lang="en-US" sz="1200">
                <a:solidFill>
                  <a:srgbClr val="7F0055"/>
                </a:solidFill>
                <a:highlight>
                  <a:srgbClr val="FFFFFF"/>
                </a:highlight>
                <a:latin typeface="Courier New"/>
                <a:ea typeface="Courier New"/>
                <a:cs typeface="Courier New"/>
                <a:sym typeface="Courier New"/>
              </a:rPr>
              <a:t>new</a:t>
            </a:r>
            <a:r>
              <a:rPr lang="en-US" sz="1200">
                <a:solidFill>
                  <a:schemeClr val="dk1"/>
                </a:solidFill>
                <a:highlight>
                  <a:srgbClr val="FFFFFF"/>
                </a:highlight>
                <a:latin typeface="Courier New"/>
                <a:ea typeface="Courier New"/>
                <a:cs typeface="Courier New"/>
                <a:sym typeface="Courier New"/>
              </a:rPr>
              <a:t> PersonDTO(</a:t>
            </a:r>
            <a:r>
              <a:rPr lang="en-US" sz="1200">
                <a:solidFill>
                  <a:srgbClr val="6A3E3E"/>
                </a:solidFill>
                <a:highlight>
                  <a:srgbClr val="FFFFFF"/>
                </a:highlight>
                <a:latin typeface="Courier New"/>
                <a:ea typeface="Courier New"/>
                <a:cs typeface="Courier New"/>
                <a:sym typeface="Courier New"/>
              </a:rPr>
              <a:t>x</a:t>
            </a:r>
            <a:r>
              <a:rPr lang="en-US" sz="1200">
                <a:solidFill>
                  <a:schemeClr val="dk1"/>
                </a:solidFill>
                <a:highlight>
                  <a:srgbClr val="FFFFFF"/>
                </a:highlight>
                <a:latin typeface="Courier New"/>
                <a:ea typeface="Courier New"/>
                <a:cs typeface="Courier New"/>
                <a:sym typeface="Courier New"/>
              </a:rPr>
              <a:t>) )</a:t>
            </a:r>
            <a:endParaRPr sz="12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chemeClr val="dk1"/>
                </a:solidFill>
                <a:highlight>
                  <a:srgbClr val="FFFFFF"/>
                </a:highlight>
                <a:latin typeface="Courier New"/>
                <a:ea typeface="Courier New"/>
                <a:cs typeface="Courier New"/>
                <a:sym typeface="Courier New"/>
              </a:rPr>
              <a:t>				.orElse(</a:t>
            </a:r>
            <a:r>
              <a:rPr b="1" lang="en-US" sz="1200">
                <a:solidFill>
                  <a:srgbClr val="7F0055"/>
                </a:solidFill>
                <a:highlight>
                  <a:srgbClr val="FFFFFF"/>
                </a:highlight>
                <a:latin typeface="Courier New"/>
                <a:ea typeface="Courier New"/>
                <a:cs typeface="Courier New"/>
                <a:sym typeface="Courier New"/>
              </a:rPr>
              <a:t>null</a:t>
            </a:r>
            <a:r>
              <a:rPr lang="en-US" sz="1200">
                <a:solidFill>
                  <a:schemeClr val="dk1"/>
                </a:solidFill>
                <a:highlight>
                  <a:srgbClr val="FFFFFF"/>
                </a:highlight>
                <a:latin typeface="Courier New"/>
                <a:ea typeface="Courier New"/>
                <a:cs typeface="Courier New"/>
                <a:sym typeface="Courier New"/>
              </a:rPr>
              <a:t>);</a:t>
            </a:r>
            <a:endParaRPr sz="12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chemeClr val="dk1"/>
                </a:solidFill>
                <a:highlight>
                  <a:srgbClr val="FFFFFF"/>
                </a:highlight>
                <a:latin typeface="Courier New"/>
                <a:ea typeface="Courier New"/>
                <a:cs typeface="Courier New"/>
                <a:sym typeface="Courier New"/>
              </a:rPr>
              <a:t>	}</a:t>
            </a:r>
            <a:endParaRPr sz="12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t/>
            </a:r>
            <a:endParaRPr sz="2200">
              <a:solidFill>
                <a:schemeClr val="dk1"/>
              </a:solidFill>
              <a:latin typeface="Lexend"/>
              <a:ea typeface="Lexend"/>
              <a:cs typeface="Lexend"/>
              <a:sym typeface="Lexend"/>
            </a:endParaRPr>
          </a:p>
          <a:p>
            <a:pPr indent="0" lvl="0" marL="0" marR="0" rtl="0" algn="l">
              <a:lnSpc>
                <a:spcPct val="115000"/>
              </a:lnSpc>
              <a:spcBef>
                <a:spcPts val="0"/>
              </a:spcBef>
              <a:spcAft>
                <a:spcPts val="0"/>
              </a:spcAft>
              <a:buNone/>
            </a:pPr>
            <a:r>
              <a:t/>
            </a:r>
            <a:endParaRPr sz="2200">
              <a:solidFill>
                <a:schemeClr val="dk1"/>
              </a:solidFill>
              <a:latin typeface="Lexend"/>
              <a:ea typeface="Lexend"/>
              <a:cs typeface="Lexend"/>
              <a:sym typeface="Lexend"/>
            </a:endParaRPr>
          </a:p>
          <a:p>
            <a:pPr indent="0" lvl="0" marL="0" marR="0" rtl="0" algn="l">
              <a:lnSpc>
                <a:spcPct val="115000"/>
              </a:lnSpc>
              <a:spcBef>
                <a:spcPts val="0"/>
              </a:spcBef>
              <a:spcAft>
                <a:spcPts val="0"/>
              </a:spcAft>
              <a:buNone/>
            </a:pPr>
            <a:r>
              <a:t/>
            </a:r>
            <a:endParaRPr sz="2200">
              <a:solidFill>
                <a:schemeClr val="dk1"/>
              </a:solidFill>
              <a:latin typeface="Lexend"/>
              <a:ea typeface="Lexend"/>
              <a:cs typeface="Lexend"/>
              <a:sym typeface="Lexend"/>
            </a:endParaRPr>
          </a:p>
          <a:p>
            <a:pPr indent="0" lvl="0" marL="0" marR="0" rtl="0" algn="l">
              <a:lnSpc>
                <a:spcPct val="115000"/>
              </a:lnSpc>
              <a:spcBef>
                <a:spcPts val="0"/>
              </a:spcBef>
              <a:spcAft>
                <a:spcPts val="0"/>
              </a:spcAft>
              <a:buNone/>
            </a:pPr>
            <a:r>
              <a:t/>
            </a:r>
            <a:endParaRPr sz="2200">
              <a:solidFill>
                <a:schemeClr val="dk1"/>
              </a:solidFill>
              <a:latin typeface="Lexend"/>
              <a:ea typeface="Lexend"/>
              <a:cs typeface="Lexend"/>
              <a:sym typeface="Lexend"/>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5" name="Shape 495"/>
        <p:cNvGrpSpPr/>
        <p:nvPr/>
      </p:nvGrpSpPr>
      <p:grpSpPr>
        <a:xfrm>
          <a:off x="0" y="0"/>
          <a:ext cx="0" cy="0"/>
          <a:chOff x="0" y="0"/>
          <a:chExt cx="0" cy="0"/>
        </a:xfrm>
      </p:grpSpPr>
      <p:sp>
        <p:nvSpPr>
          <p:cNvPr id="496" name="Google Shape;496;g3bda3d096ad_0_113"/>
          <p:cNvSpPr txBox="1"/>
          <p:nvPr>
            <p:ph type="title"/>
          </p:nvPr>
        </p:nvSpPr>
        <p:spPr>
          <a:xfrm>
            <a:off x="439648" y="189700"/>
            <a:ext cx="5510400" cy="6603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1100"/>
              <a:buFont typeface="Arial"/>
              <a:buNone/>
            </a:pPr>
            <a:r>
              <a:rPr lang="en-US" sz="1200">
                <a:latin typeface="IBM Plex Sans"/>
                <a:ea typeface="IBM Plex Sans"/>
                <a:cs typeface="IBM Plex Sans"/>
                <a:sym typeface="IBM Plex Sans"/>
              </a:rPr>
              <a:t>Introduction to APIs</a:t>
            </a:r>
            <a:endParaRPr sz="1200">
              <a:latin typeface="IBM Plex Sans"/>
              <a:ea typeface="IBM Plex Sans"/>
              <a:cs typeface="IBM Plex Sans"/>
              <a:sym typeface="IBM Plex Sans"/>
            </a:endParaRPr>
          </a:p>
        </p:txBody>
      </p:sp>
      <p:cxnSp>
        <p:nvCxnSpPr>
          <p:cNvPr id="497" name="Google Shape;497;g3bda3d096ad_0_113"/>
          <p:cNvCxnSpPr/>
          <p:nvPr/>
        </p:nvCxnSpPr>
        <p:spPr>
          <a:xfrm>
            <a:off x="97082" y="746462"/>
            <a:ext cx="10200300" cy="0"/>
          </a:xfrm>
          <a:prstGeom prst="straightConnector1">
            <a:avLst/>
          </a:prstGeom>
          <a:noFill/>
          <a:ln cap="flat" cmpd="sng" w="9525">
            <a:solidFill>
              <a:schemeClr val="accent1"/>
            </a:solidFill>
            <a:prstDash val="solid"/>
            <a:miter lim="800000"/>
            <a:headEnd len="sm" w="sm" type="none"/>
            <a:tailEnd len="sm" w="sm" type="none"/>
          </a:ln>
        </p:spPr>
      </p:cxnSp>
      <p:sp>
        <p:nvSpPr>
          <p:cNvPr id="498" name="Google Shape;498;g3bda3d096ad_0_113"/>
          <p:cNvSpPr txBox="1"/>
          <p:nvPr>
            <p:ph idx="4294967295" type="ctrTitle"/>
          </p:nvPr>
        </p:nvSpPr>
        <p:spPr>
          <a:xfrm>
            <a:off x="517400" y="983676"/>
            <a:ext cx="10150500" cy="6012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9B1D23"/>
              </a:buClr>
              <a:buSzPts val="4770"/>
              <a:buFont typeface="Arial Black"/>
              <a:buNone/>
            </a:pPr>
            <a:r>
              <a:rPr lang="en-US" sz="3440"/>
              <a:t>PersonService</a:t>
            </a:r>
            <a:endParaRPr sz="3440"/>
          </a:p>
        </p:txBody>
      </p:sp>
      <p:sp>
        <p:nvSpPr>
          <p:cNvPr id="499" name="Google Shape;499;g3bda3d096ad_0_113"/>
          <p:cNvSpPr txBox="1"/>
          <p:nvPr/>
        </p:nvSpPr>
        <p:spPr>
          <a:xfrm>
            <a:off x="517400" y="1584875"/>
            <a:ext cx="10150500" cy="2696700"/>
          </a:xfrm>
          <a:prstGeom prst="rect">
            <a:avLst/>
          </a:prstGeom>
          <a:noFill/>
          <a:ln>
            <a:noFill/>
          </a:ln>
        </p:spPr>
        <p:txBody>
          <a:bodyPr anchorCtr="0" anchor="t" bIns="91425" lIns="91425" spcFirstLastPara="1" rIns="91425" wrap="square" tIns="91425">
            <a:spAutoFit/>
          </a:bodyPr>
          <a:lstStyle/>
          <a:p>
            <a:pPr indent="431800" lvl="0" marL="25400" rtl="0" algn="l">
              <a:lnSpc>
                <a:spcPct val="115000"/>
              </a:lnSpc>
              <a:spcBef>
                <a:spcPts val="0"/>
              </a:spcBef>
              <a:spcAft>
                <a:spcPts val="0"/>
              </a:spcAft>
              <a:buClr>
                <a:schemeClr val="dk1"/>
              </a:buClr>
              <a:buSzPts val="1100"/>
              <a:buFont typeface="Arial"/>
              <a:buNone/>
            </a:pPr>
            <a:r>
              <a:rPr lang="en-US" sz="1600">
                <a:solidFill>
                  <a:srgbClr val="3F7F5F"/>
                </a:solidFill>
                <a:highlight>
                  <a:srgbClr val="FFFFFF"/>
                </a:highlight>
                <a:latin typeface="Courier New"/>
                <a:ea typeface="Courier New"/>
                <a:cs typeface="Courier New"/>
                <a:sym typeface="Courier New"/>
              </a:rPr>
              <a:t>// CREATE Person</a:t>
            </a:r>
            <a:endParaRPr sz="16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lang="en-US" sz="1600">
                <a:solidFill>
                  <a:schemeClr val="dk1"/>
                </a:solidFill>
                <a:highlight>
                  <a:srgbClr val="FFFFFF"/>
                </a:highlight>
                <a:latin typeface="Courier New"/>
                <a:ea typeface="Courier New"/>
                <a:cs typeface="Courier New"/>
                <a:sym typeface="Courier New"/>
              </a:rPr>
              <a:t>	</a:t>
            </a:r>
            <a:r>
              <a:rPr b="1" lang="en-US" sz="1600">
                <a:solidFill>
                  <a:srgbClr val="7F0055"/>
                </a:solidFill>
                <a:highlight>
                  <a:srgbClr val="FFFFFF"/>
                </a:highlight>
                <a:latin typeface="Courier New"/>
                <a:ea typeface="Courier New"/>
                <a:cs typeface="Courier New"/>
                <a:sym typeface="Courier New"/>
              </a:rPr>
              <a:t>public</a:t>
            </a:r>
            <a:r>
              <a:rPr lang="en-US" sz="1600">
                <a:solidFill>
                  <a:schemeClr val="dk1"/>
                </a:solidFill>
                <a:highlight>
                  <a:srgbClr val="FFFFFF"/>
                </a:highlight>
                <a:latin typeface="Courier New"/>
                <a:ea typeface="Courier New"/>
                <a:cs typeface="Courier New"/>
                <a:sym typeface="Courier New"/>
              </a:rPr>
              <a:t> List&lt;PersonDTO&gt; addPerson(PersonDTO </a:t>
            </a:r>
            <a:r>
              <a:rPr lang="en-US" sz="1600">
                <a:solidFill>
                  <a:srgbClr val="6A3E3E"/>
                </a:solidFill>
                <a:highlight>
                  <a:srgbClr val="FFFFFF"/>
                </a:highlight>
                <a:latin typeface="Courier New"/>
                <a:ea typeface="Courier New"/>
                <a:cs typeface="Courier New"/>
                <a:sym typeface="Courier New"/>
              </a:rPr>
              <a:t>personDTO</a:t>
            </a:r>
            <a:r>
              <a:rPr lang="en-US" sz="1600">
                <a:solidFill>
                  <a:schemeClr val="dk1"/>
                </a:solidFill>
                <a:highlight>
                  <a:srgbClr val="FFFFFF"/>
                </a:highlight>
                <a:latin typeface="Courier New"/>
                <a:ea typeface="Courier New"/>
                <a:cs typeface="Courier New"/>
                <a:sym typeface="Courier New"/>
              </a:rPr>
              <a:t>) {</a:t>
            </a:r>
            <a:endParaRPr sz="16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lang="en-US" sz="1600">
                <a:solidFill>
                  <a:schemeClr val="dk1"/>
                </a:solidFill>
                <a:highlight>
                  <a:srgbClr val="FFFFFF"/>
                </a:highlight>
                <a:latin typeface="Courier New"/>
                <a:ea typeface="Courier New"/>
                <a:cs typeface="Courier New"/>
                <a:sym typeface="Courier New"/>
              </a:rPr>
              <a:t>		</a:t>
            </a:r>
            <a:r>
              <a:rPr lang="en-US" sz="1600">
                <a:solidFill>
                  <a:srgbClr val="3F7F5F"/>
                </a:solidFill>
                <a:highlight>
                  <a:srgbClr val="FFFFFF"/>
                </a:highlight>
                <a:latin typeface="Courier New"/>
                <a:ea typeface="Courier New"/>
                <a:cs typeface="Courier New"/>
                <a:sym typeface="Courier New"/>
              </a:rPr>
              <a:t>// add person</a:t>
            </a:r>
            <a:endParaRPr sz="16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lang="en-US" sz="1600">
                <a:solidFill>
                  <a:schemeClr val="dk1"/>
                </a:solidFill>
                <a:highlight>
                  <a:srgbClr val="FFFFFF"/>
                </a:highlight>
                <a:latin typeface="Courier New"/>
                <a:ea typeface="Courier New"/>
                <a:cs typeface="Courier New"/>
                <a:sym typeface="Courier New"/>
              </a:rPr>
              <a:t>		</a:t>
            </a:r>
            <a:r>
              <a:rPr lang="en-US" sz="1600">
                <a:solidFill>
                  <a:srgbClr val="0000C0"/>
                </a:solidFill>
                <a:highlight>
                  <a:srgbClr val="FFFFFF"/>
                </a:highlight>
                <a:latin typeface="Courier New"/>
                <a:ea typeface="Courier New"/>
                <a:cs typeface="Courier New"/>
                <a:sym typeface="Courier New"/>
              </a:rPr>
              <a:t>personList</a:t>
            </a:r>
            <a:r>
              <a:rPr lang="en-US" sz="1600">
                <a:solidFill>
                  <a:schemeClr val="dk1"/>
                </a:solidFill>
                <a:highlight>
                  <a:srgbClr val="FFFFFF"/>
                </a:highlight>
                <a:latin typeface="Courier New"/>
                <a:ea typeface="Courier New"/>
                <a:cs typeface="Courier New"/>
                <a:sym typeface="Courier New"/>
              </a:rPr>
              <a:t>.add(</a:t>
            </a:r>
            <a:r>
              <a:rPr lang="en-US" sz="1600">
                <a:solidFill>
                  <a:srgbClr val="6A3E3E"/>
                </a:solidFill>
                <a:highlight>
                  <a:srgbClr val="FFFFFF"/>
                </a:highlight>
                <a:latin typeface="Courier New"/>
                <a:ea typeface="Courier New"/>
                <a:cs typeface="Courier New"/>
                <a:sym typeface="Courier New"/>
              </a:rPr>
              <a:t>personDTO</a:t>
            </a:r>
            <a:r>
              <a:rPr lang="en-US" sz="1600">
                <a:solidFill>
                  <a:schemeClr val="dk1"/>
                </a:solidFill>
                <a:highlight>
                  <a:srgbClr val="FFFFFF"/>
                </a:highlight>
                <a:latin typeface="Courier New"/>
                <a:ea typeface="Courier New"/>
                <a:cs typeface="Courier New"/>
                <a:sym typeface="Courier New"/>
              </a:rPr>
              <a:t>.toEntity() );</a:t>
            </a:r>
            <a:endParaRPr sz="16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lang="en-US" sz="1600">
                <a:solidFill>
                  <a:schemeClr val="dk1"/>
                </a:solidFill>
                <a:highlight>
                  <a:srgbClr val="FFFFFF"/>
                </a:highlight>
                <a:latin typeface="Courier New"/>
                <a:ea typeface="Courier New"/>
                <a:cs typeface="Courier New"/>
                <a:sym typeface="Courier New"/>
              </a:rPr>
              <a:t>		</a:t>
            </a:r>
            <a:endParaRPr sz="16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lang="en-US" sz="1600">
                <a:solidFill>
                  <a:schemeClr val="dk1"/>
                </a:solidFill>
                <a:highlight>
                  <a:srgbClr val="FFFFFF"/>
                </a:highlight>
                <a:latin typeface="Courier New"/>
                <a:ea typeface="Courier New"/>
                <a:cs typeface="Courier New"/>
                <a:sym typeface="Courier New"/>
              </a:rPr>
              <a:t>		</a:t>
            </a:r>
            <a:r>
              <a:rPr b="1" lang="en-US" sz="1600">
                <a:solidFill>
                  <a:srgbClr val="7F0055"/>
                </a:solidFill>
                <a:highlight>
                  <a:srgbClr val="FFFFFF"/>
                </a:highlight>
                <a:latin typeface="Courier New"/>
                <a:ea typeface="Courier New"/>
                <a:cs typeface="Courier New"/>
                <a:sym typeface="Courier New"/>
              </a:rPr>
              <a:t>return</a:t>
            </a:r>
            <a:r>
              <a:rPr lang="en-US" sz="1600">
                <a:solidFill>
                  <a:schemeClr val="dk1"/>
                </a:solidFill>
                <a:highlight>
                  <a:srgbClr val="FFFFFF"/>
                </a:highlight>
                <a:latin typeface="Courier New"/>
                <a:ea typeface="Courier New"/>
                <a:cs typeface="Courier New"/>
                <a:sym typeface="Courier New"/>
              </a:rPr>
              <a:t> </a:t>
            </a:r>
            <a:r>
              <a:rPr lang="en-US" sz="1600">
                <a:solidFill>
                  <a:srgbClr val="0000C0"/>
                </a:solidFill>
                <a:highlight>
                  <a:srgbClr val="FFFFFF"/>
                </a:highlight>
                <a:latin typeface="Courier New"/>
                <a:ea typeface="Courier New"/>
                <a:cs typeface="Courier New"/>
                <a:sym typeface="Courier New"/>
              </a:rPr>
              <a:t>personList</a:t>
            </a:r>
            <a:r>
              <a:rPr lang="en-US" sz="1600">
                <a:solidFill>
                  <a:schemeClr val="dk1"/>
                </a:solidFill>
                <a:highlight>
                  <a:srgbClr val="FFFFFF"/>
                </a:highlight>
                <a:latin typeface="Courier New"/>
                <a:ea typeface="Courier New"/>
                <a:cs typeface="Courier New"/>
                <a:sym typeface="Courier New"/>
              </a:rPr>
              <a:t>.stream()</a:t>
            </a:r>
            <a:endParaRPr sz="16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lang="en-US" sz="1600">
                <a:solidFill>
                  <a:schemeClr val="dk1"/>
                </a:solidFill>
                <a:highlight>
                  <a:srgbClr val="FFFFFF"/>
                </a:highlight>
                <a:latin typeface="Courier New"/>
                <a:ea typeface="Courier New"/>
                <a:cs typeface="Courier New"/>
                <a:sym typeface="Courier New"/>
              </a:rPr>
              <a:t>				.map(</a:t>
            </a:r>
            <a:r>
              <a:rPr lang="en-US" sz="1600">
                <a:solidFill>
                  <a:srgbClr val="6A3E3E"/>
                </a:solidFill>
                <a:highlight>
                  <a:srgbClr val="FFFFFF"/>
                </a:highlight>
                <a:latin typeface="Courier New"/>
                <a:ea typeface="Courier New"/>
                <a:cs typeface="Courier New"/>
                <a:sym typeface="Courier New"/>
              </a:rPr>
              <a:t>x</a:t>
            </a:r>
            <a:r>
              <a:rPr lang="en-US" sz="1600">
                <a:solidFill>
                  <a:schemeClr val="dk1"/>
                </a:solidFill>
                <a:highlight>
                  <a:srgbClr val="FFFFFF"/>
                </a:highlight>
                <a:latin typeface="Courier New"/>
                <a:ea typeface="Courier New"/>
                <a:cs typeface="Courier New"/>
                <a:sym typeface="Courier New"/>
              </a:rPr>
              <a:t> -&gt; </a:t>
            </a:r>
            <a:r>
              <a:rPr b="1" lang="en-US" sz="1600">
                <a:solidFill>
                  <a:srgbClr val="7F0055"/>
                </a:solidFill>
                <a:highlight>
                  <a:srgbClr val="FFFFFF"/>
                </a:highlight>
                <a:latin typeface="Courier New"/>
                <a:ea typeface="Courier New"/>
                <a:cs typeface="Courier New"/>
                <a:sym typeface="Courier New"/>
              </a:rPr>
              <a:t>new</a:t>
            </a:r>
            <a:r>
              <a:rPr lang="en-US" sz="1600">
                <a:solidFill>
                  <a:schemeClr val="dk1"/>
                </a:solidFill>
                <a:highlight>
                  <a:srgbClr val="FFFFFF"/>
                </a:highlight>
                <a:latin typeface="Courier New"/>
                <a:ea typeface="Courier New"/>
                <a:cs typeface="Courier New"/>
                <a:sym typeface="Courier New"/>
              </a:rPr>
              <a:t> PersonDTO(</a:t>
            </a:r>
            <a:r>
              <a:rPr lang="en-US" sz="1600">
                <a:solidFill>
                  <a:srgbClr val="6A3E3E"/>
                </a:solidFill>
                <a:highlight>
                  <a:srgbClr val="FFFFFF"/>
                </a:highlight>
                <a:latin typeface="Courier New"/>
                <a:ea typeface="Courier New"/>
                <a:cs typeface="Courier New"/>
                <a:sym typeface="Courier New"/>
              </a:rPr>
              <a:t>x</a:t>
            </a:r>
            <a:r>
              <a:rPr lang="en-US" sz="1600">
                <a:solidFill>
                  <a:schemeClr val="dk1"/>
                </a:solidFill>
                <a:highlight>
                  <a:srgbClr val="FFFFFF"/>
                </a:highlight>
                <a:latin typeface="Courier New"/>
                <a:ea typeface="Courier New"/>
                <a:cs typeface="Courier New"/>
                <a:sym typeface="Courier New"/>
              </a:rPr>
              <a:t>) )</a:t>
            </a:r>
            <a:endParaRPr sz="16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lang="en-US" sz="1600">
                <a:solidFill>
                  <a:schemeClr val="dk1"/>
                </a:solidFill>
                <a:highlight>
                  <a:srgbClr val="FFFFFF"/>
                </a:highlight>
                <a:latin typeface="Courier New"/>
                <a:ea typeface="Courier New"/>
                <a:cs typeface="Courier New"/>
                <a:sym typeface="Courier New"/>
              </a:rPr>
              <a:t>				.collect(Collectors.</a:t>
            </a:r>
            <a:r>
              <a:rPr i="1" lang="en-US" sz="1600">
                <a:solidFill>
                  <a:schemeClr val="dk1"/>
                </a:solidFill>
                <a:highlight>
                  <a:srgbClr val="FFFFFF"/>
                </a:highlight>
                <a:latin typeface="Courier New"/>
                <a:ea typeface="Courier New"/>
                <a:cs typeface="Courier New"/>
                <a:sym typeface="Courier New"/>
              </a:rPr>
              <a:t>toList</a:t>
            </a:r>
            <a:r>
              <a:rPr lang="en-US" sz="1600">
                <a:solidFill>
                  <a:schemeClr val="dk1"/>
                </a:solidFill>
                <a:highlight>
                  <a:srgbClr val="FFFFFF"/>
                </a:highlight>
                <a:latin typeface="Courier New"/>
                <a:ea typeface="Courier New"/>
                <a:cs typeface="Courier New"/>
                <a:sym typeface="Courier New"/>
              </a:rPr>
              <a:t>() );</a:t>
            </a:r>
            <a:endParaRPr sz="16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600">
                <a:solidFill>
                  <a:schemeClr val="dk1"/>
                </a:solidFill>
                <a:highlight>
                  <a:srgbClr val="FFFFFF"/>
                </a:highlight>
                <a:latin typeface="Courier New"/>
                <a:ea typeface="Courier New"/>
                <a:cs typeface="Courier New"/>
                <a:sym typeface="Courier New"/>
              </a:rPr>
              <a:t>	}</a:t>
            </a:r>
            <a:endParaRPr sz="2800">
              <a:solidFill>
                <a:schemeClr val="dk1"/>
              </a:solidFill>
              <a:latin typeface="Lexend"/>
              <a:ea typeface="Lexend"/>
              <a:cs typeface="Lexend"/>
              <a:sym typeface="Lexend"/>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4" name="Shape 504"/>
        <p:cNvGrpSpPr/>
        <p:nvPr/>
      </p:nvGrpSpPr>
      <p:grpSpPr>
        <a:xfrm>
          <a:off x="0" y="0"/>
          <a:ext cx="0" cy="0"/>
          <a:chOff x="0" y="0"/>
          <a:chExt cx="0" cy="0"/>
        </a:xfrm>
      </p:grpSpPr>
      <p:sp>
        <p:nvSpPr>
          <p:cNvPr id="505" name="Google Shape;505;g3bda3d096ad_0_164"/>
          <p:cNvSpPr txBox="1"/>
          <p:nvPr>
            <p:ph type="title"/>
          </p:nvPr>
        </p:nvSpPr>
        <p:spPr>
          <a:xfrm>
            <a:off x="439648" y="189700"/>
            <a:ext cx="5510400" cy="6603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1100"/>
              <a:buFont typeface="Arial"/>
              <a:buNone/>
            </a:pPr>
            <a:r>
              <a:rPr lang="en-US" sz="1200">
                <a:latin typeface="IBM Plex Sans"/>
                <a:ea typeface="IBM Plex Sans"/>
                <a:cs typeface="IBM Plex Sans"/>
                <a:sym typeface="IBM Plex Sans"/>
              </a:rPr>
              <a:t>Introduction to APIs</a:t>
            </a:r>
            <a:endParaRPr sz="1200">
              <a:latin typeface="IBM Plex Sans"/>
              <a:ea typeface="IBM Plex Sans"/>
              <a:cs typeface="IBM Plex Sans"/>
              <a:sym typeface="IBM Plex Sans"/>
            </a:endParaRPr>
          </a:p>
        </p:txBody>
      </p:sp>
      <p:cxnSp>
        <p:nvCxnSpPr>
          <p:cNvPr id="506" name="Google Shape;506;g3bda3d096ad_0_164"/>
          <p:cNvCxnSpPr/>
          <p:nvPr/>
        </p:nvCxnSpPr>
        <p:spPr>
          <a:xfrm>
            <a:off x="97082" y="746462"/>
            <a:ext cx="10200300" cy="0"/>
          </a:xfrm>
          <a:prstGeom prst="straightConnector1">
            <a:avLst/>
          </a:prstGeom>
          <a:noFill/>
          <a:ln cap="flat" cmpd="sng" w="9525">
            <a:solidFill>
              <a:schemeClr val="accent1"/>
            </a:solidFill>
            <a:prstDash val="solid"/>
            <a:miter lim="800000"/>
            <a:headEnd len="sm" w="sm" type="none"/>
            <a:tailEnd len="sm" w="sm" type="none"/>
          </a:ln>
        </p:spPr>
      </p:cxnSp>
      <p:sp>
        <p:nvSpPr>
          <p:cNvPr id="507" name="Google Shape;507;g3bda3d096ad_0_164"/>
          <p:cNvSpPr txBox="1"/>
          <p:nvPr>
            <p:ph idx="4294967295" type="ctrTitle"/>
          </p:nvPr>
        </p:nvSpPr>
        <p:spPr>
          <a:xfrm>
            <a:off x="517400" y="983676"/>
            <a:ext cx="10150500" cy="6012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9B1D23"/>
              </a:buClr>
              <a:buSzPts val="4770"/>
              <a:buFont typeface="Arial Black"/>
              <a:buNone/>
            </a:pPr>
            <a:r>
              <a:rPr lang="en-US" sz="3440"/>
              <a:t>Main.java</a:t>
            </a:r>
            <a:endParaRPr sz="3440"/>
          </a:p>
        </p:txBody>
      </p:sp>
      <p:sp>
        <p:nvSpPr>
          <p:cNvPr id="508" name="Google Shape;508;g3bda3d096ad_0_164"/>
          <p:cNvSpPr txBox="1"/>
          <p:nvPr/>
        </p:nvSpPr>
        <p:spPr>
          <a:xfrm>
            <a:off x="517400" y="1584875"/>
            <a:ext cx="10150500" cy="4395900"/>
          </a:xfrm>
          <a:prstGeom prst="rect">
            <a:avLst/>
          </a:prstGeom>
          <a:noFill/>
          <a:ln>
            <a:noFill/>
          </a:ln>
        </p:spPr>
        <p:txBody>
          <a:bodyPr anchorCtr="0" anchor="t" bIns="91425" lIns="91425" spcFirstLastPara="1" rIns="91425" wrap="square" tIns="91425">
            <a:spAutoFit/>
          </a:bodyPr>
          <a:lstStyle/>
          <a:p>
            <a:pPr indent="-368300" lvl="0" marL="457200" rtl="0" algn="l">
              <a:lnSpc>
                <a:spcPct val="115000"/>
              </a:lnSpc>
              <a:spcBef>
                <a:spcPts val="0"/>
              </a:spcBef>
              <a:spcAft>
                <a:spcPts val="0"/>
              </a:spcAft>
              <a:buClr>
                <a:schemeClr val="dk1"/>
              </a:buClr>
              <a:buSzPts val="2200"/>
              <a:buFont typeface="Lexend"/>
              <a:buChar char="●"/>
            </a:pPr>
            <a:r>
              <a:rPr lang="en-US" sz="2200">
                <a:solidFill>
                  <a:schemeClr val="dk1"/>
                </a:solidFill>
                <a:latin typeface="Lexend"/>
                <a:ea typeface="Lexend"/>
                <a:cs typeface="Lexend"/>
                <a:sym typeface="Lexend"/>
              </a:rPr>
              <a:t>Modify Main.java and only instantiate the Service and Controller classes.</a:t>
            </a:r>
            <a:r>
              <a:rPr lang="en-US" sz="2200">
                <a:solidFill>
                  <a:schemeClr val="dk1"/>
                </a:solidFill>
                <a:latin typeface="Lexend"/>
                <a:ea typeface="Lexend"/>
                <a:cs typeface="Lexend"/>
                <a:sym typeface="Lexend"/>
              </a:rPr>
              <a:t> </a:t>
            </a:r>
            <a:endParaRPr sz="2200">
              <a:solidFill>
                <a:schemeClr val="dk1"/>
              </a:solidFill>
              <a:latin typeface="Lexend"/>
              <a:ea typeface="Lexend"/>
              <a:cs typeface="Lexend"/>
              <a:sym typeface="Lexend"/>
            </a:endParaRPr>
          </a:p>
          <a:p>
            <a:pPr indent="431800" lvl="0" marL="25400" rtl="0" algn="l">
              <a:lnSpc>
                <a:spcPct val="115000"/>
              </a:lnSpc>
              <a:spcBef>
                <a:spcPts val="0"/>
              </a:spcBef>
              <a:spcAft>
                <a:spcPts val="0"/>
              </a:spcAft>
              <a:buNone/>
            </a:pPr>
            <a:r>
              <a:rPr b="1" lang="en-US" sz="1200">
                <a:solidFill>
                  <a:srgbClr val="7F0055"/>
                </a:solidFill>
                <a:highlight>
                  <a:srgbClr val="FFFFFF"/>
                </a:highlight>
                <a:latin typeface="Courier New"/>
                <a:ea typeface="Courier New"/>
                <a:cs typeface="Courier New"/>
                <a:sym typeface="Courier New"/>
              </a:rPr>
              <a:t>public</a:t>
            </a:r>
            <a:r>
              <a:rPr lang="en-US" sz="1200">
                <a:solidFill>
                  <a:schemeClr val="dk1"/>
                </a:solidFill>
                <a:highlight>
                  <a:srgbClr val="FFFFFF"/>
                </a:highlight>
                <a:latin typeface="Courier New"/>
                <a:ea typeface="Courier New"/>
                <a:cs typeface="Courier New"/>
                <a:sym typeface="Courier New"/>
              </a:rPr>
              <a:t> </a:t>
            </a:r>
            <a:r>
              <a:rPr b="1" lang="en-US" sz="1200">
                <a:solidFill>
                  <a:srgbClr val="7F0055"/>
                </a:solidFill>
                <a:highlight>
                  <a:srgbClr val="FFFFFF"/>
                </a:highlight>
                <a:latin typeface="Courier New"/>
                <a:ea typeface="Courier New"/>
                <a:cs typeface="Courier New"/>
                <a:sym typeface="Courier New"/>
              </a:rPr>
              <a:t>static</a:t>
            </a:r>
            <a:r>
              <a:rPr lang="en-US" sz="1200">
                <a:solidFill>
                  <a:schemeClr val="dk1"/>
                </a:solidFill>
                <a:highlight>
                  <a:srgbClr val="FFFFFF"/>
                </a:highlight>
                <a:latin typeface="Courier New"/>
                <a:ea typeface="Courier New"/>
                <a:cs typeface="Courier New"/>
                <a:sym typeface="Courier New"/>
              </a:rPr>
              <a:t> </a:t>
            </a:r>
            <a:r>
              <a:rPr b="1" lang="en-US" sz="1200">
                <a:solidFill>
                  <a:srgbClr val="7F0055"/>
                </a:solidFill>
                <a:highlight>
                  <a:srgbClr val="FFFFFF"/>
                </a:highlight>
                <a:latin typeface="Courier New"/>
                <a:ea typeface="Courier New"/>
                <a:cs typeface="Courier New"/>
                <a:sym typeface="Courier New"/>
              </a:rPr>
              <a:t>void</a:t>
            </a:r>
            <a:r>
              <a:rPr lang="en-US" sz="1200">
                <a:solidFill>
                  <a:schemeClr val="dk1"/>
                </a:solidFill>
                <a:highlight>
                  <a:srgbClr val="FFFFFF"/>
                </a:highlight>
                <a:latin typeface="Courier New"/>
                <a:ea typeface="Courier New"/>
                <a:cs typeface="Courier New"/>
                <a:sym typeface="Courier New"/>
              </a:rPr>
              <a:t> main(String[] </a:t>
            </a:r>
            <a:r>
              <a:rPr lang="en-US" sz="1200">
                <a:solidFill>
                  <a:srgbClr val="6A3E3E"/>
                </a:solidFill>
                <a:highlight>
                  <a:srgbClr val="FFFFFF"/>
                </a:highlight>
                <a:latin typeface="Courier New"/>
                <a:ea typeface="Courier New"/>
                <a:cs typeface="Courier New"/>
                <a:sym typeface="Courier New"/>
              </a:rPr>
              <a:t>args</a:t>
            </a:r>
            <a:r>
              <a:rPr lang="en-US" sz="1200">
                <a:solidFill>
                  <a:schemeClr val="dk1"/>
                </a:solidFill>
                <a:highlight>
                  <a:srgbClr val="FFFFFF"/>
                </a:highlight>
                <a:latin typeface="Courier New"/>
                <a:ea typeface="Courier New"/>
                <a:cs typeface="Courier New"/>
                <a:sym typeface="Courier New"/>
              </a:rPr>
              <a:t>) </a:t>
            </a:r>
            <a:r>
              <a:rPr b="1" lang="en-US" sz="1200">
                <a:solidFill>
                  <a:srgbClr val="7F0055"/>
                </a:solidFill>
                <a:highlight>
                  <a:srgbClr val="FFFFFF"/>
                </a:highlight>
                <a:latin typeface="Courier New"/>
                <a:ea typeface="Courier New"/>
                <a:cs typeface="Courier New"/>
                <a:sym typeface="Courier New"/>
              </a:rPr>
              <a:t>throws</a:t>
            </a:r>
            <a:r>
              <a:rPr lang="en-US" sz="1200">
                <a:solidFill>
                  <a:schemeClr val="dk1"/>
                </a:solidFill>
                <a:highlight>
                  <a:srgbClr val="FFFFFF"/>
                </a:highlight>
                <a:latin typeface="Courier New"/>
                <a:ea typeface="Courier New"/>
                <a:cs typeface="Courier New"/>
                <a:sym typeface="Courier New"/>
              </a:rPr>
              <a:t> Exception {</a:t>
            </a:r>
            <a:endParaRPr sz="12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chemeClr val="dk1"/>
                </a:solidFill>
                <a:highlight>
                  <a:srgbClr val="FFFFFF"/>
                </a:highlight>
                <a:latin typeface="Courier New"/>
                <a:ea typeface="Courier New"/>
                <a:cs typeface="Courier New"/>
                <a:sym typeface="Courier New"/>
              </a:rPr>
              <a:t>   	</a:t>
            </a:r>
            <a:endParaRPr sz="12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chemeClr val="dk1"/>
                </a:solidFill>
                <a:highlight>
                  <a:srgbClr val="FFFFFF"/>
                </a:highlight>
                <a:latin typeface="Courier New"/>
                <a:ea typeface="Courier New"/>
                <a:cs typeface="Courier New"/>
                <a:sym typeface="Courier New"/>
              </a:rPr>
              <a:t>   	 </a:t>
            </a:r>
            <a:r>
              <a:rPr lang="en-US" sz="1200">
                <a:solidFill>
                  <a:srgbClr val="3F7F5F"/>
                </a:solidFill>
                <a:highlight>
                  <a:srgbClr val="FFFFFF"/>
                </a:highlight>
                <a:latin typeface="Courier New"/>
                <a:ea typeface="Courier New"/>
                <a:cs typeface="Courier New"/>
                <a:sym typeface="Courier New"/>
              </a:rPr>
              <a:t>// Start server on port 4567 (default)</a:t>
            </a:r>
            <a:endParaRPr sz="12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chemeClr val="dk1"/>
                </a:solidFill>
                <a:highlight>
                  <a:srgbClr val="FFFFFF"/>
                </a:highlight>
                <a:latin typeface="Courier New"/>
                <a:ea typeface="Courier New"/>
                <a:cs typeface="Courier New"/>
                <a:sym typeface="Courier New"/>
              </a:rPr>
              <a:t>       </a:t>
            </a:r>
            <a:r>
              <a:rPr i="1" lang="en-US" sz="1200">
                <a:solidFill>
                  <a:schemeClr val="dk1"/>
                </a:solidFill>
                <a:highlight>
                  <a:srgbClr val="FFFFFF"/>
                </a:highlight>
                <a:latin typeface="Courier New"/>
                <a:ea typeface="Courier New"/>
                <a:cs typeface="Courier New"/>
                <a:sym typeface="Courier New"/>
              </a:rPr>
              <a:t>port</a:t>
            </a:r>
            <a:r>
              <a:rPr lang="en-US" sz="1200">
                <a:solidFill>
                  <a:schemeClr val="dk1"/>
                </a:solidFill>
                <a:highlight>
                  <a:srgbClr val="FFFFFF"/>
                </a:highlight>
                <a:latin typeface="Courier New"/>
                <a:ea typeface="Courier New"/>
                <a:cs typeface="Courier New"/>
                <a:sym typeface="Courier New"/>
              </a:rPr>
              <a:t>(4568);</a:t>
            </a:r>
            <a:endParaRPr sz="12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chemeClr val="dk1"/>
                </a:solidFill>
                <a:highlight>
                  <a:srgbClr val="FFFFFF"/>
                </a:highlight>
                <a:latin typeface="Courier New"/>
                <a:ea typeface="Courier New"/>
                <a:cs typeface="Courier New"/>
                <a:sym typeface="Courier New"/>
              </a:rPr>
              <a:t>      </a:t>
            </a:r>
            <a:endParaRPr sz="12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chemeClr val="dk1"/>
                </a:solidFill>
                <a:highlight>
                  <a:srgbClr val="FFFFFF"/>
                </a:highlight>
                <a:latin typeface="Courier New"/>
                <a:ea typeface="Courier New"/>
                <a:cs typeface="Courier New"/>
                <a:sym typeface="Courier New"/>
              </a:rPr>
              <a:t>    </a:t>
            </a:r>
            <a:endParaRPr sz="12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chemeClr val="dk1"/>
                </a:solidFill>
                <a:highlight>
                  <a:srgbClr val="FFFFFF"/>
                </a:highlight>
                <a:latin typeface="Courier New"/>
                <a:ea typeface="Courier New"/>
                <a:cs typeface="Courier New"/>
                <a:sym typeface="Courier New"/>
              </a:rPr>
              <a:t>       </a:t>
            </a:r>
            <a:r>
              <a:rPr lang="en-US" sz="1200">
                <a:solidFill>
                  <a:srgbClr val="3F7F5F"/>
                </a:solidFill>
                <a:highlight>
                  <a:srgbClr val="FFFFFF"/>
                </a:highlight>
                <a:latin typeface="Courier New"/>
                <a:ea typeface="Courier New"/>
                <a:cs typeface="Courier New"/>
                <a:sym typeface="Courier New"/>
              </a:rPr>
              <a:t>// instantiate the service</a:t>
            </a:r>
            <a:endParaRPr sz="12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chemeClr val="dk1"/>
                </a:solidFill>
                <a:highlight>
                  <a:srgbClr val="FFFFFF"/>
                </a:highlight>
                <a:latin typeface="Courier New"/>
                <a:ea typeface="Courier New"/>
                <a:cs typeface="Courier New"/>
                <a:sym typeface="Courier New"/>
              </a:rPr>
              <a:t>       PersonService </a:t>
            </a:r>
            <a:r>
              <a:rPr lang="en-US" sz="1200">
                <a:solidFill>
                  <a:srgbClr val="6A3E3E"/>
                </a:solidFill>
                <a:highlight>
                  <a:srgbClr val="FFFFFF"/>
                </a:highlight>
                <a:latin typeface="Courier New"/>
                <a:ea typeface="Courier New"/>
                <a:cs typeface="Courier New"/>
                <a:sym typeface="Courier New"/>
              </a:rPr>
              <a:t>personService</a:t>
            </a:r>
            <a:r>
              <a:rPr lang="en-US" sz="1200">
                <a:solidFill>
                  <a:schemeClr val="dk1"/>
                </a:solidFill>
                <a:highlight>
                  <a:srgbClr val="FFFFFF"/>
                </a:highlight>
                <a:latin typeface="Courier New"/>
                <a:ea typeface="Courier New"/>
                <a:cs typeface="Courier New"/>
                <a:sym typeface="Courier New"/>
              </a:rPr>
              <a:t> = </a:t>
            </a:r>
            <a:r>
              <a:rPr b="1" lang="en-US" sz="1200">
                <a:solidFill>
                  <a:srgbClr val="7F0055"/>
                </a:solidFill>
                <a:highlight>
                  <a:srgbClr val="FFFFFF"/>
                </a:highlight>
                <a:latin typeface="Courier New"/>
                <a:ea typeface="Courier New"/>
                <a:cs typeface="Courier New"/>
                <a:sym typeface="Courier New"/>
              </a:rPr>
              <a:t>new</a:t>
            </a:r>
            <a:r>
              <a:rPr lang="en-US" sz="1200">
                <a:solidFill>
                  <a:schemeClr val="dk1"/>
                </a:solidFill>
                <a:highlight>
                  <a:srgbClr val="FFFFFF"/>
                </a:highlight>
                <a:latin typeface="Courier New"/>
                <a:ea typeface="Courier New"/>
                <a:cs typeface="Courier New"/>
                <a:sym typeface="Courier New"/>
              </a:rPr>
              <a:t> PersonService();</a:t>
            </a:r>
            <a:endParaRPr sz="12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chemeClr val="dk1"/>
                </a:solidFill>
                <a:highlight>
                  <a:srgbClr val="FFFFFF"/>
                </a:highlight>
                <a:latin typeface="Courier New"/>
                <a:ea typeface="Courier New"/>
                <a:cs typeface="Courier New"/>
                <a:sym typeface="Courier New"/>
              </a:rPr>
              <a:t>       </a:t>
            </a:r>
            <a:r>
              <a:rPr lang="en-US" sz="1200">
                <a:solidFill>
                  <a:srgbClr val="3F7F5F"/>
                </a:solidFill>
                <a:highlight>
                  <a:srgbClr val="FFFFFF"/>
                </a:highlight>
                <a:latin typeface="Courier New"/>
                <a:ea typeface="Courier New"/>
                <a:cs typeface="Courier New"/>
                <a:sym typeface="Courier New"/>
              </a:rPr>
              <a:t>// instantiate the controller while plugging in the personService</a:t>
            </a:r>
            <a:endParaRPr sz="12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chemeClr val="dk1"/>
                </a:solidFill>
                <a:highlight>
                  <a:srgbClr val="FFFFFF"/>
                </a:highlight>
                <a:latin typeface="Courier New"/>
                <a:ea typeface="Courier New"/>
                <a:cs typeface="Courier New"/>
                <a:sym typeface="Courier New"/>
              </a:rPr>
              <a:t>       PersonController </a:t>
            </a:r>
            <a:r>
              <a:rPr lang="en-US" sz="1200">
                <a:solidFill>
                  <a:srgbClr val="6A3E3E"/>
                </a:solidFill>
                <a:highlight>
                  <a:srgbClr val="FFFFFF"/>
                </a:highlight>
                <a:latin typeface="Courier New"/>
                <a:ea typeface="Courier New"/>
                <a:cs typeface="Courier New"/>
                <a:sym typeface="Courier New"/>
              </a:rPr>
              <a:t>personController</a:t>
            </a:r>
            <a:r>
              <a:rPr lang="en-US" sz="1200">
                <a:solidFill>
                  <a:schemeClr val="dk1"/>
                </a:solidFill>
                <a:highlight>
                  <a:srgbClr val="FFFFFF"/>
                </a:highlight>
                <a:latin typeface="Courier New"/>
                <a:ea typeface="Courier New"/>
                <a:cs typeface="Courier New"/>
                <a:sym typeface="Courier New"/>
              </a:rPr>
              <a:t> = </a:t>
            </a:r>
            <a:r>
              <a:rPr b="1" lang="en-US" sz="1200">
                <a:solidFill>
                  <a:srgbClr val="7F0055"/>
                </a:solidFill>
                <a:highlight>
                  <a:srgbClr val="FFFFFF"/>
                </a:highlight>
                <a:latin typeface="Courier New"/>
                <a:ea typeface="Courier New"/>
                <a:cs typeface="Courier New"/>
                <a:sym typeface="Courier New"/>
              </a:rPr>
              <a:t>new</a:t>
            </a:r>
            <a:r>
              <a:rPr lang="en-US" sz="1200">
                <a:solidFill>
                  <a:schemeClr val="dk1"/>
                </a:solidFill>
                <a:highlight>
                  <a:srgbClr val="FFFFFF"/>
                </a:highlight>
                <a:latin typeface="Courier New"/>
                <a:ea typeface="Courier New"/>
                <a:cs typeface="Courier New"/>
                <a:sym typeface="Courier New"/>
              </a:rPr>
              <a:t> PersonController(</a:t>
            </a:r>
            <a:r>
              <a:rPr lang="en-US" sz="1200">
                <a:solidFill>
                  <a:srgbClr val="6A3E3E"/>
                </a:solidFill>
                <a:highlight>
                  <a:srgbClr val="FFFFFF"/>
                </a:highlight>
                <a:latin typeface="Courier New"/>
                <a:ea typeface="Courier New"/>
                <a:cs typeface="Courier New"/>
                <a:sym typeface="Courier New"/>
              </a:rPr>
              <a:t>personService</a:t>
            </a:r>
            <a:r>
              <a:rPr lang="en-US" sz="1200">
                <a:solidFill>
                  <a:schemeClr val="dk1"/>
                </a:solidFill>
                <a:highlight>
                  <a:srgbClr val="FFFFFF"/>
                </a:highlight>
                <a:latin typeface="Courier New"/>
                <a:ea typeface="Courier New"/>
                <a:cs typeface="Courier New"/>
                <a:sym typeface="Courier New"/>
              </a:rPr>
              <a:t>);</a:t>
            </a:r>
            <a:endParaRPr sz="12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chemeClr val="dk1"/>
                </a:solidFill>
                <a:highlight>
                  <a:srgbClr val="FFFFFF"/>
                </a:highlight>
                <a:latin typeface="Courier New"/>
                <a:ea typeface="Courier New"/>
                <a:cs typeface="Courier New"/>
                <a:sym typeface="Courier New"/>
              </a:rPr>
              <a:t>       </a:t>
            </a:r>
            <a:r>
              <a:rPr lang="en-US" sz="1200">
                <a:solidFill>
                  <a:srgbClr val="3F7F5F"/>
                </a:solidFill>
                <a:highlight>
                  <a:srgbClr val="FFFFFF"/>
                </a:highlight>
                <a:latin typeface="Courier New"/>
                <a:ea typeface="Courier New"/>
                <a:cs typeface="Courier New"/>
                <a:sym typeface="Courier New"/>
              </a:rPr>
              <a:t>// call the registerRoutes to register all declared routes</a:t>
            </a:r>
            <a:endParaRPr sz="12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chemeClr val="dk1"/>
                </a:solidFill>
                <a:highlight>
                  <a:srgbClr val="FFFFFF"/>
                </a:highlight>
                <a:latin typeface="Courier New"/>
                <a:ea typeface="Courier New"/>
                <a:cs typeface="Courier New"/>
                <a:sym typeface="Courier New"/>
              </a:rPr>
              <a:t>       </a:t>
            </a:r>
            <a:r>
              <a:rPr lang="en-US" sz="1200">
                <a:solidFill>
                  <a:srgbClr val="6A3E3E"/>
                </a:solidFill>
                <a:highlight>
                  <a:srgbClr val="FFFFFF"/>
                </a:highlight>
                <a:latin typeface="Courier New"/>
                <a:ea typeface="Courier New"/>
                <a:cs typeface="Courier New"/>
                <a:sym typeface="Courier New"/>
              </a:rPr>
              <a:t>personController</a:t>
            </a:r>
            <a:r>
              <a:rPr lang="en-US" sz="1200">
                <a:solidFill>
                  <a:schemeClr val="dk1"/>
                </a:solidFill>
                <a:highlight>
                  <a:srgbClr val="FFFFFF"/>
                </a:highlight>
                <a:latin typeface="Courier New"/>
                <a:ea typeface="Courier New"/>
                <a:cs typeface="Courier New"/>
                <a:sym typeface="Courier New"/>
              </a:rPr>
              <a:t>.registerRoutes();</a:t>
            </a:r>
            <a:endParaRPr sz="12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chemeClr val="dk1"/>
                </a:solidFill>
                <a:highlight>
                  <a:srgbClr val="FFFFFF"/>
                </a:highlight>
                <a:latin typeface="Courier New"/>
                <a:ea typeface="Courier New"/>
                <a:cs typeface="Courier New"/>
                <a:sym typeface="Courier New"/>
              </a:rPr>
              <a:t>      </a:t>
            </a:r>
            <a:endParaRPr sz="12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chemeClr val="dk1"/>
                </a:solidFill>
                <a:highlight>
                  <a:srgbClr val="FFFFFF"/>
                </a:highlight>
                <a:latin typeface="Courier New"/>
                <a:ea typeface="Courier New"/>
                <a:cs typeface="Courier New"/>
                <a:sym typeface="Courier New"/>
              </a:rPr>
              <a:t>       </a:t>
            </a:r>
            <a:r>
              <a:rPr b="1" i="1" lang="en-US" sz="1200">
                <a:solidFill>
                  <a:srgbClr val="0000C0"/>
                </a:solidFill>
                <a:highlight>
                  <a:srgbClr val="FFFFFF"/>
                </a:highlight>
                <a:latin typeface="Courier New"/>
                <a:ea typeface="Courier New"/>
                <a:cs typeface="Courier New"/>
                <a:sym typeface="Courier New"/>
              </a:rPr>
              <a:t>logger</a:t>
            </a:r>
            <a:r>
              <a:rPr lang="en-US" sz="1200">
                <a:solidFill>
                  <a:schemeClr val="dk1"/>
                </a:solidFill>
                <a:highlight>
                  <a:srgbClr val="FFFFFF"/>
                </a:highlight>
                <a:latin typeface="Courier New"/>
                <a:ea typeface="Courier New"/>
                <a:cs typeface="Courier New"/>
                <a:sym typeface="Courier New"/>
              </a:rPr>
              <a:t>.info(</a:t>
            </a:r>
            <a:r>
              <a:rPr lang="en-US" sz="1200">
                <a:solidFill>
                  <a:srgbClr val="2A00FF"/>
                </a:solidFill>
                <a:highlight>
                  <a:srgbClr val="FFFFFF"/>
                </a:highlight>
                <a:latin typeface="Courier New"/>
                <a:ea typeface="Courier New"/>
                <a:cs typeface="Courier New"/>
                <a:sym typeface="Courier New"/>
              </a:rPr>
              <a:t>"Server started at port {}"</a:t>
            </a:r>
            <a:r>
              <a:rPr lang="en-US" sz="1200">
                <a:solidFill>
                  <a:schemeClr val="dk1"/>
                </a:solidFill>
                <a:highlight>
                  <a:srgbClr val="FFFFFF"/>
                </a:highlight>
                <a:latin typeface="Courier New"/>
                <a:ea typeface="Courier New"/>
                <a:cs typeface="Courier New"/>
                <a:sym typeface="Courier New"/>
              </a:rPr>
              <a:t>, </a:t>
            </a:r>
            <a:r>
              <a:rPr i="1" lang="en-US" sz="1200">
                <a:solidFill>
                  <a:schemeClr val="dk1"/>
                </a:solidFill>
                <a:highlight>
                  <a:srgbClr val="FFFFFF"/>
                </a:highlight>
                <a:latin typeface="Courier New"/>
                <a:ea typeface="Courier New"/>
                <a:cs typeface="Courier New"/>
                <a:sym typeface="Courier New"/>
              </a:rPr>
              <a:t>port</a:t>
            </a:r>
            <a:r>
              <a:rPr lang="en-US" sz="1200">
                <a:solidFill>
                  <a:schemeClr val="dk1"/>
                </a:solidFill>
                <a:highlight>
                  <a:srgbClr val="FFFFFF"/>
                </a:highlight>
                <a:latin typeface="Courier New"/>
                <a:ea typeface="Courier New"/>
                <a:cs typeface="Courier New"/>
                <a:sym typeface="Courier New"/>
              </a:rPr>
              <a:t>() );</a:t>
            </a:r>
            <a:endParaRPr sz="12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chemeClr val="dk1"/>
                </a:solidFill>
                <a:highlight>
                  <a:srgbClr val="FFFFFF"/>
                </a:highlight>
                <a:latin typeface="Courier New"/>
                <a:ea typeface="Courier New"/>
                <a:cs typeface="Courier New"/>
                <a:sym typeface="Courier New"/>
              </a:rPr>
              <a:t>   	}</a:t>
            </a:r>
            <a:endParaRPr sz="12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t/>
            </a:r>
            <a:endParaRPr sz="1600">
              <a:solidFill>
                <a:srgbClr val="3F7F5F"/>
              </a:solidFill>
              <a:highlight>
                <a:srgbClr val="FFFFFF"/>
              </a:highlight>
              <a:latin typeface="Courier New"/>
              <a:ea typeface="Courier New"/>
              <a:cs typeface="Courier New"/>
              <a:sym typeface="Courier New"/>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3" name="Shape 513"/>
        <p:cNvGrpSpPr/>
        <p:nvPr/>
      </p:nvGrpSpPr>
      <p:grpSpPr>
        <a:xfrm>
          <a:off x="0" y="0"/>
          <a:ext cx="0" cy="0"/>
          <a:chOff x="0" y="0"/>
          <a:chExt cx="0" cy="0"/>
        </a:xfrm>
      </p:grpSpPr>
      <p:sp>
        <p:nvSpPr>
          <p:cNvPr id="514" name="Google Shape;514;g3bda3d096ad_0_156"/>
          <p:cNvSpPr txBox="1"/>
          <p:nvPr>
            <p:ph type="title"/>
          </p:nvPr>
        </p:nvSpPr>
        <p:spPr>
          <a:xfrm>
            <a:off x="439648" y="189700"/>
            <a:ext cx="5510400" cy="6603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1100"/>
              <a:buFont typeface="Arial"/>
              <a:buNone/>
            </a:pPr>
            <a:r>
              <a:rPr lang="en-US" sz="1200">
                <a:latin typeface="IBM Plex Sans"/>
                <a:ea typeface="IBM Plex Sans"/>
                <a:cs typeface="IBM Plex Sans"/>
                <a:sym typeface="IBM Plex Sans"/>
              </a:rPr>
              <a:t>Introduction to APIs</a:t>
            </a:r>
            <a:endParaRPr sz="1200">
              <a:latin typeface="IBM Plex Sans"/>
              <a:ea typeface="IBM Plex Sans"/>
              <a:cs typeface="IBM Plex Sans"/>
              <a:sym typeface="IBM Plex Sans"/>
            </a:endParaRPr>
          </a:p>
        </p:txBody>
      </p:sp>
      <p:cxnSp>
        <p:nvCxnSpPr>
          <p:cNvPr id="515" name="Google Shape;515;g3bda3d096ad_0_156"/>
          <p:cNvCxnSpPr/>
          <p:nvPr/>
        </p:nvCxnSpPr>
        <p:spPr>
          <a:xfrm>
            <a:off x="97082" y="746462"/>
            <a:ext cx="10200300" cy="0"/>
          </a:xfrm>
          <a:prstGeom prst="straightConnector1">
            <a:avLst/>
          </a:prstGeom>
          <a:noFill/>
          <a:ln cap="flat" cmpd="sng" w="9525">
            <a:solidFill>
              <a:schemeClr val="accent1"/>
            </a:solidFill>
            <a:prstDash val="solid"/>
            <a:miter lim="800000"/>
            <a:headEnd len="sm" w="sm" type="none"/>
            <a:tailEnd len="sm" w="sm" type="none"/>
          </a:ln>
        </p:spPr>
      </p:cxnSp>
      <p:sp>
        <p:nvSpPr>
          <p:cNvPr id="516" name="Google Shape;516;g3bda3d096ad_0_156"/>
          <p:cNvSpPr txBox="1"/>
          <p:nvPr>
            <p:ph idx="4294967295" type="ctrTitle"/>
          </p:nvPr>
        </p:nvSpPr>
        <p:spPr>
          <a:xfrm>
            <a:off x="517400" y="983676"/>
            <a:ext cx="10150500" cy="6012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9B1D23"/>
              </a:buClr>
              <a:buSzPts val="4770"/>
              <a:buFont typeface="Arial Black"/>
              <a:buNone/>
            </a:pPr>
            <a:r>
              <a:rPr lang="en-US" sz="3440"/>
              <a:t>Exercise 3 - Individual (M7_ACTIVITY3)</a:t>
            </a:r>
            <a:endParaRPr sz="3440"/>
          </a:p>
        </p:txBody>
      </p:sp>
      <p:sp>
        <p:nvSpPr>
          <p:cNvPr id="517" name="Google Shape;517;g3bda3d096ad_0_156"/>
          <p:cNvSpPr txBox="1"/>
          <p:nvPr/>
        </p:nvSpPr>
        <p:spPr>
          <a:xfrm>
            <a:off x="517400" y="1584875"/>
            <a:ext cx="10150500" cy="4417500"/>
          </a:xfrm>
          <a:prstGeom prst="rect">
            <a:avLst/>
          </a:prstGeom>
          <a:noFill/>
          <a:ln>
            <a:noFill/>
          </a:ln>
        </p:spPr>
        <p:txBody>
          <a:bodyPr anchorCtr="0" anchor="t" bIns="91425" lIns="91425" spcFirstLastPara="1" rIns="91425" wrap="square" tIns="91425">
            <a:spAutoFit/>
          </a:bodyPr>
          <a:lstStyle/>
          <a:p>
            <a:pPr indent="-368300" lvl="0" marL="457200" marR="0" rtl="0" algn="l">
              <a:lnSpc>
                <a:spcPct val="115000"/>
              </a:lnSpc>
              <a:spcBef>
                <a:spcPts val="0"/>
              </a:spcBef>
              <a:spcAft>
                <a:spcPts val="0"/>
              </a:spcAft>
              <a:buClr>
                <a:schemeClr val="dk1"/>
              </a:buClr>
              <a:buSzPts val="2200"/>
              <a:buFont typeface="Lexend"/>
              <a:buChar char="●"/>
            </a:pPr>
            <a:r>
              <a:rPr lang="en-US" sz="2200">
                <a:solidFill>
                  <a:schemeClr val="dk1"/>
                </a:solidFill>
                <a:latin typeface="Lexend"/>
                <a:ea typeface="Lexend"/>
                <a:cs typeface="Lexend"/>
                <a:sym typeface="Lexend"/>
              </a:rPr>
              <a:t>Modify your </a:t>
            </a:r>
            <a:r>
              <a:rPr b="1" lang="en-US" sz="2200">
                <a:solidFill>
                  <a:schemeClr val="dk1"/>
                </a:solidFill>
                <a:latin typeface="Lexend"/>
                <a:ea typeface="Lexend"/>
                <a:cs typeface="Lexend"/>
                <a:sym typeface="Lexend"/>
              </a:rPr>
              <a:t>M7_ACTIVITY1 </a:t>
            </a:r>
            <a:r>
              <a:rPr lang="en-US" sz="2200">
                <a:solidFill>
                  <a:schemeClr val="dk1"/>
                </a:solidFill>
                <a:latin typeface="Lexend"/>
                <a:ea typeface="Lexend"/>
                <a:cs typeface="Lexend"/>
                <a:sym typeface="Lexend"/>
              </a:rPr>
              <a:t>and refactor the contents of </a:t>
            </a:r>
            <a:r>
              <a:rPr b="1" lang="en-US" sz="2200">
                <a:solidFill>
                  <a:schemeClr val="dk1"/>
                </a:solidFill>
                <a:latin typeface="Lexend"/>
                <a:ea typeface="Lexend"/>
                <a:cs typeface="Lexend"/>
                <a:sym typeface="Lexend"/>
              </a:rPr>
              <a:t>Main.java</a:t>
            </a:r>
            <a:r>
              <a:rPr lang="en-US" sz="2200">
                <a:solidFill>
                  <a:schemeClr val="dk1"/>
                </a:solidFill>
                <a:latin typeface="Lexend"/>
                <a:ea typeface="Lexend"/>
                <a:cs typeface="Lexend"/>
                <a:sym typeface="Lexend"/>
              </a:rPr>
              <a:t>. </a:t>
            </a:r>
            <a:endParaRPr sz="2200">
              <a:solidFill>
                <a:schemeClr val="dk1"/>
              </a:solidFill>
              <a:latin typeface="Lexend"/>
              <a:ea typeface="Lexend"/>
              <a:cs typeface="Lexend"/>
              <a:sym typeface="Lexend"/>
            </a:endParaRPr>
          </a:p>
          <a:p>
            <a:pPr indent="-368300" lvl="0" marL="457200" marR="0" rtl="0" algn="l">
              <a:lnSpc>
                <a:spcPct val="115000"/>
              </a:lnSpc>
              <a:spcBef>
                <a:spcPts val="0"/>
              </a:spcBef>
              <a:spcAft>
                <a:spcPts val="0"/>
              </a:spcAft>
              <a:buClr>
                <a:schemeClr val="dk1"/>
              </a:buClr>
              <a:buSzPts val="2200"/>
              <a:buFont typeface="Lexend"/>
              <a:buChar char="●"/>
            </a:pPr>
            <a:r>
              <a:rPr lang="en-US" sz="2200">
                <a:solidFill>
                  <a:schemeClr val="dk1"/>
                </a:solidFill>
                <a:latin typeface="Lexend"/>
                <a:ea typeface="Lexend"/>
                <a:cs typeface="Lexend"/>
                <a:sym typeface="Lexend"/>
              </a:rPr>
              <a:t>Create a </a:t>
            </a:r>
            <a:r>
              <a:rPr b="1" lang="en-US" sz="2200">
                <a:solidFill>
                  <a:schemeClr val="dk1"/>
                </a:solidFill>
                <a:latin typeface="Lexend"/>
                <a:ea typeface="Lexend"/>
                <a:cs typeface="Lexend"/>
                <a:sym typeface="Lexend"/>
              </a:rPr>
              <a:t>MovieController, MovieService </a:t>
            </a:r>
            <a:r>
              <a:rPr lang="en-US" sz="2200">
                <a:solidFill>
                  <a:schemeClr val="dk1"/>
                </a:solidFill>
                <a:latin typeface="Lexend"/>
                <a:ea typeface="Lexend"/>
                <a:cs typeface="Lexend"/>
                <a:sym typeface="Lexend"/>
              </a:rPr>
              <a:t>and put them into different </a:t>
            </a:r>
            <a:r>
              <a:rPr b="1" lang="en-US" sz="2200">
                <a:solidFill>
                  <a:schemeClr val="dk1"/>
                </a:solidFill>
                <a:latin typeface="Lexend"/>
                <a:ea typeface="Lexend"/>
                <a:cs typeface="Lexend"/>
                <a:sym typeface="Lexend"/>
              </a:rPr>
              <a:t>packages</a:t>
            </a:r>
            <a:r>
              <a:rPr lang="en-US" sz="2200">
                <a:solidFill>
                  <a:schemeClr val="dk1"/>
                </a:solidFill>
                <a:latin typeface="Lexend"/>
                <a:ea typeface="Lexend"/>
                <a:cs typeface="Lexend"/>
                <a:sym typeface="Lexend"/>
              </a:rPr>
              <a:t>.</a:t>
            </a:r>
            <a:endParaRPr sz="2200">
              <a:solidFill>
                <a:schemeClr val="dk1"/>
              </a:solidFill>
              <a:latin typeface="Lexend"/>
              <a:ea typeface="Lexend"/>
              <a:cs typeface="Lexend"/>
              <a:sym typeface="Lexend"/>
            </a:endParaRPr>
          </a:p>
          <a:p>
            <a:pPr indent="-368300" lvl="0" marL="457200" marR="0" rtl="0" algn="l">
              <a:lnSpc>
                <a:spcPct val="115000"/>
              </a:lnSpc>
              <a:spcBef>
                <a:spcPts val="0"/>
              </a:spcBef>
              <a:spcAft>
                <a:spcPts val="0"/>
              </a:spcAft>
              <a:buClr>
                <a:schemeClr val="dk1"/>
              </a:buClr>
              <a:buSzPts val="2200"/>
              <a:buFont typeface="Lexend"/>
              <a:buChar char="●"/>
            </a:pPr>
            <a:r>
              <a:rPr b="1" lang="en-US" sz="2200">
                <a:solidFill>
                  <a:schemeClr val="dk1"/>
                </a:solidFill>
                <a:latin typeface="Lexend"/>
                <a:ea typeface="Lexend"/>
                <a:cs typeface="Lexend"/>
                <a:sym typeface="Lexend"/>
              </a:rPr>
              <a:t>MovieController </a:t>
            </a:r>
            <a:r>
              <a:rPr lang="en-US" sz="2200">
                <a:solidFill>
                  <a:schemeClr val="dk1"/>
                </a:solidFill>
                <a:latin typeface="Lexend"/>
                <a:ea typeface="Lexend"/>
                <a:cs typeface="Lexend"/>
                <a:sym typeface="Lexend"/>
              </a:rPr>
              <a:t>has a dependency on </a:t>
            </a:r>
            <a:r>
              <a:rPr b="1" lang="en-US" sz="2200">
                <a:solidFill>
                  <a:schemeClr val="dk1"/>
                </a:solidFill>
                <a:latin typeface="Lexend"/>
                <a:ea typeface="Lexend"/>
                <a:cs typeface="Lexend"/>
                <a:sym typeface="Lexend"/>
              </a:rPr>
              <a:t>MovieService</a:t>
            </a:r>
            <a:r>
              <a:rPr lang="en-US" sz="2200">
                <a:solidFill>
                  <a:schemeClr val="dk1"/>
                </a:solidFill>
                <a:latin typeface="Lexend"/>
                <a:ea typeface="Lexend"/>
                <a:cs typeface="Lexend"/>
                <a:sym typeface="Lexend"/>
              </a:rPr>
              <a:t> and should call the service methods for business logic. It should also have the method </a:t>
            </a:r>
            <a:r>
              <a:rPr b="1" lang="en-US" sz="2200">
                <a:solidFill>
                  <a:schemeClr val="dk1"/>
                </a:solidFill>
                <a:latin typeface="Lexend"/>
                <a:ea typeface="Lexend"/>
                <a:cs typeface="Lexend"/>
                <a:sym typeface="Lexend"/>
              </a:rPr>
              <a:t>void registerRoutes()</a:t>
            </a:r>
            <a:r>
              <a:rPr lang="en-US" sz="2200">
                <a:solidFill>
                  <a:schemeClr val="dk1"/>
                </a:solidFill>
                <a:latin typeface="Lexend"/>
                <a:ea typeface="Lexend"/>
                <a:cs typeface="Lexend"/>
                <a:sym typeface="Lexend"/>
              </a:rPr>
              <a:t> containing all the routes.</a:t>
            </a:r>
            <a:endParaRPr sz="2200">
              <a:solidFill>
                <a:schemeClr val="dk1"/>
              </a:solidFill>
              <a:latin typeface="Lexend"/>
              <a:ea typeface="Lexend"/>
              <a:cs typeface="Lexend"/>
              <a:sym typeface="Lexend"/>
            </a:endParaRPr>
          </a:p>
          <a:p>
            <a:pPr indent="-368300" lvl="0" marL="457200" marR="0" rtl="0" algn="l">
              <a:lnSpc>
                <a:spcPct val="115000"/>
              </a:lnSpc>
              <a:spcBef>
                <a:spcPts val="0"/>
              </a:spcBef>
              <a:spcAft>
                <a:spcPts val="0"/>
              </a:spcAft>
              <a:buClr>
                <a:schemeClr val="dk1"/>
              </a:buClr>
              <a:buSzPts val="2200"/>
              <a:buFont typeface="Lexend"/>
              <a:buChar char="●"/>
            </a:pPr>
            <a:r>
              <a:rPr b="1" lang="en-US" sz="2200">
                <a:solidFill>
                  <a:schemeClr val="dk1"/>
                </a:solidFill>
                <a:latin typeface="Lexend"/>
                <a:ea typeface="Lexend"/>
                <a:cs typeface="Lexend"/>
                <a:sym typeface="Lexend"/>
              </a:rPr>
              <a:t>MovieService</a:t>
            </a:r>
            <a:r>
              <a:rPr lang="en-US" sz="2200">
                <a:solidFill>
                  <a:schemeClr val="dk1"/>
                </a:solidFill>
                <a:latin typeface="Lexend"/>
                <a:ea typeface="Lexend"/>
                <a:cs typeface="Lexend"/>
                <a:sym typeface="Lexend"/>
              </a:rPr>
              <a:t> should call the </a:t>
            </a:r>
            <a:r>
              <a:rPr b="1" lang="en-US" sz="2200">
                <a:solidFill>
                  <a:schemeClr val="dk1"/>
                </a:solidFill>
                <a:latin typeface="Lexend"/>
                <a:ea typeface="Lexend"/>
                <a:cs typeface="Lexend"/>
                <a:sym typeface="Lexend"/>
              </a:rPr>
              <a:t>MovieRepository</a:t>
            </a:r>
            <a:r>
              <a:rPr lang="en-US" sz="2200">
                <a:solidFill>
                  <a:schemeClr val="dk1"/>
                </a:solidFill>
                <a:latin typeface="Lexend"/>
                <a:ea typeface="Lexend"/>
                <a:cs typeface="Lexend"/>
                <a:sym typeface="Lexend"/>
              </a:rPr>
              <a:t> methods. (And instantiate the EntityManager)</a:t>
            </a:r>
            <a:endParaRPr sz="2200">
              <a:solidFill>
                <a:schemeClr val="dk1"/>
              </a:solidFill>
              <a:latin typeface="Lexend"/>
              <a:ea typeface="Lexend"/>
              <a:cs typeface="Lexend"/>
              <a:sym typeface="Lexend"/>
            </a:endParaRPr>
          </a:p>
          <a:p>
            <a:pPr indent="-368300" lvl="0" marL="457200" marR="0" rtl="0" algn="l">
              <a:lnSpc>
                <a:spcPct val="115000"/>
              </a:lnSpc>
              <a:spcBef>
                <a:spcPts val="0"/>
              </a:spcBef>
              <a:spcAft>
                <a:spcPts val="0"/>
              </a:spcAft>
              <a:buClr>
                <a:schemeClr val="dk1"/>
              </a:buClr>
              <a:buSzPts val="2200"/>
              <a:buFont typeface="Lexend"/>
              <a:buChar char="●"/>
            </a:pPr>
            <a:r>
              <a:rPr lang="en-US" sz="2200">
                <a:solidFill>
                  <a:schemeClr val="dk1"/>
                </a:solidFill>
                <a:latin typeface="Lexend"/>
                <a:ea typeface="Lexend"/>
                <a:cs typeface="Lexend"/>
                <a:sym typeface="Lexend"/>
              </a:rPr>
              <a:t>Your Main.java should just contain the </a:t>
            </a:r>
            <a:r>
              <a:rPr b="1" lang="en-US" sz="2200">
                <a:solidFill>
                  <a:schemeClr val="dk1"/>
                </a:solidFill>
                <a:latin typeface="Lexend"/>
                <a:ea typeface="Lexend"/>
                <a:cs typeface="Lexend"/>
                <a:sym typeface="Lexend"/>
              </a:rPr>
              <a:t>port</a:t>
            </a:r>
            <a:r>
              <a:rPr lang="en-US" sz="2200">
                <a:solidFill>
                  <a:schemeClr val="dk1"/>
                </a:solidFill>
                <a:latin typeface="Lexend"/>
                <a:ea typeface="Lexend"/>
                <a:cs typeface="Lexend"/>
                <a:sym typeface="Lexend"/>
              </a:rPr>
              <a:t> and the instantiation of </a:t>
            </a:r>
            <a:r>
              <a:rPr b="1" lang="en-US" sz="2200">
                <a:solidFill>
                  <a:schemeClr val="dk1"/>
                </a:solidFill>
                <a:latin typeface="Lexend"/>
                <a:ea typeface="Lexend"/>
                <a:cs typeface="Lexend"/>
                <a:sym typeface="Lexend"/>
              </a:rPr>
              <a:t>MovieService and MovieController </a:t>
            </a:r>
            <a:r>
              <a:rPr lang="en-US" sz="2200">
                <a:solidFill>
                  <a:schemeClr val="dk1"/>
                </a:solidFill>
                <a:latin typeface="Lexend"/>
                <a:ea typeface="Lexend"/>
                <a:cs typeface="Lexend"/>
                <a:sym typeface="Lexend"/>
              </a:rPr>
              <a:t>only. </a:t>
            </a:r>
            <a:endParaRPr sz="2200">
              <a:solidFill>
                <a:schemeClr val="dk1"/>
              </a:solidFill>
              <a:latin typeface="Lexend"/>
              <a:ea typeface="Lexend"/>
              <a:cs typeface="Lexend"/>
              <a:sym typeface="Lexend"/>
            </a:endParaRPr>
          </a:p>
          <a:p>
            <a:pPr indent="-368300" lvl="0" marL="457200" marR="0" rtl="0" algn="l">
              <a:lnSpc>
                <a:spcPct val="115000"/>
              </a:lnSpc>
              <a:spcBef>
                <a:spcPts val="0"/>
              </a:spcBef>
              <a:spcAft>
                <a:spcPts val="0"/>
              </a:spcAft>
              <a:buClr>
                <a:schemeClr val="dk1"/>
              </a:buClr>
              <a:buSzPts val="2200"/>
              <a:buFont typeface="Lexend"/>
              <a:buChar char="●"/>
            </a:pPr>
            <a:r>
              <a:rPr lang="en-US" sz="2200">
                <a:solidFill>
                  <a:schemeClr val="dk1"/>
                </a:solidFill>
                <a:latin typeface="Lexend"/>
                <a:ea typeface="Lexend"/>
                <a:cs typeface="Lexend"/>
                <a:sym typeface="Lexend"/>
              </a:rPr>
              <a:t>Call MovieController.registerRoutes() in Main.java.</a:t>
            </a:r>
            <a:endParaRPr sz="2200">
              <a:solidFill>
                <a:schemeClr val="dk1"/>
              </a:solidFill>
              <a:latin typeface="Lexend"/>
              <a:ea typeface="Lexend"/>
              <a:cs typeface="Lexend"/>
              <a:sym typeface="Lexend"/>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2" name="Shape 522"/>
        <p:cNvGrpSpPr/>
        <p:nvPr/>
      </p:nvGrpSpPr>
      <p:grpSpPr>
        <a:xfrm>
          <a:off x="0" y="0"/>
          <a:ext cx="0" cy="0"/>
          <a:chOff x="0" y="0"/>
          <a:chExt cx="0" cy="0"/>
        </a:xfrm>
      </p:grpSpPr>
      <p:sp>
        <p:nvSpPr>
          <p:cNvPr id="523" name="Google Shape;523;g3bd943db8a6_0_60"/>
          <p:cNvSpPr txBox="1"/>
          <p:nvPr>
            <p:ph type="title"/>
          </p:nvPr>
        </p:nvSpPr>
        <p:spPr>
          <a:xfrm>
            <a:off x="439648" y="189700"/>
            <a:ext cx="5510400" cy="6603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1100"/>
              <a:buFont typeface="Arial"/>
              <a:buNone/>
            </a:pPr>
            <a:r>
              <a:rPr lang="en-US" sz="1200">
                <a:latin typeface="IBM Plex Sans"/>
                <a:ea typeface="IBM Plex Sans"/>
                <a:cs typeface="IBM Plex Sans"/>
                <a:sym typeface="IBM Plex Sans"/>
              </a:rPr>
              <a:t>Introduction to APIs</a:t>
            </a:r>
            <a:endParaRPr sz="1200">
              <a:latin typeface="IBM Plex Sans"/>
              <a:ea typeface="IBM Plex Sans"/>
              <a:cs typeface="IBM Plex Sans"/>
              <a:sym typeface="IBM Plex Sans"/>
            </a:endParaRPr>
          </a:p>
        </p:txBody>
      </p:sp>
      <p:cxnSp>
        <p:nvCxnSpPr>
          <p:cNvPr id="524" name="Google Shape;524;g3bd943db8a6_0_60"/>
          <p:cNvCxnSpPr/>
          <p:nvPr/>
        </p:nvCxnSpPr>
        <p:spPr>
          <a:xfrm>
            <a:off x="97082" y="746462"/>
            <a:ext cx="10200300" cy="0"/>
          </a:xfrm>
          <a:prstGeom prst="straightConnector1">
            <a:avLst/>
          </a:prstGeom>
          <a:noFill/>
          <a:ln cap="flat" cmpd="sng" w="9525">
            <a:solidFill>
              <a:schemeClr val="accent1"/>
            </a:solidFill>
            <a:prstDash val="solid"/>
            <a:miter lim="800000"/>
            <a:headEnd len="sm" w="sm" type="none"/>
            <a:tailEnd len="sm" w="sm" type="none"/>
          </a:ln>
        </p:spPr>
      </p:cxnSp>
      <p:sp>
        <p:nvSpPr>
          <p:cNvPr id="525" name="Google Shape;525;g3bd943db8a6_0_60"/>
          <p:cNvSpPr txBox="1"/>
          <p:nvPr>
            <p:ph idx="4294967295" type="ctrTitle"/>
          </p:nvPr>
        </p:nvSpPr>
        <p:spPr>
          <a:xfrm>
            <a:off x="517400" y="983676"/>
            <a:ext cx="10150500" cy="6012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9B1D23"/>
              </a:buClr>
              <a:buSzPts val="4770"/>
              <a:buFont typeface="Arial Black"/>
              <a:buNone/>
            </a:pPr>
            <a:r>
              <a:rPr lang="en-US" sz="3440"/>
              <a:t>Group Project Requirements - M7</a:t>
            </a:r>
            <a:endParaRPr sz="3440"/>
          </a:p>
        </p:txBody>
      </p:sp>
      <p:sp>
        <p:nvSpPr>
          <p:cNvPr id="526" name="Google Shape;526;g3bd943db8a6_0_60"/>
          <p:cNvSpPr txBox="1"/>
          <p:nvPr/>
        </p:nvSpPr>
        <p:spPr>
          <a:xfrm>
            <a:off x="517400" y="1584875"/>
            <a:ext cx="10150500" cy="4613100"/>
          </a:xfrm>
          <a:prstGeom prst="rect">
            <a:avLst/>
          </a:prstGeom>
          <a:noFill/>
          <a:ln>
            <a:noFill/>
          </a:ln>
        </p:spPr>
        <p:txBody>
          <a:bodyPr anchorCtr="0" anchor="t" bIns="91425" lIns="91425" spcFirstLastPara="1" rIns="91425" wrap="square" tIns="91425">
            <a:spAutoFit/>
          </a:bodyPr>
          <a:lstStyle/>
          <a:p>
            <a:pPr indent="-317500" lvl="0" marL="457200" marR="0" rtl="0" algn="l">
              <a:lnSpc>
                <a:spcPct val="115000"/>
              </a:lnSpc>
              <a:spcBef>
                <a:spcPts val="0"/>
              </a:spcBef>
              <a:spcAft>
                <a:spcPts val="0"/>
              </a:spcAft>
              <a:buClr>
                <a:schemeClr val="dk1"/>
              </a:buClr>
              <a:buSzPts val="1400"/>
              <a:buFont typeface="Lexend"/>
              <a:buAutoNum type="arabicPeriod"/>
            </a:pPr>
            <a:r>
              <a:rPr lang="en-US">
                <a:solidFill>
                  <a:schemeClr val="dk1"/>
                </a:solidFill>
                <a:latin typeface="Lexend"/>
                <a:ea typeface="Lexend"/>
                <a:cs typeface="Lexend"/>
                <a:sym typeface="Lexend"/>
              </a:rPr>
              <a:t>Convert your M6 project into a RESTful API using Spark Java</a:t>
            </a:r>
            <a:endParaRPr>
              <a:solidFill>
                <a:schemeClr val="dk1"/>
              </a:solidFill>
              <a:latin typeface="Lexend"/>
              <a:ea typeface="Lexend"/>
              <a:cs typeface="Lexend"/>
              <a:sym typeface="Lexend"/>
            </a:endParaRPr>
          </a:p>
          <a:p>
            <a:pPr indent="-317500" lvl="0" marL="457200" marR="0" rtl="0" algn="l">
              <a:lnSpc>
                <a:spcPct val="115000"/>
              </a:lnSpc>
              <a:spcBef>
                <a:spcPts val="0"/>
              </a:spcBef>
              <a:spcAft>
                <a:spcPts val="0"/>
              </a:spcAft>
              <a:buClr>
                <a:schemeClr val="dk1"/>
              </a:buClr>
              <a:buSzPts val="1400"/>
              <a:buFont typeface="Lexend"/>
              <a:buAutoNum type="arabicPeriod"/>
            </a:pPr>
            <a:r>
              <a:rPr lang="en-US">
                <a:solidFill>
                  <a:schemeClr val="dk1"/>
                </a:solidFill>
                <a:latin typeface="Lexend"/>
                <a:ea typeface="Lexend"/>
                <a:cs typeface="Lexend"/>
                <a:sym typeface="Lexend"/>
              </a:rPr>
              <a:t>Create a </a:t>
            </a:r>
            <a:r>
              <a:rPr b="1" lang="en-US">
                <a:solidFill>
                  <a:schemeClr val="dk1"/>
                </a:solidFill>
                <a:latin typeface="Lexend"/>
                <a:ea typeface="Lexend"/>
                <a:cs typeface="Lexend"/>
                <a:sym typeface="Lexend"/>
              </a:rPr>
              <a:t>BookController</a:t>
            </a:r>
            <a:r>
              <a:rPr lang="en-US">
                <a:solidFill>
                  <a:schemeClr val="dk1"/>
                </a:solidFill>
                <a:latin typeface="Lexend"/>
                <a:ea typeface="Lexend"/>
                <a:cs typeface="Lexend"/>
                <a:sym typeface="Lexend"/>
              </a:rPr>
              <a:t> class. </a:t>
            </a:r>
            <a:endParaRPr>
              <a:solidFill>
                <a:schemeClr val="dk1"/>
              </a:solidFill>
              <a:latin typeface="Lexend"/>
              <a:ea typeface="Lexend"/>
              <a:cs typeface="Lexend"/>
              <a:sym typeface="Lexend"/>
            </a:endParaRPr>
          </a:p>
          <a:p>
            <a:pPr indent="-317500" lvl="0" marL="457200" marR="0" rtl="0" algn="l">
              <a:lnSpc>
                <a:spcPct val="115000"/>
              </a:lnSpc>
              <a:spcBef>
                <a:spcPts val="0"/>
              </a:spcBef>
              <a:spcAft>
                <a:spcPts val="0"/>
              </a:spcAft>
              <a:buClr>
                <a:schemeClr val="dk1"/>
              </a:buClr>
              <a:buSzPts val="1400"/>
              <a:buFont typeface="Lexend"/>
              <a:buAutoNum type="arabicPeriod"/>
            </a:pPr>
            <a:r>
              <a:rPr lang="en-US">
                <a:solidFill>
                  <a:schemeClr val="dk1"/>
                </a:solidFill>
                <a:latin typeface="Lexend"/>
                <a:ea typeface="Lexend"/>
                <a:cs typeface="Lexend"/>
                <a:sym typeface="Lexend"/>
              </a:rPr>
              <a:t>Create a route that utilizes/represents all the M6 functionalities:</a:t>
            </a:r>
            <a:endParaRPr>
              <a:solidFill>
                <a:schemeClr val="dk1"/>
              </a:solidFill>
              <a:latin typeface="Lexend"/>
              <a:ea typeface="Lexend"/>
              <a:cs typeface="Lexend"/>
              <a:sym typeface="Lexend"/>
            </a:endParaRPr>
          </a:p>
          <a:p>
            <a:pPr indent="-317500" lvl="1" marL="914400" marR="0" rtl="0" algn="l">
              <a:lnSpc>
                <a:spcPct val="115000"/>
              </a:lnSpc>
              <a:spcBef>
                <a:spcPts val="0"/>
              </a:spcBef>
              <a:spcAft>
                <a:spcPts val="0"/>
              </a:spcAft>
              <a:buClr>
                <a:schemeClr val="dk1"/>
              </a:buClr>
              <a:buSzPts val="1400"/>
              <a:buFont typeface="Lexend"/>
              <a:buAutoNum type="alphaLcPeriod"/>
            </a:pPr>
            <a:r>
              <a:rPr lang="en-US">
                <a:solidFill>
                  <a:schemeClr val="dk1"/>
                </a:solidFill>
                <a:latin typeface="Lexend"/>
                <a:ea typeface="Lexend"/>
                <a:cs typeface="Lexend"/>
                <a:sym typeface="Lexend"/>
              </a:rPr>
              <a:t>Display All Books</a:t>
            </a:r>
            <a:endParaRPr>
              <a:solidFill>
                <a:schemeClr val="dk1"/>
              </a:solidFill>
              <a:latin typeface="Lexend"/>
              <a:ea typeface="Lexend"/>
              <a:cs typeface="Lexend"/>
              <a:sym typeface="Lexend"/>
            </a:endParaRPr>
          </a:p>
          <a:p>
            <a:pPr indent="-317500" lvl="1" marL="914400" marR="0" rtl="0" algn="l">
              <a:lnSpc>
                <a:spcPct val="115000"/>
              </a:lnSpc>
              <a:spcBef>
                <a:spcPts val="0"/>
              </a:spcBef>
              <a:spcAft>
                <a:spcPts val="0"/>
              </a:spcAft>
              <a:buClr>
                <a:schemeClr val="dk1"/>
              </a:buClr>
              <a:buSzPts val="1400"/>
              <a:buFont typeface="Lexend"/>
              <a:buAutoNum type="alphaLcPeriod"/>
            </a:pPr>
            <a:r>
              <a:rPr lang="en-US">
                <a:solidFill>
                  <a:schemeClr val="dk1"/>
                </a:solidFill>
                <a:latin typeface="Lexend"/>
                <a:ea typeface="Lexend"/>
                <a:cs typeface="Lexend"/>
                <a:sym typeface="Lexend"/>
              </a:rPr>
              <a:t>Display Available Books</a:t>
            </a:r>
            <a:endParaRPr>
              <a:solidFill>
                <a:schemeClr val="dk1"/>
              </a:solidFill>
              <a:latin typeface="Lexend"/>
              <a:ea typeface="Lexend"/>
              <a:cs typeface="Lexend"/>
              <a:sym typeface="Lexend"/>
            </a:endParaRPr>
          </a:p>
          <a:p>
            <a:pPr indent="-317500" lvl="1" marL="914400" marR="0" rtl="0" algn="l">
              <a:lnSpc>
                <a:spcPct val="115000"/>
              </a:lnSpc>
              <a:spcBef>
                <a:spcPts val="0"/>
              </a:spcBef>
              <a:spcAft>
                <a:spcPts val="0"/>
              </a:spcAft>
              <a:buClr>
                <a:schemeClr val="dk1"/>
              </a:buClr>
              <a:buSzPts val="1400"/>
              <a:buFont typeface="Lexend"/>
              <a:buAutoNum type="alphaLcPeriod"/>
            </a:pPr>
            <a:r>
              <a:rPr lang="en-US">
                <a:solidFill>
                  <a:schemeClr val="dk1"/>
                </a:solidFill>
                <a:latin typeface="Lexend"/>
                <a:ea typeface="Lexend"/>
                <a:cs typeface="Lexend"/>
                <a:sym typeface="Lexend"/>
              </a:rPr>
              <a:t>Display All Borrowed Books</a:t>
            </a:r>
            <a:endParaRPr>
              <a:solidFill>
                <a:schemeClr val="dk1"/>
              </a:solidFill>
              <a:latin typeface="Lexend"/>
              <a:ea typeface="Lexend"/>
              <a:cs typeface="Lexend"/>
              <a:sym typeface="Lexend"/>
            </a:endParaRPr>
          </a:p>
          <a:p>
            <a:pPr indent="-317500" lvl="1" marL="914400" marR="0" rtl="0" algn="l">
              <a:lnSpc>
                <a:spcPct val="115000"/>
              </a:lnSpc>
              <a:spcBef>
                <a:spcPts val="0"/>
              </a:spcBef>
              <a:spcAft>
                <a:spcPts val="0"/>
              </a:spcAft>
              <a:buClr>
                <a:schemeClr val="dk1"/>
              </a:buClr>
              <a:buSzPts val="1400"/>
              <a:buFont typeface="Lexend"/>
              <a:buAutoNum type="alphaLcPeriod"/>
            </a:pPr>
            <a:r>
              <a:rPr lang="en-US">
                <a:solidFill>
                  <a:schemeClr val="dk1"/>
                </a:solidFill>
                <a:latin typeface="Lexend"/>
                <a:ea typeface="Lexend"/>
                <a:cs typeface="Lexend"/>
                <a:sym typeface="Lexend"/>
              </a:rPr>
              <a:t>Borrow Book</a:t>
            </a:r>
            <a:endParaRPr>
              <a:solidFill>
                <a:schemeClr val="dk1"/>
              </a:solidFill>
              <a:latin typeface="Lexend"/>
              <a:ea typeface="Lexend"/>
              <a:cs typeface="Lexend"/>
              <a:sym typeface="Lexend"/>
            </a:endParaRPr>
          </a:p>
          <a:p>
            <a:pPr indent="-317500" lvl="1" marL="914400" marR="0" rtl="0" algn="l">
              <a:lnSpc>
                <a:spcPct val="115000"/>
              </a:lnSpc>
              <a:spcBef>
                <a:spcPts val="0"/>
              </a:spcBef>
              <a:spcAft>
                <a:spcPts val="0"/>
              </a:spcAft>
              <a:buClr>
                <a:schemeClr val="dk1"/>
              </a:buClr>
              <a:buSzPts val="1400"/>
              <a:buFont typeface="Lexend"/>
              <a:buAutoNum type="alphaLcPeriod"/>
            </a:pPr>
            <a:r>
              <a:rPr lang="en-US">
                <a:solidFill>
                  <a:schemeClr val="dk1"/>
                </a:solidFill>
                <a:latin typeface="Lexend"/>
                <a:ea typeface="Lexend"/>
                <a:cs typeface="Lexend"/>
                <a:sym typeface="Lexend"/>
              </a:rPr>
              <a:t>Return Book</a:t>
            </a:r>
            <a:endParaRPr>
              <a:solidFill>
                <a:schemeClr val="dk1"/>
              </a:solidFill>
              <a:latin typeface="Lexend"/>
              <a:ea typeface="Lexend"/>
              <a:cs typeface="Lexend"/>
              <a:sym typeface="Lexend"/>
            </a:endParaRPr>
          </a:p>
          <a:p>
            <a:pPr indent="-317500" lvl="1" marL="914400" marR="0" rtl="0" algn="l">
              <a:lnSpc>
                <a:spcPct val="115000"/>
              </a:lnSpc>
              <a:spcBef>
                <a:spcPts val="0"/>
              </a:spcBef>
              <a:spcAft>
                <a:spcPts val="0"/>
              </a:spcAft>
              <a:buClr>
                <a:schemeClr val="dk1"/>
              </a:buClr>
              <a:buSzPts val="1400"/>
              <a:buFont typeface="Lexend"/>
              <a:buAutoNum type="alphaLcPeriod"/>
            </a:pPr>
            <a:r>
              <a:rPr lang="en-US">
                <a:solidFill>
                  <a:schemeClr val="dk1"/>
                </a:solidFill>
                <a:latin typeface="Lexend"/>
                <a:ea typeface="Lexend"/>
                <a:cs typeface="Lexend"/>
                <a:sym typeface="Lexend"/>
              </a:rPr>
              <a:t>Add Book</a:t>
            </a:r>
            <a:endParaRPr>
              <a:solidFill>
                <a:schemeClr val="dk1"/>
              </a:solidFill>
              <a:latin typeface="Lexend"/>
              <a:ea typeface="Lexend"/>
              <a:cs typeface="Lexend"/>
              <a:sym typeface="Lexend"/>
            </a:endParaRPr>
          </a:p>
          <a:p>
            <a:pPr indent="-317500" lvl="1" marL="914400" marR="0" rtl="0" algn="l">
              <a:lnSpc>
                <a:spcPct val="115000"/>
              </a:lnSpc>
              <a:spcBef>
                <a:spcPts val="0"/>
              </a:spcBef>
              <a:spcAft>
                <a:spcPts val="0"/>
              </a:spcAft>
              <a:buClr>
                <a:schemeClr val="dk1"/>
              </a:buClr>
              <a:buSzPts val="1400"/>
              <a:buFont typeface="Lexend"/>
              <a:buAutoNum type="alphaLcPeriod"/>
            </a:pPr>
            <a:r>
              <a:rPr lang="en-US">
                <a:solidFill>
                  <a:schemeClr val="dk1"/>
                </a:solidFill>
                <a:latin typeface="Lexend"/>
                <a:ea typeface="Lexend"/>
                <a:cs typeface="Lexend"/>
                <a:sym typeface="Lexend"/>
              </a:rPr>
              <a:t>Remove Book</a:t>
            </a:r>
            <a:endParaRPr>
              <a:solidFill>
                <a:schemeClr val="dk1"/>
              </a:solidFill>
              <a:latin typeface="Lexend"/>
              <a:ea typeface="Lexend"/>
              <a:cs typeface="Lexend"/>
              <a:sym typeface="Lexend"/>
            </a:endParaRPr>
          </a:p>
          <a:p>
            <a:pPr indent="-317500" lvl="1" marL="914400" marR="0" rtl="0" algn="l">
              <a:lnSpc>
                <a:spcPct val="115000"/>
              </a:lnSpc>
              <a:spcBef>
                <a:spcPts val="0"/>
              </a:spcBef>
              <a:spcAft>
                <a:spcPts val="0"/>
              </a:spcAft>
              <a:buClr>
                <a:schemeClr val="dk1"/>
              </a:buClr>
              <a:buSzPts val="1400"/>
              <a:buFont typeface="Lexend"/>
              <a:buAutoNum type="alphaLcPeriod"/>
            </a:pPr>
            <a:r>
              <a:rPr lang="en-US">
                <a:solidFill>
                  <a:schemeClr val="dk1"/>
                </a:solidFill>
                <a:latin typeface="Lexend"/>
                <a:ea typeface="Lexend"/>
                <a:cs typeface="Lexend"/>
                <a:sym typeface="Lexend"/>
              </a:rPr>
              <a:t>Update Book</a:t>
            </a:r>
            <a:endParaRPr>
              <a:solidFill>
                <a:schemeClr val="dk1"/>
              </a:solidFill>
              <a:latin typeface="Lexend"/>
              <a:ea typeface="Lexend"/>
              <a:cs typeface="Lexend"/>
              <a:sym typeface="Lexend"/>
            </a:endParaRPr>
          </a:p>
          <a:p>
            <a:pPr indent="-317500" lvl="0" marL="457200" marR="0" rtl="0" algn="l">
              <a:lnSpc>
                <a:spcPct val="115000"/>
              </a:lnSpc>
              <a:spcBef>
                <a:spcPts val="0"/>
              </a:spcBef>
              <a:spcAft>
                <a:spcPts val="0"/>
              </a:spcAft>
              <a:buClr>
                <a:schemeClr val="dk1"/>
              </a:buClr>
              <a:buSzPts val="1400"/>
              <a:buFont typeface="Lexend"/>
              <a:buAutoNum type="arabicPeriod"/>
            </a:pPr>
            <a:r>
              <a:rPr lang="en-US">
                <a:solidFill>
                  <a:schemeClr val="dk1"/>
                </a:solidFill>
                <a:latin typeface="Lexend"/>
                <a:ea typeface="Lexend"/>
                <a:cs typeface="Lexend"/>
                <a:sym typeface="Lexend"/>
              </a:rPr>
              <a:t>All interactions (input and output) must be made through the API.</a:t>
            </a:r>
            <a:endParaRPr>
              <a:solidFill>
                <a:schemeClr val="dk1"/>
              </a:solidFill>
              <a:latin typeface="Lexend"/>
              <a:ea typeface="Lexend"/>
              <a:cs typeface="Lexend"/>
              <a:sym typeface="Lexend"/>
            </a:endParaRPr>
          </a:p>
          <a:p>
            <a:pPr indent="-317500" lvl="0" marL="457200" marR="0" rtl="0" algn="l">
              <a:lnSpc>
                <a:spcPct val="115000"/>
              </a:lnSpc>
              <a:spcBef>
                <a:spcPts val="0"/>
              </a:spcBef>
              <a:spcAft>
                <a:spcPts val="0"/>
              </a:spcAft>
              <a:buClr>
                <a:schemeClr val="dk1"/>
              </a:buClr>
              <a:buSzPts val="1400"/>
              <a:buFont typeface="Lexend"/>
              <a:buAutoNum type="arabicPeriod"/>
            </a:pPr>
            <a:r>
              <a:rPr lang="en-US">
                <a:solidFill>
                  <a:schemeClr val="dk1"/>
                </a:solidFill>
                <a:latin typeface="Lexend"/>
                <a:ea typeface="Lexend"/>
                <a:cs typeface="Lexend"/>
                <a:sym typeface="Lexend"/>
              </a:rPr>
              <a:t>Create an API specification for your API. It must at least indicate the </a:t>
            </a:r>
            <a:r>
              <a:rPr b="1" lang="en-US">
                <a:solidFill>
                  <a:schemeClr val="dk1"/>
                </a:solidFill>
                <a:latin typeface="Lexend"/>
                <a:ea typeface="Lexend"/>
                <a:cs typeface="Lexend"/>
                <a:sym typeface="Lexend"/>
              </a:rPr>
              <a:t>HTTP Method, Resource Path, Query Parameters, URI Parameters, Request Body, and the Response Body</a:t>
            </a:r>
            <a:r>
              <a:rPr lang="en-US">
                <a:solidFill>
                  <a:schemeClr val="dk1"/>
                </a:solidFill>
                <a:latin typeface="Lexend"/>
                <a:ea typeface="Lexend"/>
                <a:cs typeface="Lexend"/>
                <a:sym typeface="Lexend"/>
              </a:rPr>
              <a:t>.</a:t>
            </a:r>
            <a:endParaRPr>
              <a:solidFill>
                <a:schemeClr val="dk1"/>
              </a:solidFill>
              <a:latin typeface="Lexend"/>
              <a:ea typeface="Lexend"/>
              <a:cs typeface="Lexend"/>
              <a:sym typeface="Lexend"/>
            </a:endParaRPr>
          </a:p>
          <a:p>
            <a:pPr indent="-317500" lvl="0" marL="457200" marR="0" rtl="0" algn="l">
              <a:lnSpc>
                <a:spcPct val="115000"/>
              </a:lnSpc>
              <a:spcBef>
                <a:spcPts val="0"/>
              </a:spcBef>
              <a:spcAft>
                <a:spcPts val="0"/>
              </a:spcAft>
              <a:buClr>
                <a:schemeClr val="dk1"/>
              </a:buClr>
              <a:buSzPts val="1400"/>
              <a:buFont typeface="Lexend"/>
              <a:buAutoNum type="arabicPeriod"/>
            </a:pPr>
            <a:r>
              <a:rPr lang="en-US">
                <a:solidFill>
                  <a:schemeClr val="dk1"/>
                </a:solidFill>
                <a:latin typeface="Lexend"/>
                <a:ea typeface="Lexend"/>
                <a:cs typeface="Lexend"/>
                <a:sym typeface="Lexend"/>
              </a:rPr>
              <a:t>Bonus Points: </a:t>
            </a:r>
            <a:endParaRPr>
              <a:solidFill>
                <a:schemeClr val="dk1"/>
              </a:solidFill>
              <a:latin typeface="Lexend"/>
              <a:ea typeface="Lexend"/>
              <a:cs typeface="Lexend"/>
              <a:sym typeface="Lexend"/>
            </a:endParaRPr>
          </a:p>
          <a:p>
            <a:pPr indent="-317500" lvl="1" marL="914400" marR="0" rtl="0" algn="l">
              <a:lnSpc>
                <a:spcPct val="115000"/>
              </a:lnSpc>
              <a:spcBef>
                <a:spcPts val="0"/>
              </a:spcBef>
              <a:spcAft>
                <a:spcPts val="0"/>
              </a:spcAft>
              <a:buClr>
                <a:schemeClr val="dk1"/>
              </a:buClr>
              <a:buSzPts val="1400"/>
              <a:buFont typeface="Lexend"/>
              <a:buAutoNum type="alphaLcPeriod"/>
            </a:pPr>
            <a:r>
              <a:rPr lang="en-US">
                <a:solidFill>
                  <a:schemeClr val="dk1"/>
                </a:solidFill>
                <a:latin typeface="Lexend"/>
                <a:ea typeface="Lexend"/>
                <a:cs typeface="Lexend"/>
                <a:sym typeface="Lexend"/>
              </a:rPr>
              <a:t>+1 for Clever Design</a:t>
            </a:r>
            <a:endParaRPr>
              <a:solidFill>
                <a:schemeClr val="dk1"/>
              </a:solidFill>
              <a:latin typeface="Lexend"/>
              <a:ea typeface="Lexend"/>
              <a:cs typeface="Lexend"/>
              <a:sym typeface="Lexend"/>
            </a:endParaRPr>
          </a:p>
          <a:p>
            <a:pPr indent="-317500" lvl="1" marL="914400" marR="0" rtl="0" algn="l">
              <a:lnSpc>
                <a:spcPct val="115000"/>
              </a:lnSpc>
              <a:spcBef>
                <a:spcPts val="0"/>
              </a:spcBef>
              <a:spcAft>
                <a:spcPts val="0"/>
              </a:spcAft>
              <a:buClr>
                <a:schemeClr val="dk1"/>
              </a:buClr>
              <a:buSzPts val="1400"/>
              <a:buFont typeface="Lexend"/>
              <a:buAutoNum type="alphaLcPeriod"/>
            </a:pPr>
            <a:r>
              <a:rPr lang="en-US">
                <a:solidFill>
                  <a:schemeClr val="dk1"/>
                </a:solidFill>
                <a:latin typeface="Lexend"/>
                <a:ea typeface="Lexend"/>
                <a:cs typeface="Lexend"/>
                <a:sym typeface="Lexend"/>
              </a:rPr>
              <a:t>+1 for Validation</a:t>
            </a:r>
            <a:endParaRPr>
              <a:solidFill>
                <a:schemeClr val="dk1"/>
              </a:solidFill>
              <a:latin typeface="Lexend"/>
              <a:ea typeface="Lexend"/>
              <a:cs typeface="Lexend"/>
              <a:sym typeface="Lexend"/>
            </a:endParaRPr>
          </a:p>
          <a:p>
            <a:pPr indent="-317500" lvl="1" marL="914400" marR="0" rtl="0" algn="l">
              <a:lnSpc>
                <a:spcPct val="115000"/>
              </a:lnSpc>
              <a:spcBef>
                <a:spcPts val="0"/>
              </a:spcBef>
              <a:spcAft>
                <a:spcPts val="0"/>
              </a:spcAft>
              <a:buClr>
                <a:schemeClr val="dk1"/>
              </a:buClr>
              <a:buSzPts val="1400"/>
              <a:buFont typeface="Lexend"/>
              <a:buAutoNum type="alphaLcPeriod"/>
            </a:pPr>
            <a:r>
              <a:rPr lang="en-US">
                <a:solidFill>
                  <a:schemeClr val="dk1"/>
                </a:solidFill>
                <a:latin typeface="Lexend"/>
                <a:ea typeface="Lexend"/>
                <a:cs typeface="Lexend"/>
                <a:sym typeface="Lexend"/>
              </a:rPr>
              <a:t>+1 for Proper Use of HTTP Statuses</a:t>
            </a:r>
            <a:endParaRPr>
              <a:solidFill>
                <a:schemeClr val="dk1"/>
              </a:solidFill>
              <a:latin typeface="Lexend"/>
              <a:ea typeface="Lexend"/>
              <a:cs typeface="Lexend"/>
              <a:sym typeface="Lexend"/>
            </a:endParaRPr>
          </a:p>
        </p:txBody>
      </p:sp>
    </p:spTree>
  </p:cSld>
  <p:clrMapOvr>
    <a:masterClrMapping/>
  </p:clrMapOvr>
</p:sld>
</file>

<file path=ppt/theme/theme1.xml><?xml version="1.0" encoding="utf-8"?>
<a:theme xmlns:a="http://schemas.openxmlformats.org/drawingml/2006/main" xmlns:r="http://schemas.openxmlformats.org/officeDocument/2006/relationships" name="5_BPI2019">
  <a:themeElements>
    <a:clrScheme name="BPI Color Palette - Monitoring Competition">
      <a:dk1>
        <a:srgbClr val="000000"/>
      </a:dk1>
      <a:lt1>
        <a:srgbClr val="FFFFFF"/>
      </a:lt1>
      <a:dk2>
        <a:srgbClr val="84191D"/>
      </a:dk2>
      <a:lt2>
        <a:srgbClr val="F3E8EB"/>
      </a:lt2>
      <a:accent1>
        <a:srgbClr val="AF222B"/>
      </a:accent1>
      <a:accent2>
        <a:srgbClr val="DAA22B"/>
      </a:accent2>
      <a:accent3>
        <a:srgbClr val="1C43C9"/>
      </a:accent3>
      <a:accent4>
        <a:srgbClr val="1C9A0E"/>
      </a:accent4>
      <a:accent5>
        <a:srgbClr val="28B0F5"/>
      </a:accent5>
      <a:accent6>
        <a:srgbClr val="8A15FF"/>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2020-03-05T06:49:37Z</dcterms:created>
  <dc:creator>CHEESAMAE B. MANEJA</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4d6ac669-a8bf-47f5-a0d2-faaa744f7ecd_Enabled">
    <vt:lpwstr>true</vt:lpwstr>
  </property>
  <property fmtid="{D5CDD505-2E9C-101B-9397-08002B2CF9AE}" pid="3" name="MSIP_Label_4d6ac669-a8bf-47f5-a0d2-faaa744f7ecd_SetDate">
    <vt:lpwstr>2025-10-07T04:38:31Z</vt:lpwstr>
  </property>
  <property fmtid="{D5CDD505-2E9C-101B-9397-08002B2CF9AE}" pid="4" name="MSIP_Label_4d6ac669-a8bf-47f5-a0d2-faaa744f7ecd_Method">
    <vt:lpwstr>Standard</vt:lpwstr>
  </property>
  <property fmtid="{D5CDD505-2E9C-101B-9397-08002B2CF9AE}" pid="5" name="MSIP_Label_4d6ac669-a8bf-47f5-a0d2-faaa744f7ecd_Name">
    <vt:lpwstr>Confidential</vt:lpwstr>
  </property>
  <property fmtid="{D5CDD505-2E9C-101B-9397-08002B2CF9AE}" pid="6" name="MSIP_Label_4d6ac669-a8bf-47f5-a0d2-faaa744f7ecd_SiteId">
    <vt:lpwstr>24cf8460-6751-428a-ab19-a8eb04dfe447</vt:lpwstr>
  </property>
  <property fmtid="{D5CDD505-2E9C-101B-9397-08002B2CF9AE}" pid="7" name="MSIP_Label_4d6ac669-a8bf-47f5-a0d2-faaa744f7ecd_ActionId">
    <vt:lpwstr>469dbbbe-193a-48e7-a21a-e50eaa0fc1cb</vt:lpwstr>
  </property>
  <property fmtid="{D5CDD505-2E9C-101B-9397-08002B2CF9AE}" pid="8" name="MSIP_Label_4d6ac669-a8bf-47f5-a0d2-faaa744f7ecd_ContentBits">
    <vt:lpwstr>3</vt:lpwstr>
  </property>
  <property fmtid="{D5CDD505-2E9C-101B-9397-08002B2CF9AE}" pid="9" name="MSIP_Label_4d6ac669-a8bf-47f5-a0d2-faaa744f7ecd_Tag">
    <vt:lpwstr>50, 3, 0, 1</vt:lpwstr>
  </property>
  <property fmtid="{D5CDD505-2E9C-101B-9397-08002B2CF9AE}" pid="10" name="ClassificationContentMarkingFooterLocations">
    <vt:lpwstr>BPI2019:10\1_BPI Powerpoint Template 2019 - Internal Use:10\152_BPI2019:10\146_BPI2019:10\BPI PPT Theme:10\2_BPI2019:10\5_BPI2019:10\BPI Powerpoint Template 2019 - Internal Use:5</vt:lpwstr>
  </property>
  <property fmtid="{D5CDD505-2E9C-101B-9397-08002B2CF9AE}" pid="11" name="ClassificationContentMarkingFooterText">
    <vt:lpwstr>This document contains confidential data. It is intended solely for  the use of authorized recipient(s). Unauthorized use, disclosure, or reproduction  is strictly prohibited.</vt:lpwstr>
  </property>
  <property fmtid="{D5CDD505-2E9C-101B-9397-08002B2CF9AE}" pid="12" name="ClassificationContentMarkingHeaderLocations">
    <vt:lpwstr>BPI2019:9\1_BPI Powerpoint Template 2019 - Internal Use:9\152_BPI2019:9\146_BPI2019:9\BPI PPT Theme:9\2_BPI2019:9\5_BPI2019:9\BPI Powerpoint Template 2019 - Internal Use:4</vt:lpwstr>
  </property>
  <property fmtid="{D5CDD505-2E9C-101B-9397-08002B2CF9AE}" pid="13" name="ClassificationContentMarkingHeaderText">
    <vt:lpwstr>Confidential</vt:lpwstr>
  </property>
  <property fmtid="{D5CDD505-2E9C-101B-9397-08002B2CF9AE}" pid="14" name="ContentTypeId">
    <vt:lpwstr>0x010100C45ABA40644FCC4CAE4C6F68CADFC236</vt:lpwstr>
  </property>
</Properties>
</file>