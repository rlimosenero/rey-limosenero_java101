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Poppi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.fntdata"/><Relationship Id="rId6" Type="http://schemas.openxmlformats.org/officeDocument/2006/relationships/slide" Target="slides/slide1.xml"/><Relationship Id="rId18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a56c2de6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aa56c2de6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05513" y="2325141"/>
            <a:ext cx="778097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JPA &amp; Hibernate ORM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536602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EE2E2"/>
                </a:solidFill>
                <a:latin typeface="Roboto"/>
                <a:ea typeface="Roboto"/>
                <a:cs typeface="Roboto"/>
                <a:sym typeface="Roboto"/>
              </a:rPr>
              <a:t>Mastering modern Java persistence, relationships, and data access patterns.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7F1D1D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007250" y="1924563"/>
            <a:ext cx="68166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1. Core JPA Annotations</a:t>
            </a:r>
            <a:endParaRPr b="1" sz="2100">
              <a:solidFill>
                <a:srgbClr val="B91C1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2. Hibernate ORM</a:t>
            </a:r>
            <a:endParaRPr b="1" sz="2100">
              <a:solidFill>
                <a:srgbClr val="B91C1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3. JPQL and Criteria API</a:t>
            </a:r>
            <a:endParaRPr b="1" sz="2100">
              <a:solidFill>
                <a:srgbClr val="B91C1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4. Repository Pattern</a:t>
            </a:r>
            <a:endParaRPr b="1" sz="2100">
              <a:solidFill>
                <a:srgbClr val="B91C1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3587"/>
            <a:ext cx="34290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33587"/>
            <a:ext cx="34290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033587"/>
            <a:ext cx="34290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46221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735931" y="3652837"/>
            <a:ext cx="11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@Entity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4386262"/>
            <a:ext cx="2857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Defines a class as an entity to be mapped to a database table. It represents the blueprint of your data model.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0" y="246221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815965" y="3652837"/>
            <a:ext cx="56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@Id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667250" y="4386262"/>
            <a:ext cx="2857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Specifies the primary key of an entity. Essential for object identity and persistence context management.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0" y="246221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925877" y="3652837"/>
            <a:ext cx="19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Relationships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477250" y="4386262"/>
            <a:ext cx="2857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@OneToMany, @ManyToOne, and @ManyToMany define how entities connect and associate with one another.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9300" y="26717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300" y="26717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2625" y="2671762"/>
            <a:ext cx="666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F1D1D"/>
                </a:solidFill>
                <a:latin typeface="Poppins"/>
                <a:ea typeface="Poppins"/>
                <a:cs typeface="Poppins"/>
                <a:sym typeface="Poppins"/>
              </a:rPr>
              <a:t>Core JPA Annotations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1400175"/>
            <a:ext cx="11049000" cy="192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7912"/>
            <a:ext cx="52387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47912"/>
            <a:ext cx="523875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1104900" y="2738437"/>
            <a:ext cx="453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Fetch Strategies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962025" y="2738437"/>
            <a:ext cx="38100" cy="4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962025" y="332898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Lazy Loading: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Fetches related data only on demand. Improves performance by loading less data initially.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62025" y="412908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Eager Loading: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Fetches related data immediately with the parent. Useful when associations are always needed.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915150" y="2738437"/>
            <a:ext cx="453056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Cascade Types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6772275" y="2738437"/>
            <a:ext cx="38100" cy="400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772275" y="332898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Controls how state changes propagate from parent to child entities.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72275" y="4090987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Persist: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Save child when parent is saved.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72275" y="4538662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Remove: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Delete child when parent is deleted.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72275" y="4986337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Merge: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Update child when parent is updated.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41481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45958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50434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F1D1D"/>
                </a:solidFill>
                <a:latin typeface="Poppins"/>
                <a:ea typeface="Poppins"/>
                <a:cs typeface="Poppins"/>
                <a:sym typeface="Poppins"/>
              </a:rPr>
              <a:t>Hibernate ORM Concepts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859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185987"/>
            <a:ext cx="550068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JPQL (Java Persistence Query Language)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31765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An object-oriented query language similar to SQL but operating on JPA entities rather than database tables.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411003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Criteria API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47005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 programmatic, type-safe way to define dynamic queries using Java objects. It prevents syntax errors at runtime and is ideal for complex, dynamic filtering.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2224087"/>
            <a:ext cx="51625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F1D1D"/>
                </a:solidFill>
                <a:latin typeface="Poppins"/>
                <a:ea typeface="Poppins"/>
                <a:cs typeface="Poppins"/>
                <a:sym typeface="Poppins"/>
              </a:rPr>
              <a:t>Querying: JPQL &amp; Criteria API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381750" y="218598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Abstraction Layer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381750" y="277653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The Repository pattern mediates between the domain and data mapping layers using a collection-like interface for accessing domain objects.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381750" y="383381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Benefits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224087"/>
            <a:ext cx="51625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696075" y="4386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762750" y="43862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Decouples business logic from data access details.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96075" y="4833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762750" y="48339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Simplifies unit testing by allowing easy mocking of data.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96075" y="52816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62750" y="52816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Centralizes data access logic (CRUD operations).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F1D1D"/>
                </a:solidFill>
                <a:latin typeface="Poppins"/>
                <a:ea typeface="Poppins"/>
                <a:cs typeface="Poppins"/>
                <a:sym typeface="Poppins"/>
              </a:rPr>
              <a:t>The Repository Pattern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818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762000"/>
            <a:ext cx="520065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Project: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75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 JDBC Migration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2400300"/>
            <a:ext cx="762000" cy="571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096000" y="0"/>
            <a:ext cx="6096000" cy="8181975"/>
          </a:xfrm>
          <a:prstGeom prst="roundRect">
            <a:avLst>
              <a:gd fmla="val 16667" name="adj"/>
            </a:avLst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2933700"/>
            <a:ext cx="80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91C1C"/>
                </a:solidFill>
                <a:latin typeface="Roboto"/>
                <a:ea typeface="Roboto"/>
                <a:cs typeface="Roboto"/>
                <a:sym typeface="Roboto"/>
              </a:rPr>
              <a:t>Objective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35718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Refactor the legacy JDBC layer to a modern JPA/Hibernate architecture.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4514850"/>
            <a:ext cx="85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91C1C"/>
                </a:solidFill>
                <a:latin typeface="Roboto"/>
                <a:ea typeface="Roboto"/>
                <a:cs typeface="Roboto"/>
                <a:sym typeface="Roboto"/>
              </a:rPr>
              <a:t>Key Steps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95325" y="51339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62000" y="5133975"/>
            <a:ext cx="476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Map existing SQL tables to @Entity classes.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95325" y="5591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762000" y="55911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Replace raw ResultSet parsing with Hibernate Repositories.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95325" y="6353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62000" y="635317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Implement Transaction Management.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95325" y="6800850"/>
            <a:ext cx="66675" cy="5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6800850"/>
            <a:ext cx="4762500" cy="5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Optimize fetch strategies for performance.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571500" y="37928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71500" y="45776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680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1666875" y="296242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https://media.istockphoto.com/id/1278530885/photo/computer-programming-often-shortened-to-programming-is-a-process-for-original-formulation-of.jpg?s=612x612&amp;w=0&amp;k=20&amp;c=PXA24pfeUetUbOf8SPW291yrlcuG7BeV7cXfxsRiOXk=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666875" y="340622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www.istockphoto.com</a:t>
            </a:r>
            <a:endParaRPr/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518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1666875" y="394528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https://us1.discourse-cdn.com/flex019/uploads/p4/original/1X/12684c74fc73e8f9829e7f50e0c973adac5fa8e8.png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666875" y="419100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forum.p4.org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3660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1666875" y="473005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https://www.red-gate.com/simple-talk/wp-content/uploads/2023/05/a-picture-containing-diagram-description-automati-1.png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666875" y="497577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www.red-gate.com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F1D1D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71500" y="1400175"/>
            <a:ext cx="11049000" cy="190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