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Lst>
  <p:sldSz cy="6858000" cx="12192000"/>
  <p:notesSz cx="7010400" cy="9296400"/>
  <p:embeddedFontLst>
    <p:embeddedFont>
      <p:font typeface="IBM Plex Sans"/>
      <p:regular r:id="rId46"/>
      <p:bold r:id="rId47"/>
      <p:italic r:id="rId48"/>
      <p:boldItalic r:id="rId49"/>
    </p:embeddedFont>
    <p:embeddedFont>
      <p:font typeface="Arial Black"/>
      <p:regular r:id="rId50"/>
    </p:embeddedFont>
    <p:embeddedFont>
      <p:font typeface="Lexend"/>
      <p:regular r:id="rId51"/>
      <p:bold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3" roundtripDataSignature="AMtx7mgkSRnvVa93Ky1jL1D53a2T9aAz7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font" Target="fonts/IBMPlexSans-regular.fntdata"/><Relationship Id="rId45" Type="http://schemas.openxmlformats.org/officeDocument/2006/relationships/slide" Target="slides/slide41.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font" Target="fonts/IBMPlexSans-italic.fntdata"/><Relationship Id="rId47" Type="http://schemas.openxmlformats.org/officeDocument/2006/relationships/font" Target="fonts/IBMPlexSans-bold.fntdata"/><Relationship Id="rId49" Type="http://schemas.openxmlformats.org/officeDocument/2006/relationships/font" Target="fonts/IBMPlexSans-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font" Target="fonts/Lexend-regular.fntdata"/><Relationship Id="rId50" Type="http://schemas.openxmlformats.org/officeDocument/2006/relationships/font" Target="fonts/ArialBlack-regular.fntdata"/><Relationship Id="rId53" Type="http://customschemas.google.com/relationships/presentationmetadata" Target="metadata"/><Relationship Id="rId52" Type="http://schemas.openxmlformats.org/officeDocument/2006/relationships/font" Target="fonts/Lexend-bold.fnt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37840" cy="466434"/>
          </a:xfrm>
          <a:prstGeom prst="rect">
            <a:avLst/>
          </a:prstGeom>
          <a:noFill/>
          <a:ln>
            <a:noFill/>
          </a:ln>
        </p:spPr>
        <p:txBody>
          <a:bodyPr anchorCtr="0" anchor="t" bIns="46575" lIns="93175" spcFirstLastPara="1" rIns="93175" wrap="square" tIns="4657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970938" y="0"/>
            <a:ext cx="3037840" cy="466434"/>
          </a:xfrm>
          <a:prstGeom prst="rect">
            <a:avLst/>
          </a:prstGeom>
          <a:noFill/>
          <a:ln>
            <a:noFill/>
          </a:ln>
        </p:spPr>
        <p:txBody>
          <a:bodyPr anchorCtr="0" anchor="t" bIns="46575" lIns="93175" spcFirstLastPara="1" rIns="93175" wrap="square" tIns="46575">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1040" y="4473892"/>
            <a:ext cx="5608320" cy="3660458"/>
          </a:xfrm>
          <a:prstGeom prst="rect">
            <a:avLst/>
          </a:prstGeom>
          <a:noFill/>
          <a:ln>
            <a:noFill/>
          </a:ln>
        </p:spPr>
        <p:txBody>
          <a:bodyPr anchorCtr="0" anchor="t" bIns="46575" lIns="93175" spcFirstLastPara="1" rIns="93175" wrap="square" tIns="46575">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829967"/>
            <a:ext cx="3037840" cy="466433"/>
          </a:xfrm>
          <a:prstGeom prst="rect">
            <a:avLst/>
          </a:prstGeom>
          <a:noFill/>
          <a:ln>
            <a:noFill/>
          </a:ln>
        </p:spPr>
        <p:txBody>
          <a:bodyPr anchorCtr="0" anchor="b" bIns="46575" lIns="93175" spcFirstLastPara="1" rIns="93175" wrap="square" tIns="4657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970938" y="8829967"/>
            <a:ext cx="3037840" cy="466433"/>
          </a:xfrm>
          <a:prstGeom prst="rect">
            <a:avLst/>
          </a:prstGeom>
          <a:noFill/>
          <a:ln>
            <a:noFill/>
          </a:ln>
        </p:spPr>
        <p:txBody>
          <a:bodyPr anchorCtr="0" anchor="b" bIns="46575" lIns="93175" spcFirstLastPara="1" rIns="93175" wrap="square" tIns="465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txBox="1"/>
          <p:nvPr>
            <p:ph idx="1" type="body"/>
          </p:nvPr>
        </p:nvSpPr>
        <p:spPr>
          <a:xfrm>
            <a:off x="701040" y="4473892"/>
            <a:ext cx="5608320" cy="3660458"/>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87" name="Google Shape;87;p1: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9a1362b7ee_0_87: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 name="Google Shape;94;g39a1362b7ee_0_87: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95" name="Google Shape;95;g39a1362b7ee_0_87: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c35b158342_0_0: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g3c35b158342_0_0: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04" name="Google Shape;104;g3c35b158342_0_0: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9a1362b7ee_0_20: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 name="Google Shape;112;g39a1362b7ee_0_20: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13" name="Google Shape;113;g39a1362b7ee_0_20: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c35b158342_0_54: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g3c35b158342_0_54: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22" name="Google Shape;122;g3c35b158342_0_54: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c35b158342_0_62: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 name="Google Shape;130;g3c35b158342_0_62: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31" name="Google Shape;131;g3c35b158342_0_62: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c35b158342_0_75: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 name="Google Shape;139;g3c35b158342_0_75: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40" name="Google Shape;140;g3c35b158342_0_75: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c35b158342_0_85: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 name="Google Shape;148;g3c35b158342_0_85: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49" name="Google Shape;149;g3c35b158342_0_85: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c35b158342_0_93: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 name="Google Shape;157;g3c35b158342_0_93: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58" name="Google Shape;158;g3c35b158342_0_93: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c35b158342_0_151: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g3c35b158342_0_151: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67" name="Google Shape;167;g3c35b158342_0_151: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c35b158342_0_159: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 name="Google Shape;175;g3c35b158342_0_159: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76" name="Google Shape;176;g3c35b158342_0_159: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c35b158342_0_167: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 name="Google Shape;184;g3c35b158342_0_167: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85" name="Google Shape;185;g3c35b158342_0_167: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c35b158342_0_175: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 name="Google Shape;193;g3c35b158342_0_175: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94" name="Google Shape;194;g3c35b158342_0_175: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c35b158342_0_183: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2" name="Google Shape;202;g3c35b158342_0_183: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03" name="Google Shape;203;g3c35b158342_0_183: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c35b158342_0_196: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 name="Google Shape;211;g3c35b158342_0_196: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12" name="Google Shape;212;g3c35b158342_0_196: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c35b158342_0_101: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 name="Google Shape;220;g3c35b158342_0_101: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21" name="Google Shape;221;g3c35b158342_0_101: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c35b158342_0_135: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g3c35b158342_0_135: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30" name="Google Shape;230;g3c35b158342_0_135: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bcf8abf552_1_23: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0" name="Google Shape;240;g3bcf8abf552_1_23: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41" name="Google Shape;241;g3bcf8abf552_1_23: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bcf8abf552_1_12: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9" name="Google Shape;249;g3bcf8abf552_1_12: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50" name="Google Shape;250;g3bcf8abf552_1_12: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c35b158342_0_217: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9" name="Google Shape;259;g3c35b158342_0_217: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60" name="Google Shape;260;g3c35b158342_0_217: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bcf8abf552_1_4: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 name="Google Shape;268;g3bcf8abf552_1_4: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69" name="Google Shape;269;g3bcf8abf552_1_4: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c35b158342_0_241: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7" name="Google Shape;277;g3c35b158342_0_241: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78" name="Google Shape;278;g3c35b158342_0_241: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c35b158342_0_143: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6" name="Google Shape;286;g3c35b158342_0_143: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87" name="Google Shape;287;g3c35b158342_0_143: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bcf28977ef_0_0: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5" name="Google Shape;295;g3bcf28977ef_0_0: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96" name="Google Shape;296;g3bcf28977ef_0_0: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bcf28977ef_0_8: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4" name="Google Shape;304;g3bcf28977ef_0_8: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305" name="Google Shape;305;g3bcf28977ef_0_8: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bcf28977ef_0_17: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3" name="Google Shape;313;g3bcf28977ef_0_17: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314" name="Google Shape;314;g3bcf28977ef_0_17: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c35b158342_0_261: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2" name="Google Shape;322;g3c35b158342_0_261: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323" name="Google Shape;323;g3c35b158342_0_261: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c35b158342_0_225: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1" name="Google Shape;331;g3c35b158342_0_225: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332" name="Google Shape;332;g3c35b158342_0_225: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c35b158342_0_277: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0" name="Google Shape;340;g3c35b158342_0_277: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341" name="Google Shape;341;g3c35b158342_0_277: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bcf8abf552_1_44: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9" name="Google Shape;349;g3bcf8abf552_1_44: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350" name="Google Shape;350;g3bcf8abf552_1_44: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bcf8abf552_1_55: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8" name="Google Shape;358;g3bcf8abf552_1_55: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359" name="Google Shape;359;g3bcf8abf552_1_55: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bcf8abf552_1_80: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7" name="Google Shape;367;g3bcf8abf552_1_80: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368" name="Google Shape;368;g3bcf8abf552_1_80: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bcf8abf552_1_64: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8" name="Google Shape;378;g3bcf8abf552_1_64: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379" name="Google Shape;379;g3bcf8abf552_1_64: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bcf8abf552_1_92: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7" name="Google Shape;387;g3bcf8abf552_1_92: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388" name="Google Shape;388;g3bcf8abf552_1_92: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bcf8abf552_1_113: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8" name="Google Shape;398;g3bcf8abf552_1_113: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399" name="Google Shape;399;g3bcf8abf552_1_113: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3bcf8abf552_1_123: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7" name="Google Shape;407;g3bcf8abf552_1_123: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408" name="Google Shape;408;g3bcf8abf552_1_123: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bcf8abf552_1_133: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6" name="Google Shape;416;g3bcf8abf552_1_133: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417" name="Google Shape;417;g3bcf8abf552_1_133: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3bcf8abf552_1_144: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5" name="Google Shape;425;g3bcf8abf552_1_144: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426" name="Google Shape;426;g3bcf8abf552_1_144: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bcf8abf552_1_155: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4" name="Google Shape;434;g3bcf8abf552_1_155: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435" name="Google Shape;435;g3bcf8abf552_1_155: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3bcf8abf552_1_164: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3" name="Google Shape;443;g3bcf8abf552_1_164: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444" name="Google Shape;444;g3bcf8abf552_1_164: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3bcf8abf552_1_174: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3" name="Google Shape;453;g3bcf8abf552_1_174: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454" name="Google Shape;454;g3bcf8abf552_1_174: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
        <p:nvSpPr>
          <p:cNvPr id="18" name="Google Shape;18;p4"/>
          <p:cNvSpPr txBox="1"/>
          <p:nvPr>
            <p:ph type="ctrTitle"/>
          </p:nvPr>
        </p:nvSpPr>
        <p:spPr>
          <a:xfrm>
            <a:off x="3848103" y="983674"/>
            <a:ext cx="6819900" cy="28173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9B1D23"/>
              </a:buClr>
              <a:buSzPts val="5333"/>
              <a:buFont typeface="Arial Black"/>
              <a:buNone/>
              <a:defRPr sz="5333"/>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4"/>
          <p:cNvSpPr txBox="1"/>
          <p:nvPr>
            <p:ph idx="1" type="subTitle"/>
          </p:nvPr>
        </p:nvSpPr>
        <p:spPr>
          <a:xfrm>
            <a:off x="3848103" y="3892984"/>
            <a:ext cx="6819900" cy="165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1333"/>
              </a:spcBef>
              <a:spcAft>
                <a:spcPts val="0"/>
              </a:spcAft>
              <a:buClr>
                <a:schemeClr val="dk1"/>
              </a:buClr>
              <a:buSzPts val="2134"/>
              <a:buNone/>
              <a:defRPr sz="2667"/>
            </a:lvl1pPr>
            <a:lvl2pPr lvl="1" algn="ctr">
              <a:lnSpc>
                <a:spcPct val="90000"/>
              </a:lnSpc>
              <a:spcBef>
                <a:spcPts val="667"/>
              </a:spcBef>
              <a:spcAft>
                <a:spcPts val="0"/>
              </a:spcAft>
              <a:buClr>
                <a:schemeClr val="dk1"/>
              </a:buClr>
              <a:buSzPts val="2134"/>
              <a:buNone/>
              <a:defRPr sz="2667"/>
            </a:lvl2pPr>
            <a:lvl3pPr lvl="2" algn="ctr">
              <a:lnSpc>
                <a:spcPct val="90000"/>
              </a:lnSpc>
              <a:spcBef>
                <a:spcPts val="667"/>
              </a:spcBef>
              <a:spcAft>
                <a:spcPts val="0"/>
              </a:spcAft>
              <a:buClr>
                <a:schemeClr val="dk1"/>
              </a:buClr>
              <a:buSzPts val="1920"/>
              <a:buNone/>
              <a:defRPr sz="2400"/>
            </a:lvl3pPr>
            <a:lvl4pPr lvl="3" algn="ctr">
              <a:lnSpc>
                <a:spcPct val="90000"/>
              </a:lnSpc>
              <a:spcBef>
                <a:spcPts val="667"/>
              </a:spcBef>
              <a:spcAft>
                <a:spcPts val="0"/>
              </a:spcAft>
              <a:buClr>
                <a:schemeClr val="dk1"/>
              </a:buClr>
              <a:buSzPts val="1706"/>
              <a:buNone/>
              <a:defRPr sz="2133"/>
            </a:lvl4pPr>
            <a:lvl5pPr lvl="4" algn="ctr">
              <a:lnSpc>
                <a:spcPct val="90000"/>
              </a:lnSpc>
              <a:spcBef>
                <a:spcPts val="667"/>
              </a:spcBef>
              <a:spcAft>
                <a:spcPts val="0"/>
              </a:spcAft>
              <a:buClr>
                <a:schemeClr val="dk1"/>
              </a:buClr>
              <a:buSzPts val="1706"/>
              <a:buNone/>
              <a:defRPr sz="2133"/>
            </a:lvl5pPr>
            <a:lvl6pPr lvl="5" algn="ctr">
              <a:lnSpc>
                <a:spcPct val="90000"/>
              </a:lnSpc>
              <a:spcBef>
                <a:spcPts val="667"/>
              </a:spcBef>
              <a:spcAft>
                <a:spcPts val="0"/>
              </a:spcAft>
              <a:buClr>
                <a:schemeClr val="dk1"/>
              </a:buClr>
              <a:buSzPts val="2133"/>
              <a:buNone/>
              <a:defRPr sz="2133"/>
            </a:lvl6pPr>
            <a:lvl7pPr lvl="6" algn="ctr">
              <a:lnSpc>
                <a:spcPct val="90000"/>
              </a:lnSpc>
              <a:spcBef>
                <a:spcPts val="667"/>
              </a:spcBef>
              <a:spcAft>
                <a:spcPts val="0"/>
              </a:spcAft>
              <a:buClr>
                <a:schemeClr val="dk1"/>
              </a:buClr>
              <a:buSzPts val="2133"/>
              <a:buNone/>
              <a:defRPr sz="2133"/>
            </a:lvl7pPr>
            <a:lvl8pPr lvl="7" algn="ctr">
              <a:lnSpc>
                <a:spcPct val="90000"/>
              </a:lnSpc>
              <a:spcBef>
                <a:spcPts val="667"/>
              </a:spcBef>
              <a:spcAft>
                <a:spcPts val="0"/>
              </a:spcAft>
              <a:buClr>
                <a:schemeClr val="dk1"/>
              </a:buClr>
              <a:buSzPts val="2133"/>
              <a:buNone/>
              <a:defRPr sz="2133"/>
            </a:lvl8pPr>
            <a:lvl9pPr lvl="8" algn="ctr">
              <a:lnSpc>
                <a:spcPct val="90000"/>
              </a:lnSpc>
              <a:spcBef>
                <a:spcPts val="667"/>
              </a:spcBef>
              <a:spcAft>
                <a:spcPts val="0"/>
              </a:spcAft>
              <a:buClr>
                <a:schemeClr val="dk1"/>
              </a:buClr>
              <a:buSzPts val="2133"/>
              <a:buNone/>
              <a:defRPr sz="2133"/>
            </a:lvl9pPr>
          </a:lstStyle>
          <a:p/>
        </p:txBody>
      </p:sp>
      <p:sp>
        <p:nvSpPr>
          <p:cNvPr id="20" name="Google Shape;20;p4"/>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cxnSp>
        <p:nvCxnSpPr>
          <p:cNvPr id="21" name="Google Shape;21;p4"/>
          <p:cNvCxnSpPr/>
          <p:nvPr/>
        </p:nvCxnSpPr>
        <p:spPr>
          <a:xfrm>
            <a:off x="3610897" y="976745"/>
            <a:ext cx="0" cy="4572000"/>
          </a:xfrm>
          <a:prstGeom prst="straightConnector1">
            <a:avLst/>
          </a:prstGeom>
          <a:noFill/>
          <a:ln cap="flat" cmpd="sng" w="28575">
            <a:solidFill>
              <a:srgbClr val="9B1D23"/>
            </a:solidFill>
            <a:prstDash val="solid"/>
            <a:miter lim="800000"/>
            <a:headEnd len="sm" w="sm" type="none"/>
            <a:tailEnd len="sm" w="sm" type="none"/>
          </a:ln>
        </p:spPr>
      </p:cxnSp>
      <p:sp>
        <p:nvSpPr>
          <p:cNvPr id="22" name="Google Shape;22;p4"/>
          <p:cNvSpPr/>
          <p:nvPr/>
        </p:nvSpPr>
        <p:spPr>
          <a:xfrm>
            <a:off x="10668000" y="0"/>
            <a:ext cx="1422300" cy="787500"/>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FFFFFF"/>
              </a:solidFill>
              <a:latin typeface="Calibri"/>
              <a:ea typeface="Calibri"/>
              <a:cs typeface="Calibri"/>
              <a:sym typeface="Calibri"/>
            </a:endParaRPr>
          </a:p>
        </p:txBody>
      </p:sp>
      <p:pic>
        <p:nvPicPr>
          <p:cNvPr id="23" name="Google Shape;23;p4"/>
          <p:cNvPicPr preferRelativeResize="0"/>
          <p:nvPr/>
        </p:nvPicPr>
        <p:blipFill rotWithShape="1">
          <a:blip r:embed="rId2">
            <a:alphaModFix/>
          </a:blip>
          <a:srcRect b="0" l="0" r="0" t="0"/>
          <a:stretch/>
        </p:blipFill>
        <p:spPr>
          <a:xfrm>
            <a:off x="101738" y="2087880"/>
            <a:ext cx="3479663" cy="268224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 name="Shape 24"/>
        <p:cNvGrpSpPr/>
        <p:nvPr/>
      </p:nvGrpSpPr>
      <p:grpSpPr>
        <a:xfrm>
          <a:off x="0" y="0"/>
          <a:ext cx="0" cy="0"/>
          <a:chOff x="0" y="0"/>
          <a:chExt cx="0" cy="0"/>
        </a:xfrm>
      </p:grpSpPr>
      <p:sp>
        <p:nvSpPr>
          <p:cNvPr id="25" name="Google Shape;25;p5"/>
          <p:cNvSpPr txBox="1"/>
          <p:nvPr>
            <p:ph type="title"/>
          </p:nvPr>
        </p:nvSpPr>
        <p:spPr>
          <a:xfrm>
            <a:off x="501400" y="643909"/>
            <a:ext cx="11175900" cy="6603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9B1D23"/>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5"/>
          <p:cNvSpPr txBox="1"/>
          <p:nvPr>
            <p:ph idx="1" type="body"/>
          </p:nvPr>
        </p:nvSpPr>
        <p:spPr>
          <a:xfrm>
            <a:off x="505968" y="1600201"/>
            <a:ext cx="11180100" cy="4469100"/>
          </a:xfrm>
          <a:prstGeom prst="rect">
            <a:avLst/>
          </a:prstGeom>
          <a:noFill/>
          <a:ln>
            <a:noFill/>
          </a:ln>
        </p:spPr>
        <p:txBody>
          <a:bodyPr anchorCtr="0" anchor="t" bIns="45700" lIns="91425" spcFirstLastPara="1" rIns="91425" wrap="square" tIns="45700">
            <a:normAutofit/>
          </a:bodyPr>
          <a:lstStyle>
            <a:lvl1pPr indent="-391160" lvl="0" marL="457200" algn="l">
              <a:lnSpc>
                <a:spcPct val="90000"/>
              </a:lnSpc>
              <a:spcBef>
                <a:spcPts val="1333"/>
              </a:spcBef>
              <a:spcAft>
                <a:spcPts val="0"/>
              </a:spcAft>
              <a:buClr>
                <a:schemeClr val="dk1"/>
              </a:buClr>
              <a:buSzPts val="2560"/>
              <a:buChar char="•"/>
              <a:defRPr>
                <a:latin typeface="Calibri"/>
                <a:ea typeface="Calibri"/>
                <a:cs typeface="Calibri"/>
                <a:sym typeface="Calibri"/>
              </a:defRPr>
            </a:lvl1pPr>
            <a:lvl2pPr indent="-364108" lvl="1" marL="914400" algn="l">
              <a:lnSpc>
                <a:spcPct val="90000"/>
              </a:lnSpc>
              <a:spcBef>
                <a:spcPts val="667"/>
              </a:spcBef>
              <a:spcAft>
                <a:spcPts val="0"/>
              </a:spcAft>
              <a:buClr>
                <a:schemeClr val="dk1"/>
              </a:buClr>
              <a:buSzPts val="2134"/>
              <a:buChar char="•"/>
              <a:defRPr>
                <a:latin typeface="Calibri"/>
                <a:ea typeface="Calibri"/>
                <a:cs typeface="Calibri"/>
                <a:sym typeface="Calibri"/>
              </a:defRPr>
            </a:lvl2pPr>
            <a:lvl3pPr indent="-350519" lvl="2" marL="1371600" algn="l">
              <a:lnSpc>
                <a:spcPct val="90000"/>
              </a:lnSpc>
              <a:spcBef>
                <a:spcPts val="667"/>
              </a:spcBef>
              <a:spcAft>
                <a:spcPts val="0"/>
              </a:spcAft>
              <a:buClr>
                <a:schemeClr val="dk1"/>
              </a:buClr>
              <a:buSzPts val="1920"/>
              <a:buChar char="•"/>
              <a:defRPr>
                <a:latin typeface="Calibri"/>
                <a:ea typeface="Calibri"/>
                <a:cs typeface="Calibri"/>
                <a:sym typeface="Calibri"/>
              </a:defRPr>
            </a:lvl3pPr>
            <a:lvl4pPr indent="-336931" lvl="3" marL="1828800" algn="l">
              <a:lnSpc>
                <a:spcPct val="90000"/>
              </a:lnSpc>
              <a:spcBef>
                <a:spcPts val="667"/>
              </a:spcBef>
              <a:spcAft>
                <a:spcPts val="0"/>
              </a:spcAft>
              <a:buClr>
                <a:schemeClr val="dk1"/>
              </a:buClr>
              <a:buSzPts val="1706"/>
              <a:buChar char="•"/>
              <a:defRPr>
                <a:latin typeface="Calibri"/>
                <a:ea typeface="Calibri"/>
                <a:cs typeface="Calibri"/>
                <a:sym typeface="Calibri"/>
              </a:defRPr>
            </a:lvl4pPr>
            <a:lvl5pPr indent="-336931" lvl="4" marL="2286000" algn="l">
              <a:lnSpc>
                <a:spcPct val="90000"/>
              </a:lnSpc>
              <a:spcBef>
                <a:spcPts val="667"/>
              </a:spcBef>
              <a:spcAft>
                <a:spcPts val="0"/>
              </a:spcAft>
              <a:buClr>
                <a:schemeClr val="dk1"/>
              </a:buClr>
              <a:buSzPts val="1706"/>
              <a:buChar char="•"/>
              <a:defRPr>
                <a:latin typeface="Calibri"/>
                <a:ea typeface="Calibri"/>
                <a:cs typeface="Calibri"/>
                <a:sym typeface="Calibri"/>
              </a:defRPr>
            </a:lvl5pPr>
            <a:lvl6pPr indent="-342900" lvl="5" marL="2743200" algn="l">
              <a:lnSpc>
                <a:spcPct val="90000"/>
              </a:lnSpc>
              <a:spcBef>
                <a:spcPts val="667"/>
              </a:spcBef>
              <a:spcAft>
                <a:spcPts val="0"/>
              </a:spcAft>
              <a:buClr>
                <a:schemeClr val="dk1"/>
              </a:buClr>
              <a:buSzPts val="1800"/>
              <a:buChar char="•"/>
              <a:defRPr/>
            </a:lvl6pPr>
            <a:lvl7pPr indent="-342900" lvl="6" marL="3200400" algn="l">
              <a:lnSpc>
                <a:spcPct val="90000"/>
              </a:lnSpc>
              <a:spcBef>
                <a:spcPts val="667"/>
              </a:spcBef>
              <a:spcAft>
                <a:spcPts val="0"/>
              </a:spcAft>
              <a:buClr>
                <a:schemeClr val="dk1"/>
              </a:buClr>
              <a:buSzPts val="1800"/>
              <a:buChar char="•"/>
              <a:defRPr/>
            </a:lvl7pPr>
            <a:lvl8pPr indent="-342900" lvl="7" marL="3657600" algn="l">
              <a:lnSpc>
                <a:spcPct val="90000"/>
              </a:lnSpc>
              <a:spcBef>
                <a:spcPts val="667"/>
              </a:spcBef>
              <a:spcAft>
                <a:spcPts val="0"/>
              </a:spcAft>
              <a:buClr>
                <a:schemeClr val="dk1"/>
              </a:buClr>
              <a:buSzPts val="1800"/>
              <a:buChar char="•"/>
              <a:defRPr/>
            </a:lvl8pPr>
            <a:lvl9pPr indent="-342900" lvl="8" marL="4114800" algn="l">
              <a:lnSpc>
                <a:spcPct val="90000"/>
              </a:lnSpc>
              <a:spcBef>
                <a:spcPts val="667"/>
              </a:spcBef>
              <a:spcAft>
                <a:spcPts val="0"/>
              </a:spcAft>
              <a:buClr>
                <a:schemeClr val="dk1"/>
              </a:buClr>
              <a:buSzPts val="1800"/>
              <a:buChar char="•"/>
              <a:defRPr/>
            </a:lvl9pPr>
          </a:lstStyle>
          <a:p/>
        </p:txBody>
      </p:sp>
      <p:sp>
        <p:nvSpPr>
          <p:cNvPr id="27" name="Google Shape;27;p5"/>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ubtitle and Content">
  <p:cSld name="Title, Subtitle and Content">
    <p:spTree>
      <p:nvGrpSpPr>
        <p:cNvPr id="28" name="Shape 28"/>
        <p:cNvGrpSpPr/>
        <p:nvPr/>
      </p:nvGrpSpPr>
      <p:grpSpPr>
        <a:xfrm>
          <a:off x="0" y="0"/>
          <a:ext cx="0" cy="0"/>
          <a:chOff x="0" y="0"/>
          <a:chExt cx="0" cy="0"/>
        </a:xfrm>
      </p:grpSpPr>
      <p:sp>
        <p:nvSpPr>
          <p:cNvPr id="29" name="Google Shape;29;p6"/>
          <p:cNvSpPr txBox="1"/>
          <p:nvPr>
            <p:ph type="title"/>
          </p:nvPr>
        </p:nvSpPr>
        <p:spPr>
          <a:xfrm>
            <a:off x="501400" y="643909"/>
            <a:ext cx="11175900" cy="6603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9B1D23"/>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6"/>
          <p:cNvSpPr txBox="1"/>
          <p:nvPr>
            <p:ph idx="1" type="body"/>
          </p:nvPr>
        </p:nvSpPr>
        <p:spPr>
          <a:xfrm>
            <a:off x="495300" y="1905001"/>
            <a:ext cx="11180100" cy="4164300"/>
          </a:xfrm>
          <a:prstGeom prst="rect">
            <a:avLst/>
          </a:prstGeom>
          <a:noFill/>
          <a:ln>
            <a:noFill/>
          </a:ln>
        </p:spPr>
        <p:txBody>
          <a:bodyPr anchorCtr="0" anchor="t" bIns="45700" lIns="91425" spcFirstLastPara="1" rIns="91425" wrap="square" tIns="45700">
            <a:normAutofit/>
          </a:bodyPr>
          <a:lstStyle>
            <a:lvl1pPr indent="-391160" lvl="0" marL="457200" algn="l">
              <a:lnSpc>
                <a:spcPct val="90000"/>
              </a:lnSpc>
              <a:spcBef>
                <a:spcPts val="1333"/>
              </a:spcBef>
              <a:spcAft>
                <a:spcPts val="0"/>
              </a:spcAft>
              <a:buClr>
                <a:schemeClr val="dk1"/>
              </a:buClr>
              <a:buSzPts val="2560"/>
              <a:buChar char="•"/>
              <a:defRPr sz="3200">
                <a:latin typeface="Calibri"/>
                <a:ea typeface="Calibri"/>
                <a:cs typeface="Calibri"/>
                <a:sym typeface="Calibri"/>
              </a:defRPr>
            </a:lvl1pPr>
            <a:lvl2pPr indent="-364108" lvl="1" marL="914400" algn="l">
              <a:lnSpc>
                <a:spcPct val="90000"/>
              </a:lnSpc>
              <a:spcBef>
                <a:spcPts val="667"/>
              </a:spcBef>
              <a:spcAft>
                <a:spcPts val="0"/>
              </a:spcAft>
              <a:buClr>
                <a:schemeClr val="dk1"/>
              </a:buClr>
              <a:buSzPts val="2134"/>
              <a:buChar char="•"/>
              <a:defRPr sz="2667">
                <a:latin typeface="Calibri"/>
                <a:ea typeface="Calibri"/>
                <a:cs typeface="Calibri"/>
                <a:sym typeface="Calibri"/>
              </a:defRPr>
            </a:lvl2pPr>
            <a:lvl3pPr indent="-350519" lvl="2" marL="1371600" algn="l">
              <a:lnSpc>
                <a:spcPct val="90000"/>
              </a:lnSpc>
              <a:spcBef>
                <a:spcPts val="667"/>
              </a:spcBef>
              <a:spcAft>
                <a:spcPts val="0"/>
              </a:spcAft>
              <a:buClr>
                <a:schemeClr val="dk1"/>
              </a:buClr>
              <a:buSzPts val="1920"/>
              <a:buChar char="•"/>
              <a:defRPr sz="2400">
                <a:latin typeface="Calibri"/>
                <a:ea typeface="Calibri"/>
                <a:cs typeface="Calibri"/>
                <a:sym typeface="Calibri"/>
              </a:defRPr>
            </a:lvl3pPr>
            <a:lvl4pPr indent="-336931" lvl="3" marL="1828800" algn="l">
              <a:lnSpc>
                <a:spcPct val="90000"/>
              </a:lnSpc>
              <a:spcBef>
                <a:spcPts val="667"/>
              </a:spcBef>
              <a:spcAft>
                <a:spcPts val="0"/>
              </a:spcAft>
              <a:buClr>
                <a:schemeClr val="dk1"/>
              </a:buClr>
              <a:buSzPts val="1706"/>
              <a:buChar char="•"/>
              <a:defRPr sz="2133">
                <a:latin typeface="Calibri"/>
                <a:ea typeface="Calibri"/>
                <a:cs typeface="Calibri"/>
                <a:sym typeface="Calibri"/>
              </a:defRPr>
            </a:lvl4pPr>
            <a:lvl5pPr indent="-336931" lvl="4" marL="2286000" algn="l">
              <a:lnSpc>
                <a:spcPct val="90000"/>
              </a:lnSpc>
              <a:spcBef>
                <a:spcPts val="667"/>
              </a:spcBef>
              <a:spcAft>
                <a:spcPts val="0"/>
              </a:spcAft>
              <a:buClr>
                <a:schemeClr val="dk1"/>
              </a:buClr>
              <a:buSzPts val="1706"/>
              <a:buChar char="•"/>
              <a:defRPr sz="2133">
                <a:latin typeface="Calibri"/>
                <a:ea typeface="Calibri"/>
                <a:cs typeface="Calibri"/>
                <a:sym typeface="Calibri"/>
              </a:defRPr>
            </a:lvl5pPr>
            <a:lvl6pPr indent="-342900" lvl="5" marL="2743200" algn="l">
              <a:lnSpc>
                <a:spcPct val="90000"/>
              </a:lnSpc>
              <a:spcBef>
                <a:spcPts val="667"/>
              </a:spcBef>
              <a:spcAft>
                <a:spcPts val="0"/>
              </a:spcAft>
              <a:buClr>
                <a:schemeClr val="dk1"/>
              </a:buClr>
              <a:buSzPts val="1800"/>
              <a:buChar char="•"/>
              <a:defRPr/>
            </a:lvl6pPr>
            <a:lvl7pPr indent="-342900" lvl="6" marL="3200400" algn="l">
              <a:lnSpc>
                <a:spcPct val="90000"/>
              </a:lnSpc>
              <a:spcBef>
                <a:spcPts val="667"/>
              </a:spcBef>
              <a:spcAft>
                <a:spcPts val="0"/>
              </a:spcAft>
              <a:buClr>
                <a:schemeClr val="dk1"/>
              </a:buClr>
              <a:buSzPts val="1800"/>
              <a:buChar char="•"/>
              <a:defRPr/>
            </a:lvl7pPr>
            <a:lvl8pPr indent="-342900" lvl="7" marL="3657600" algn="l">
              <a:lnSpc>
                <a:spcPct val="90000"/>
              </a:lnSpc>
              <a:spcBef>
                <a:spcPts val="667"/>
              </a:spcBef>
              <a:spcAft>
                <a:spcPts val="0"/>
              </a:spcAft>
              <a:buClr>
                <a:schemeClr val="dk1"/>
              </a:buClr>
              <a:buSzPts val="1800"/>
              <a:buChar char="•"/>
              <a:defRPr/>
            </a:lvl8pPr>
            <a:lvl9pPr indent="-342900" lvl="8" marL="4114800" algn="l">
              <a:lnSpc>
                <a:spcPct val="90000"/>
              </a:lnSpc>
              <a:spcBef>
                <a:spcPts val="667"/>
              </a:spcBef>
              <a:spcAft>
                <a:spcPts val="0"/>
              </a:spcAft>
              <a:buClr>
                <a:schemeClr val="dk1"/>
              </a:buClr>
              <a:buSzPts val="1800"/>
              <a:buChar char="•"/>
              <a:defRPr/>
            </a:lvl9pPr>
          </a:lstStyle>
          <a:p/>
        </p:txBody>
      </p:sp>
      <p:sp>
        <p:nvSpPr>
          <p:cNvPr id="31" name="Google Shape;31;p6"/>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
        <p:nvSpPr>
          <p:cNvPr id="32" name="Google Shape;32;p6"/>
          <p:cNvSpPr txBox="1"/>
          <p:nvPr>
            <p:ph idx="2" type="body"/>
          </p:nvPr>
        </p:nvSpPr>
        <p:spPr>
          <a:xfrm flipH="1">
            <a:off x="495264" y="1315720"/>
            <a:ext cx="11180100" cy="4878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333"/>
              </a:spcBef>
              <a:spcAft>
                <a:spcPts val="0"/>
              </a:spcAft>
              <a:buClr>
                <a:schemeClr val="dk1"/>
              </a:buClr>
              <a:buSzPts val="2134"/>
              <a:buFont typeface="Calibri"/>
              <a:buNone/>
              <a:defRPr i="1" sz="2667"/>
            </a:lvl1pPr>
            <a:lvl2pPr indent="-228600" lvl="1" marL="914400" algn="l">
              <a:lnSpc>
                <a:spcPct val="90000"/>
              </a:lnSpc>
              <a:spcBef>
                <a:spcPts val="667"/>
              </a:spcBef>
              <a:spcAft>
                <a:spcPts val="0"/>
              </a:spcAft>
              <a:buClr>
                <a:schemeClr val="dk1"/>
              </a:buClr>
              <a:buSzPts val="2134"/>
              <a:buFont typeface="Calibri"/>
              <a:buNone/>
              <a:defRPr/>
            </a:lvl2pPr>
            <a:lvl3pPr indent="-228600" lvl="2" marL="1371600" algn="l">
              <a:lnSpc>
                <a:spcPct val="90000"/>
              </a:lnSpc>
              <a:spcBef>
                <a:spcPts val="667"/>
              </a:spcBef>
              <a:spcAft>
                <a:spcPts val="0"/>
              </a:spcAft>
              <a:buClr>
                <a:schemeClr val="dk1"/>
              </a:buClr>
              <a:buSzPts val="1920"/>
              <a:buFont typeface="Calibri"/>
              <a:buNone/>
              <a:defRPr/>
            </a:lvl3pPr>
            <a:lvl4pPr indent="-228600" lvl="3" marL="1828800" algn="l">
              <a:lnSpc>
                <a:spcPct val="90000"/>
              </a:lnSpc>
              <a:spcBef>
                <a:spcPts val="667"/>
              </a:spcBef>
              <a:spcAft>
                <a:spcPts val="0"/>
              </a:spcAft>
              <a:buClr>
                <a:schemeClr val="dk1"/>
              </a:buClr>
              <a:buSzPts val="1706"/>
              <a:buFont typeface="Calibri"/>
              <a:buNone/>
              <a:defRPr/>
            </a:lvl4pPr>
            <a:lvl5pPr indent="-228600" lvl="4" marL="2286000" algn="l">
              <a:lnSpc>
                <a:spcPct val="90000"/>
              </a:lnSpc>
              <a:spcBef>
                <a:spcPts val="667"/>
              </a:spcBef>
              <a:spcAft>
                <a:spcPts val="0"/>
              </a:spcAft>
              <a:buClr>
                <a:schemeClr val="dk1"/>
              </a:buClr>
              <a:buSzPts val="1706"/>
              <a:buFont typeface="Calibri"/>
              <a:buNone/>
              <a:defRPr/>
            </a:lvl5pPr>
            <a:lvl6pPr indent="-342900" lvl="5" marL="2743200" algn="l">
              <a:lnSpc>
                <a:spcPct val="90000"/>
              </a:lnSpc>
              <a:spcBef>
                <a:spcPts val="667"/>
              </a:spcBef>
              <a:spcAft>
                <a:spcPts val="0"/>
              </a:spcAft>
              <a:buClr>
                <a:schemeClr val="dk1"/>
              </a:buClr>
              <a:buSzPts val="1800"/>
              <a:buChar char="•"/>
              <a:defRPr/>
            </a:lvl6pPr>
            <a:lvl7pPr indent="-342900" lvl="6" marL="3200400" algn="l">
              <a:lnSpc>
                <a:spcPct val="90000"/>
              </a:lnSpc>
              <a:spcBef>
                <a:spcPts val="667"/>
              </a:spcBef>
              <a:spcAft>
                <a:spcPts val="0"/>
              </a:spcAft>
              <a:buClr>
                <a:schemeClr val="dk1"/>
              </a:buClr>
              <a:buSzPts val="1800"/>
              <a:buChar char="•"/>
              <a:defRPr/>
            </a:lvl7pPr>
            <a:lvl8pPr indent="-342900" lvl="7" marL="3657600" algn="l">
              <a:lnSpc>
                <a:spcPct val="90000"/>
              </a:lnSpc>
              <a:spcBef>
                <a:spcPts val="667"/>
              </a:spcBef>
              <a:spcAft>
                <a:spcPts val="0"/>
              </a:spcAft>
              <a:buClr>
                <a:schemeClr val="dk1"/>
              </a:buClr>
              <a:buSzPts val="1800"/>
              <a:buChar char="•"/>
              <a:defRPr/>
            </a:lvl8pPr>
            <a:lvl9pPr indent="-342900" lvl="8" marL="4114800" algn="l">
              <a:lnSpc>
                <a:spcPct val="90000"/>
              </a:lnSpc>
              <a:spcBef>
                <a:spcPts val="667"/>
              </a:spcBef>
              <a:spcAft>
                <a:spcPts val="0"/>
              </a:spcAft>
              <a:buClr>
                <a:schemeClr val="dk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7"/>
          <p:cNvSpPr txBox="1"/>
          <p:nvPr>
            <p:ph type="title"/>
          </p:nvPr>
        </p:nvSpPr>
        <p:spPr>
          <a:xfrm>
            <a:off x="812800" y="2218267"/>
            <a:ext cx="10515600" cy="10974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rgbClr val="9B1D23"/>
              </a:buClr>
              <a:buSzPts val="4800"/>
              <a:buFont typeface="Arial Black"/>
              <a:buNone/>
              <a:defRPr sz="4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7"/>
          <p:cNvSpPr txBox="1"/>
          <p:nvPr>
            <p:ph idx="1" type="body"/>
          </p:nvPr>
        </p:nvSpPr>
        <p:spPr>
          <a:xfrm>
            <a:off x="812800" y="3530600"/>
            <a:ext cx="10515600" cy="9753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333"/>
              </a:spcBef>
              <a:spcAft>
                <a:spcPts val="0"/>
              </a:spcAft>
              <a:buClr>
                <a:srgbClr val="888888"/>
              </a:buClr>
              <a:buSzPts val="1920"/>
              <a:buNone/>
              <a:defRPr sz="2400">
                <a:solidFill>
                  <a:srgbClr val="888888"/>
                </a:solidFill>
              </a:defRPr>
            </a:lvl1pPr>
            <a:lvl2pPr indent="-228600" lvl="1" marL="914400" algn="l">
              <a:lnSpc>
                <a:spcPct val="90000"/>
              </a:lnSpc>
              <a:spcBef>
                <a:spcPts val="667"/>
              </a:spcBef>
              <a:spcAft>
                <a:spcPts val="0"/>
              </a:spcAft>
              <a:buClr>
                <a:srgbClr val="888888"/>
              </a:buClr>
              <a:buSzPts val="2134"/>
              <a:buNone/>
              <a:defRPr sz="2667">
                <a:solidFill>
                  <a:srgbClr val="888888"/>
                </a:solidFill>
              </a:defRPr>
            </a:lvl2pPr>
            <a:lvl3pPr indent="-228600" lvl="2" marL="1371600" algn="l">
              <a:lnSpc>
                <a:spcPct val="90000"/>
              </a:lnSpc>
              <a:spcBef>
                <a:spcPts val="667"/>
              </a:spcBef>
              <a:spcAft>
                <a:spcPts val="0"/>
              </a:spcAft>
              <a:buClr>
                <a:srgbClr val="888888"/>
              </a:buClr>
              <a:buSzPts val="1920"/>
              <a:buNone/>
              <a:defRPr sz="2400">
                <a:solidFill>
                  <a:srgbClr val="888888"/>
                </a:solidFill>
              </a:defRPr>
            </a:lvl3pPr>
            <a:lvl4pPr indent="-228600" lvl="3" marL="1828800" algn="l">
              <a:lnSpc>
                <a:spcPct val="90000"/>
              </a:lnSpc>
              <a:spcBef>
                <a:spcPts val="667"/>
              </a:spcBef>
              <a:spcAft>
                <a:spcPts val="0"/>
              </a:spcAft>
              <a:buClr>
                <a:srgbClr val="888888"/>
              </a:buClr>
              <a:buSzPts val="1706"/>
              <a:buNone/>
              <a:defRPr sz="2133">
                <a:solidFill>
                  <a:srgbClr val="888888"/>
                </a:solidFill>
              </a:defRPr>
            </a:lvl4pPr>
            <a:lvl5pPr indent="-228600" lvl="4" marL="2286000" algn="l">
              <a:lnSpc>
                <a:spcPct val="90000"/>
              </a:lnSpc>
              <a:spcBef>
                <a:spcPts val="667"/>
              </a:spcBef>
              <a:spcAft>
                <a:spcPts val="0"/>
              </a:spcAft>
              <a:buClr>
                <a:srgbClr val="888888"/>
              </a:buClr>
              <a:buSzPts val="1706"/>
              <a:buNone/>
              <a:defRPr sz="2133">
                <a:solidFill>
                  <a:srgbClr val="888888"/>
                </a:solidFill>
              </a:defRPr>
            </a:lvl5pPr>
            <a:lvl6pPr indent="-228600" lvl="5" marL="2743200" algn="l">
              <a:lnSpc>
                <a:spcPct val="90000"/>
              </a:lnSpc>
              <a:spcBef>
                <a:spcPts val="667"/>
              </a:spcBef>
              <a:spcAft>
                <a:spcPts val="0"/>
              </a:spcAft>
              <a:buClr>
                <a:srgbClr val="888888"/>
              </a:buClr>
              <a:buSzPts val="2133"/>
              <a:buNone/>
              <a:defRPr sz="2133">
                <a:solidFill>
                  <a:srgbClr val="888888"/>
                </a:solidFill>
              </a:defRPr>
            </a:lvl6pPr>
            <a:lvl7pPr indent="-228600" lvl="6" marL="3200400" algn="l">
              <a:lnSpc>
                <a:spcPct val="90000"/>
              </a:lnSpc>
              <a:spcBef>
                <a:spcPts val="667"/>
              </a:spcBef>
              <a:spcAft>
                <a:spcPts val="0"/>
              </a:spcAft>
              <a:buClr>
                <a:srgbClr val="888888"/>
              </a:buClr>
              <a:buSzPts val="2133"/>
              <a:buNone/>
              <a:defRPr sz="2133">
                <a:solidFill>
                  <a:srgbClr val="888888"/>
                </a:solidFill>
              </a:defRPr>
            </a:lvl7pPr>
            <a:lvl8pPr indent="-228600" lvl="7" marL="3657600" algn="l">
              <a:lnSpc>
                <a:spcPct val="90000"/>
              </a:lnSpc>
              <a:spcBef>
                <a:spcPts val="667"/>
              </a:spcBef>
              <a:spcAft>
                <a:spcPts val="0"/>
              </a:spcAft>
              <a:buClr>
                <a:srgbClr val="888888"/>
              </a:buClr>
              <a:buSzPts val="2133"/>
              <a:buNone/>
              <a:defRPr sz="2133">
                <a:solidFill>
                  <a:srgbClr val="888888"/>
                </a:solidFill>
              </a:defRPr>
            </a:lvl8pPr>
            <a:lvl9pPr indent="-228600" lvl="8" marL="4114800" algn="l">
              <a:lnSpc>
                <a:spcPct val="90000"/>
              </a:lnSpc>
              <a:spcBef>
                <a:spcPts val="667"/>
              </a:spcBef>
              <a:spcAft>
                <a:spcPts val="0"/>
              </a:spcAft>
              <a:buClr>
                <a:srgbClr val="888888"/>
              </a:buClr>
              <a:buSzPts val="2133"/>
              <a:buNone/>
              <a:defRPr sz="2133">
                <a:solidFill>
                  <a:srgbClr val="888888"/>
                </a:solidFill>
              </a:defRPr>
            </a:lvl9pPr>
          </a:lstStyle>
          <a:p/>
        </p:txBody>
      </p:sp>
      <p:sp>
        <p:nvSpPr>
          <p:cNvPr id="36" name="Google Shape;36;p7"/>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7" name="Shape 37"/>
        <p:cNvGrpSpPr/>
        <p:nvPr/>
      </p:nvGrpSpPr>
      <p:grpSpPr>
        <a:xfrm>
          <a:off x="0" y="0"/>
          <a:ext cx="0" cy="0"/>
          <a:chOff x="0" y="0"/>
          <a:chExt cx="0" cy="0"/>
        </a:xfrm>
      </p:grpSpPr>
      <p:sp>
        <p:nvSpPr>
          <p:cNvPr id="38" name="Google Shape;38;p8"/>
          <p:cNvSpPr txBox="1"/>
          <p:nvPr>
            <p:ph type="title"/>
          </p:nvPr>
        </p:nvSpPr>
        <p:spPr>
          <a:xfrm>
            <a:off x="501400" y="643909"/>
            <a:ext cx="11175900" cy="6603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9B1D23"/>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8"/>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
        <p:nvSpPr>
          <p:cNvPr id="40" name="Google Shape;40;p8"/>
          <p:cNvSpPr txBox="1"/>
          <p:nvPr>
            <p:ph idx="1" type="body"/>
          </p:nvPr>
        </p:nvSpPr>
        <p:spPr>
          <a:xfrm>
            <a:off x="519273" y="1603104"/>
            <a:ext cx="5486400" cy="4511100"/>
          </a:xfrm>
          <a:prstGeom prst="rect">
            <a:avLst/>
          </a:prstGeom>
          <a:noFill/>
          <a:ln>
            <a:noFill/>
          </a:ln>
        </p:spPr>
        <p:txBody>
          <a:bodyPr anchorCtr="0" anchor="t" bIns="45700" lIns="91425" spcFirstLastPara="1" rIns="91425" wrap="square" tIns="45700">
            <a:normAutofit/>
          </a:bodyPr>
          <a:lstStyle>
            <a:lvl1pPr indent="-364109" lvl="0" marL="457200" algn="l">
              <a:lnSpc>
                <a:spcPct val="90000"/>
              </a:lnSpc>
              <a:spcBef>
                <a:spcPts val="1333"/>
              </a:spcBef>
              <a:spcAft>
                <a:spcPts val="0"/>
              </a:spcAft>
              <a:buClr>
                <a:schemeClr val="dk1"/>
              </a:buClr>
              <a:buSzPts val="2134"/>
              <a:buChar char="•"/>
              <a:defRPr sz="2667">
                <a:latin typeface="Calibri"/>
                <a:ea typeface="Calibri"/>
                <a:cs typeface="Calibri"/>
                <a:sym typeface="Calibri"/>
              </a:defRPr>
            </a:lvl1pPr>
            <a:lvl2pPr indent="-350519" lvl="1" marL="914400" algn="l">
              <a:lnSpc>
                <a:spcPct val="90000"/>
              </a:lnSpc>
              <a:spcBef>
                <a:spcPts val="667"/>
              </a:spcBef>
              <a:spcAft>
                <a:spcPts val="0"/>
              </a:spcAft>
              <a:buClr>
                <a:schemeClr val="dk1"/>
              </a:buClr>
              <a:buSzPts val="1920"/>
              <a:buChar char="•"/>
              <a:defRPr sz="2400">
                <a:latin typeface="Calibri"/>
                <a:ea typeface="Calibri"/>
                <a:cs typeface="Calibri"/>
                <a:sym typeface="Calibri"/>
              </a:defRPr>
            </a:lvl2pPr>
            <a:lvl3pPr indent="-336931" lvl="2" marL="1371600" algn="l">
              <a:lnSpc>
                <a:spcPct val="90000"/>
              </a:lnSpc>
              <a:spcBef>
                <a:spcPts val="667"/>
              </a:spcBef>
              <a:spcAft>
                <a:spcPts val="0"/>
              </a:spcAft>
              <a:buClr>
                <a:schemeClr val="dk1"/>
              </a:buClr>
              <a:buSzPts val="1706"/>
              <a:buChar char="•"/>
              <a:defRPr sz="2133">
                <a:latin typeface="Calibri"/>
                <a:ea typeface="Calibri"/>
                <a:cs typeface="Calibri"/>
                <a:sym typeface="Calibri"/>
              </a:defRPr>
            </a:lvl3pPr>
            <a:lvl4pPr indent="-323469" lvl="3" marL="1828800" algn="l">
              <a:lnSpc>
                <a:spcPct val="90000"/>
              </a:lnSpc>
              <a:spcBef>
                <a:spcPts val="667"/>
              </a:spcBef>
              <a:spcAft>
                <a:spcPts val="0"/>
              </a:spcAft>
              <a:buClr>
                <a:schemeClr val="dk1"/>
              </a:buClr>
              <a:buSzPts val="1494"/>
              <a:buChar char="•"/>
              <a:defRPr sz="1867">
                <a:latin typeface="Calibri"/>
                <a:ea typeface="Calibri"/>
                <a:cs typeface="Calibri"/>
                <a:sym typeface="Calibri"/>
              </a:defRPr>
            </a:lvl4pPr>
            <a:lvl5pPr indent="-323469" lvl="4" marL="2286000" algn="l">
              <a:lnSpc>
                <a:spcPct val="90000"/>
              </a:lnSpc>
              <a:spcBef>
                <a:spcPts val="667"/>
              </a:spcBef>
              <a:spcAft>
                <a:spcPts val="0"/>
              </a:spcAft>
              <a:buClr>
                <a:schemeClr val="dk1"/>
              </a:buClr>
              <a:buSzPts val="1494"/>
              <a:buChar char="•"/>
              <a:defRPr sz="1867">
                <a:latin typeface="Calibri"/>
                <a:ea typeface="Calibri"/>
                <a:cs typeface="Calibri"/>
                <a:sym typeface="Calibri"/>
              </a:defRPr>
            </a:lvl5pPr>
            <a:lvl6pPr indent="-342900" lvl="5" marL="2743200" algn="l">
              <a:lnSpc>
                <a:spcPct val="90000"/>
              </a:lnSpc>
              <a:spcBef>
                <a:spcPts val="667"/>
              </a:spcBef>
              <a:spcAft>
                <a:spcPts val="0"/>
              </a:spcAft>
              <a:buClr>
                <a:schemeClr val="dk1"/>
              </a:buClr>
              <a:buSzPts val="1800"/>
              <a:buChar char="•"/>
              <a:defRPr/>
            </a:lvl6pPr>
            <a:lvl7pPr indent="-342900" lvl="6" marL="3200400" algn="l">
              <a:lnSpc>
                <a:spcPct val="90000"/>
              </a:lnSpc>
              <a:spcBef>
                <a:spcPts val="667"/>
              </a:spcBef>
              <a:spcAft>
                <a:spcPts val="0"/>
              </a:spcAft>
              <a:buClr>
                <a:schemeClr val="dk1"/>
              </a:buClr>
              <a:buSzPts val="1800"/>
              <a:buChar char="•"/>
              <a:defRPr/>
            </a:lvl7pPr>
            <a:lvl8pPr indent="-342900" lvl="7" marL="3657600" algn="l">
              <a:lnSpc>
                <a:spcPct val="90000"/>
              </a:lnSpc>
              <a:spcBef>
                <a:spcPts val="667"/>
              </a:spcBef>
              <a:spcAft>
                <a:spcPts val="0"/>
              </a:spcAft>
              <a:buClr>
                <a:schemeClr val="dk1"/>
              </a:buClr>
              <a:buSzPts val="1800"/>
              <a:buChar char="•"/>
              <a:defRPr/>
            </a:lvl8pPr>
            <a:lvl9pPr indent="-342900" lvl="8" marL="4114800" algn="l">
              <a:lnSpc>
                <a:spcPct val="90000"/>
              </a:lnSpc>
              <a:spcBef>
                <a:spcPts val="667"/>
              </a:spcBef>
              <a:spcAft>
                <a:spcPts val="0"/>
              </a:spcAft>
              <a:buClr>
                <a:schemeClr val="dk1"/>
              </a:buClr>
              <a:buSzPts val="1800"/>
              <a:buChar char="•"/>
              <a:defRPr/>
            </a:lvl9pPr>
          </a:lstStyle>
          <a:p/>
        </p:txBody>
      </p:sp>
      <p:sp>
        <p:nvSpPr>
          <p:cNvPr id="41" name="Google Shape;41;p8"/>
          <p:cNvSpPr txBox="1"/>
          <p:nvPr>
            <p:ph idx="2" type="body"/>
          </p:nvPr>
        </p:nvSpPr>
        <p:spPr>
          <a:xfrm>
            <a:off x="6196173" y="1603104"/>
            <a:ext cx="5486400" cy="4511100"/>
          </a:xfrm>
          <a:prstGeom prst="rect">
            <a:avLst/>
          </a:prstGeom>
          <a:noFill/>
          <a:ln>
            <a:noFill/>
          </a:ln>
        </p:spPr>
        <p:txBody>
          <a:bodyPr anchorCtr="0" anchor="t" bIns="45700" lIns="91425" spcFirstLastPara="1" rIns="91425" wrap="square" tIns="45700">
            <a:normAutofit/>
          </a:bodyPr>
          <a:lstStyle>
            <a:lvl1pPr indent="-364109" lvl="0" marL="457200" algn="l">
              <a:lnSpc>
                <a:spcPct val="90000"/>
              </a:lnSpc>
              <a:spcBef>
                <a:spcPts val="1333"/>
              </a:spcBef>
              <a:spcAft>
                <a:spcPts val="0"/>
              </a:spcAft>
              <a:buClr>
                <a:schemeClr val="dk1"/>
              </a:buClr>
              <a:buSzPts val="2134"/>
              <a:buChar char="•"/>
              <a:defRPr sz="2667">
                <a:latin typeface="Calibri"/>
                <a:ea typeface="Calibri"/>
                <a:cs typeface="Calibri"/>
                <a:sym typeface="Calibri"/>
              </a:defRPr>
            </a:lvl1pPr>
            <a:lvl2pPr indent="-350519" lvl="1" marL="914400" algn="l">
              <a:lnSpc>
                <a:spcPct val="90000"/>
              </a:lnSpc>
              <a:spcBef>
                <a:spcPts val="667"/>
              </a:spcBef>
              <a:spcAft>
                <a:spcPts val="0"/>
              </a:spcAft>
              <a:buClr>
                <a:schemeClr val="dk1"/>
              </a:buClr>
              <a:buSzPts val="1920"/>
              <a:buChar char="•"/>
              <a:defRPr sz="2400">
                <a:latin typeface="Calibri"/>
                <a:ea typeface="Calibri"/>
                <a:cs typeface="Calibri"/>
                <a:sym typeface="Calibri"/>
              </a:defRPr>
            </a:lvl2pPr>
            <a:lvl3pPr indent="-336931" lvl="2" marL="1371600" algn="l">
              <a:lnSpc>
                <a:spcPct val="90000"/>
              </a:lnSpc>
              <a:spcBef>
                <a:spcPts val="667"/>
              </a:spcBef>
              <a:spcAft>
                <a:spcPts val="0"/>
              </a:spcAft>
              <a:buClr>
                <a:schemeClr val="dk1"/>
              </a:buClr>
              <a:buSzPts val="1706"/>
              <a:buChar char="•"/>
              <a:defRPr sz="2133">
                <a:latin typeface="Calibri"/>
                <a:ea typeface="Calibri"/>
                <a:cs typeface="Calibri"/>
                <a:sym typeface="Calibri"/>
              </a:defRPr>
            </a:lvl3pPr>
            <a:lvl4pPr indent="-323469" lvl="3" marL="1828800" algn="l">
              <a:lnSpc>
                <a:spcPct val="90000"/>
              </a:lnSpc>
              <a:spcBef>
                <a:spcPts val="667"/>
              </a:spcBef>
              <a:spcAft>
                <a:spcPts val="0"/>
              </a:spcAft>
              <a:buClr>
                <a:schemeClr val="dk1"/>
              </a:buClr>
              <a:buSzPts val="1494"/>
              <a:buChar char="•"/>
              <a:defRPr sz="1867">
                <a:latin typeface="Calibri"/>
                <a:ea typeface="Calibri"/>
                <a:cs typeface="Calibri"/>
                <a:sym typeface="Calibri"/>
              </a:defRPr>
            </a:lvl4pPr>
            <a:lvl5pPr indent="-323469" lvl="4" marL="2286000" algn="l">
              <a:lnSpc>
                <a:spcPct val="90000"/>
              </a:lnSpc>
              <a:spcBef>
                <a:spcPts val="667"/>
              </a:spcBef>
              <a:spcAft>
                <a:spcPts val="0"/>
              </a:spcAft>
              <a:buClr>
                <a:schemeClr val="dk1"/>
              </a:buClr>
              <a:buSzPts val="1494"/>
              <a:buChar char="•"/>
              <a:defRPr sz="1867">
                <a:latin typeface="Calibri"/>
                <a:ea typeface="Calibri"/>
                <a:cs typeface="Calibri"/>
                <a:sym typeface="Calibri"/>
              </a:defRPr>
            </a:lvl5pPr>
            <a:lvl6pPr indent="-342900" lvl="5" marL="2743200" algn="l">
              <a:lnSpc>
                <a:spcPct val="90000"/>
              </a:lnSpc>
              <a:spcBef>
                <a:spcPts val="667"/>
              </a:spcBef>
              <a:spcAft>
                <a:spcPts val="0"/>
              </a:spcAft>
              <a:buClr>
                <a:schemeClr val="dk1"/>
              </a:buClr>
              <a:buSzPts val="1800"/>
              <a:buChar char="•"/>
              <a:defRPr/>
            </a:lvl6pPr>
            <a:lvl7pPr indent="-342900" lvl="6" marL="3200400" algn="l">
              <a:lnSpc>
                <a:spcPct val="90000"/>
              </a:lnSpc>
              <a:spcBef>
                <a:spcPts val="667"/>
              </a:spcBef>
              <a:spcAft>
                <a:spcPts val="0"/>
              </a:spcAft>
              <a:buClr>
                <a:schemeClr val="dk1"/>
              </a:buClr>
              <a:buSzPts val="1800"/>
              <a:buChar char="•"/>
              <a:defRPr/>
            </a:lvl7pPr>
            <a:lvl8pPr indent="-342900" lvl="7" marL="3657600" algn="l">
              <a:lnSpc>
                <a:spcPct val="90000"/>
              </a:lnSpc>
              <a:spcBef>
                <a:spcPts val="667"/>
              </a:spcBef>
              <a:spcAft>
                <a:spcPts val="0"/>
              </a:spcAft>
              <a:buClr>
                <a:schemeClr val="dk1"/>
              </a:buClr>
              <a:buSzPts val="1800"/>
              <a:buChar char="•"/>
              <a:defRPr/>
            </a:lvl8pPr>
            <a:lvl9pPr indent="-342900" lvl="8" marL="4114800" algn="l">
              <a:lnSpc>
                <a:spcPct val="90000"/>
              </a:lnSpc>
              <a:spcBef>
                <a:spcPts val="667"/>
              </a:spcBef>
              <a:spcAft>
                <a:spcPts val="0"/>
              </a:spcAft>
              <a:buClr>
                <a:schemeClr val="dk1"/>
              </a:buClr>
              <a:buSzPts val="18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and Two Content">
  <p:cSld name="Subtitle and Two Content">
    <p:spTree>
      <p:nvGrpSpPr>
        <p:cNvPr id="42" name="Shape 42"/>
        <p:cNvGrpSpPr/>
        <p:nvPr/>
      </p:nvGrpSpPr>
      <p:grpSpPr>
        <a:xfrm>
          <a:off x="0" y="0"/>
          <a:ext cx="0" cy="0"/>
          <a:chOff x="0" y="0"/>
          <a:chExt cx="0" cy="0"/>
        </a:xfrm>
      </p:grpSpPr>
      <p:sp>
        <p:nvSpPr>
          <p:cNvPr id="43" name="Google Shape;43;p9"/>
          <p:cNvSpPr txBox="1"/>
          <p:nvPr>
            <p:ph type="title"/>
          </p:nvPr>
        </p:nvSpPr>
        <p:spPr>
          <a:xfrm>
            <a:off x="501400" y="643909"/>
            <a:ext cx="11175900" cy="6603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9B1D23"/>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9"/>
          <p:cNvSpPr txBox="1"/>
          <p:nvPr>
            <p:ph idx="1" type="body"/>
          </p:nvPr>
        </p:nvSpPr>
        <p:spPr>
          <a:xfrm>
            <a:off x="508401" y="1916384"/>
            <a:ext cx="5486400" cy="4145400"/>
          </a:xfrm>
          <a:prstGeom prst="rect">
            <a:avLst/>
          </a:prstGeom>
          <a:noFill/>
          <a:ln>
            <a:noFill/>
          </a:ln>
        </p:spPr>
        <p:txBody>
          <a:bodyPr anchorCtr="0" anchor="t" bIns="45700" lIns="91425" spcFirstLastPara="1" rIns="91425" wrap="square" tIns="45700">
            <a:normAutofit/>
          </a:bodyPr>
          <a:lstStyle>
            <a:lvl1pPr indent="-364109" lvl="0" marL="457200" algn="l">
              <a:lnSpc>
                <a:spcPct val="90000"/>
              </a:lnSpc>
              <a:spcBef>
                <a:spcPts val="1333"/>
              </a:spcBef>
              <a:spcAft>
                <a:spcPts val="0"/>
              </a:spcAft>
              <a:buClr>
                <a:schemeClr val="dk1"/>
              </a:buClr>
              <a:buSzPts val="2134"/>
              <a:buChar char="•"/>
              <a:defRPr sz="2667">
                <a:latin typeface="Calibri"/>
                <a:ea typeface="Calibri"/>
                <a:cs typeface="Calibri"/>
                <a:sym typeface="Calibri"/>
              </a:defRPr>
            </a:lvl1pPr>
            <a:lvl2pPr indent="-350519" lvl="1" marL="914400" algn="l">
              <a:lnSpc>
                <a:spcPct val="90000"/>
              </a:lnSpc>
              <a:spcBef>
                <a:spcPts val="667"/>
              </a:spcBef>
              <a:spcAft>
                <a:spcPts val="0"/>
              </a:spcAft>
              <a:buClr>
                <a:schemeClr val="dk1"/>
              </a:buClr>
              <a:buSzPts val="1920"/>
              <a:buChar char="•"/>
              <a:defRPr sz="2400">
                <a:latin typeface="Calibri"/>
                <a:ea typeface="Calibri"/>
                <a:cs typeface="Calibri"/>
                <a:sym typeface="Calibri"/>
              </a:defRPr>
            </a:lvl2pPr>
            <a:lvl3pPr indent="-336931" lvl="2" marL="1371600" algn="l">
              <a:lnSpc>
                <a:spcPct val="90000"/>
              </a:lnSpc>
              <a:spcBef>
                <a:spcPts val="667"/>
              </a:spcBef>
              <a:spcAft>
                <a:spcPts val="0"/>
              </a:spcAft>
              <a:buClr>
                <a:schemeClr val="dk1"/>
              </a:buClr>
              <a:buSzPts val="1706"/>
              <a:buChar char="•"/>
              <a:defRPr sz="2133">
                <a:latin typeface="Calibri"/>
                <a:ea typeface="Calibri"/>
                <a:cs typeface="Calibri"/>
                <a:sym typeface="Calibri"/>
              </a:defRPr>
            </a:lvl3pPr>
            <a:lvl4pPr indent="-323469" lvl="3" marL="1828800" algn="l">
              <a:lnSpc>
                <a:spcPct val="90000"/>
              </a:lnSpc>
              <a:spcBef>
                <a:spcPts val="667"/>
              </a:spcBef>
              <a:spcAft>
                <a:spcPts val="0"/>
              </a:spcAft>
              <a:buClr>
                <a:schemeClr val="dk1"/>
              </a:buClr>
              <a:buSzPts val="1494"/>
              <a:buChar char="•"/>
              <a:defRPr sz="1867">
                <a:latin typeface="Calibri"/>
                <a:ea typeface="Calibri"/>
                <a:cs typeface="Calibri"/>
                <a:sym typeface="Calibri"/>
              </a:defRPr>
            </a:lvl4pPr>
            <a:lvl5pPr indent="-323469" lvl="4" marL="2286000" algn="l">
              <a:lnSpc>
                <a:spcPct val="90000"/>
              </a:lnSpc>
              <a:spcBef>
                <a:spcPts val="667"/>
              </a:spcBef>
              <a:spcAft>
                <a:spcPts val="0"/>
              </a:spcAft>
              <a:buClr>
                <a:schemeClr val="dk1"/>
              </a:buClr>
              <a:buSzPts val="1494"/>
              <a:buChar char="•"/>
              <a:defRPr sz="1867">
                <a:latin typeface="Calibri"/>
                <a:ea typeface="Calibri"/>
                <a:cs typeface="Calibri"/>
                <a:sym typeface="Calibri"/>
              </a:defRPr>
            </a:lvl5pPr>
            <a:lvl6pPr indent="-342900" lvl="5" marL="2743200" algn="l">
              <a:lnSpc>
                <a:spcPct val="90000"/>
              </a:lnSpc>
              <a:spcBef>
                <a:spcPts val="667"/>
              </a:spcBef>
              <a:spcAft>
                <a:spcPts val="0"/>
              </a:spcAft>
              <a:buClr>
                <a:schemeClr val="dk1"/>
              </a:buClr>
              <a:buSzPts val="1800"/>
              <a:buChar char="•"/>
              <a:defRPr/>
            </a:lvl6pPr>
            <a:lvl7pPr indent="-342900" lvl="6" marL="3200400" algn="l">
              <a:lnSpc>
                <a:spcPct val="90000"/>
              </a:lnSpc>
              <a:spcBef>
                <a:spcPts val="667"/>
              </a:spcBef>
              <a:spcAft>
                <a:spcPts val="0"/>
              </a:spcAft>
              <a:buClr>
                <a:schemeClr val="dk1"/>
              </a:buClr>
              <a:buSzPts val="1800"/>
              <a:buChar char="•"/>
              <a:defRPr/>
            </a:lvl7pPr>
            <a:lvl8pPr indent="-342900" lvl="7" marL="3657600" algn="l">
              <a:lnSpc>
                <a:spcPct val="90000"/>
              </a:lnSpc>
              <a:spcBef>
                <a:spcPts val="667"/>
              </a:spcBef>
              <a:spcAft>
                <a:spcPts val="0"/>
              </a:spcAft>
              <a:buClr>
                <a:schemeClr val="dk1"/>
              </a:buClr>
              <a:buSzPts val="1800"/>
              <a:buChar char="•"/>
              <a:defRPr/>
            </a:lvl8pPr>
            <a:lvl9pPr indent="-342900" lvl="8" marL="4114800" algn="l">
              <a:lnSpc>
                <a:spcPct val="90000"/>
              </a:lnSpc>
              <a:spcBef>
                <a:spcPts val="667"/>
              </a:spcBef>
              <a:spcAft>
                <a:spcPts val="0"/>
              </a:spcAft>
              <a:buClr>
                <a:schemeClr val="dk1"/>
              </a:buClr>
              <a:buSzPts val="1800"/>
              <a:buChar char="•"/>
              <a:defRPr/>
            </a:lvl9pPr>
          </a:lstStyle>
          <a:p/>
        </p:txBody>
      </p:sp>
      <p:sp>
        <p:nvSpPr>
          <p:cNvPr id="45" name="Google Shape;45;p9"/>
          <p:cNvSpPr txBox="1"/>
          <p:nvPr>
            <p:ph idx="2" type="body"/>
          </p:nvPr>
        </p:nvSpPr>
        <p:spPr>
          <a:xfrm>
            <a:off x="6190365" y="1916384"/>
            <a:ext cx="5486400" cy="4145400"/>
          </a:xfrm>
          <a:prstGeom prst="rect">
            <a:avLst/>
          </a:prstGeom>
          <a:noFill/>
          <a:ln>
            <a:noFill/>
          </a:ln>
        </p:spPr>
        <p:txBody>
          <a:bodyPr anchorCtr="0" anchor="t" bIns="45700" lIns="91425" spcFirstLastPara="1" rIns="91425" wrap="square" tIns="45700">
            <a:normAutofit/>
          </a:bodyPr>
          <a:lstStyle>
            <a:lvl1pPr indent="-364109" lvl="0" marL="457200" algn="l">
              <a:lnSpc>
                <a:spcPct val="90000"/>
              </a:lnSpc>
              <a:spcBef>
                <a:spcPts val="1333"/>
              </a:spcBef>
              <a:spcAft>
                <a:spcPts val="0"/>
              </a:spcAft>
              <a:buClr>
                <a:schemeClr val="dk1"/>
              </a:buClr>
              <a:buSzPts val="2134"/>
              <a:buChar char="•"/>
              <a:defRPr sz="2667">
                <a:latin typeface="Calibri"/>
                <a:ea typeface="Calibri"/>
                <a:cs typeface="Calibri"/>
                <a:sym typeface="Calibri"/>
              </a:defRPr>
            </a:lvl1pPr>
            <a:lvl2pPr indent="-350519" lvl="1" marL="914400" algn="l">
              <a:lnSpc>
                <a:spcPct val="90000"/>
              </a:lnSpc>
              <a:spcBef>
                <a:spcPts val="667"/>
              </a:spcBef>
              <a:spcAft>
                <a:spcPts val="0"/>
              </a:spcAft>
              <a:buClr>
                <a:schemeClr val="dk1"/>
              </a:buClr>
              <a:buSzPts val="1920"/>
              <a:buChar char="•"/>
              <a:defRPr sz="2400">
                <a:latin typeface="Calibri"/>
                <a:ea typeface="Calibri"/>
                <a:cs typeface="Calibri"/>
                <a:sym typeface="Calibri"/>
              </a:defRPr>
            </a:lvl2pPr>
            <a:lvl3pPr indent="-336931" lvl="2" marL="1371600" algn="l">
              <a:lnSpc>
                <a:spcPct val="90000"/>
              </a:lnSpc>
              <a:spcBef>
                <a:spcPts val="667"/>
              </a:spcBef>
              <a:spcAft>
                <a:spcPts val="0"/>
              </a:spcAft>
              <a:buClr>
                <a:schemeClr val="dk1"/>
              </a:buClr>
              <a:buSzPts val="1706"/>
              <a:buChar char="•"/>
              <a:defRPr sz="2133">
                <a:latin typeface="Calibri"/>
                <a:ea typeface="Calibri"/>
                <a:cs typeface="Calibri"/>
                <a:sym typeface="Calibri"/>
              </a:defRPr>
            </a:lvl3pPr>
            <a:lvl4pPr indent="-323469" lvl="3" marL="1828800" algn="l">
              <a:lnSpc>
                <a:spcPct val="90000"/>
              </a:lnSpc>
              <a:spcBef>
                <a:spcPts val="667"/>
              </a:spcBef>
              <a:spcAft>
                <a:spcPts val="0"/>
              </a:spcAft>
              <a:buClr>
                <a:schemeClr val="dk1"/>
              </a:buClr>
              <a:buSzPts val="1494"/>
              <a:buChar char="•"/>
              <a:defRPr sz="1867">
                <a:latin typeface="Calibri"/>
                <a:ea typeface="Calibri"/>
                <a:cs typeface="Calibri"/>
                <a:sym typeface="Calibri"/>
              </a:defRPr>
            </a:lvl4pPr>
            <a:lvl5pPr indent="-323469" lvl="4" marL="2286000" algn="l">
              <a:lnSpc>
                <a:spcPct val="90000"/>
              </a:lnSpc>
              <a:spcBef>
                <a:spcPts val="667"/>
              </a:spcBef>
              <a:spcAft>
                <a:spcPts val="0"/>
              </a:spcAft>
              <a:buClr>
                <a:schemeClr val="dk1"/>
              </a:buClr>
              <a:buSzPts val="1494"/>
              <a:buChar char="•"/>
              <a:defRPr sz="1867">
                <a:latin typeface="Calibri"/>
                <a:ea typeface="Calibri"/>
                <a:cs typeface="Calibri"/>
                <a:sym typeface="Calibri"/>
              </a:defRPr>
            </a:lvl5pPr>
            <a:lvl6pPr indent="-342900" lvl="5" marL="2743200" algn="l">
              <a:lnSpc>
                <a:spcPct val="90000"/>
              </a:lnSpc>
              <a:spcBef>
                <a:spcPts val="667"/>
              </a:spcBef>
              <a:spcAft>
                <a:spcPts val="0"/>
              </a:spcAft>
              <a:buClr>
                <a:schemeClr val="dk1"/>
              </a:buClr>
              <a:buSzPts val="1800"/>
              <a:buChar char="•"/>
              <a:defRPr/>
            </a:lvl6pPr>
            <a:lvl7pPr indent="-342900" lvl="6" marL="3200400" algn="l">
              <a:lnSpc>
                <a:spcPct val="90000"/>
              </a:lnSpc>
              <a:spcBef>
                <a:spcPts val="667"/>
              </a:spcBef>
              <a:spcAft>
                <a:spcPts val="0"/>
              </a:spcAft>
              <a:buClr>
                <a:schemeClr val="dk1"/>
              </a:buClr>
              <a:buSzPts val="1800"/>
              <a:buChar char="•"/>
              <a:defRPr/>
            </a:lvl7pPr>
            <a:lvl8pPr indent="-342900" lvl="7" marL="3657600" algn="l">
              <a:lnSpc>
                <a:spcPct val="90000"/>
              </a:lnSpc>
              <a:spcBef>
                <a:spcPts val="667"/>
              </a:spcBef>
              <a:spcAft>
                <a:spcPts val="0"/>
              </a:spcAft>
              <a:buClr>
                <a:schemeClr val="dk1"/>
              </a:buClr>
              <a:buSzPts val="1800"/>
              <a:buChar char="•"/>
              <a:defRPr/>
            </a:lvl8pPr>
            <a:lvl9pPr indent="-342900" lvl="8" marL="4114800" algn="l">
              <a:lnSpc>
                <a:spcPct val="90000"/>
              </a:lnSpc>
              <a:spcBef>
                <a:spcPts val="667"/>
              </a:spcBef>
              <a:spcAft>
                <a:spcPts val="0"/>
              </a:spcAft>
              <a:buClr>
                <a:schemeClr val="dk1"/>
              </a:buClr>
              <a:buSzPts val="1800"/>
              <a:buChar char="•"/>
              <a:defRPr/>
            </a:lvl9pPr>
          </a:lstStyle>
          <a:p/>
        </p:txBody>
      </p:sp>
      <p:sp>
        <p:nvSpPr>
          <p:cNvPr id="46" name="Google Shape;46;p9"/>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
        <p:nvSpPr>
          <p:cNvPr id="47" name="Google Shape;47;p9"/>
          <p:cNvSpPr txBox="1"/>
          <p:nvPr>
            <p:ph idx="3" type="body"/>
          </p:nvPr>
        </p:nvSpPr>
        <p:spPr>
          <a:xfrm flipH="1">
            <a:off x="498731" y="1315720"/>
            <a:ext cx="11180100" cy="4878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333"/>
              </a:spcBef>
              <a:spcAft>
                <a:spcPts val="0"/>
              </a:spcAft>
              <a:buClr>
                <a:schemeClr val="dk1"/>
              </a:buClr>
              <a:buSzPts val="2134"/>
              <a:buFont typeface="Calibri"/>
              <a:buNone/>
              <a:defRPr i="1" sz="2667"/>
            </a:lvl1pPr>
            <a:lvl2pPr indent="-228600" lvl="1" marL="914400" algn="l">
              <a:lnSpc>
                <a:spcPct val="90000"/>
              </a:lnSpc>
              <a:spcBef>
                <a:spcPts val="667"/>
              </a:spcBef>
              <a:spcAft>
                <a:spcPts val="0"/>
              </a:spcAft>
              <a:buClr>
                <a:schemeClr val="dk1"/>
              </a:buClr>
              <a:buSzPts val="2134"/>
              <a:buFont typeface="Calibri"/>
              <a:buNone/>
              <a:defRPr/>
            </a:lvl2pPr>
            <a:lvl3pPr indent="-228600" lvl="2" marL="1371600" algn="l">
              <a:lnSpc>
                <a:spcPct val="90000"/>
              </a:lnSpc>
              <a:spcBef>
                <a:spcPts val="667"/>
              </a:spcBef>
              <a:spcAft>
                <a:spcPts val="0"/>
              </a:spcAft>
              <a:buClr>
                <a:schemeClr val="dk1"/>
              </a:buClr>
              <a:buSzPts val="1920"/>
              <a:buFont typeface="Calibri"/>
              <a:buNone/>
              <a:defRPr/>
            </a:lvl3pPr>
            <a:lvl4pPr indent="-228600" lvl="3" marL="1828800" algn="l">
              <a:lnSpc>
                <a:spcPct val="90000"/>
              </a:lnSpc>
              <a:spcBef>
                <a:spcPts val="667"/>
              </a:spcBef>
              <a:spcAft>
                <a:spcPts val="0"/>
              </a:spcAft>
              <a:buClr>
                <a:schemeClr val="dk1"/>
              </a:buClr>
              <a:buSzPts val="1706"/>
              <a:buFont typeface="Calibri"/>
              <a:buNone/>
              <a:defRPr/>
            </a:lvl4pPr>
            <a:lvl5pPr indent="-228600" lvl="4" marL="2286000" algn="l">
              <a:lnSpc>
                <a:spcPct val="90000"/>
              </a:lnSpc>
              <a:spcBef>
                <a:spcPts val="667"/>
              </a:spcBef>
              <a:spcAft>
                <a:spcPts val="0"/>
              </a:spcAft>
              <a:buClr>
                <a:schemeClr val="dk1"/>
              </a:buClr>
              <a:buSzPts val="1706"/>
              <a:buFont typeface="Calibri"/>
              <a:buNone/>
              <a:defRPr/>
            </a:lvl5pPr>
            <a:lvl6pPr indent="-342900" lvl="5" marL="2743200" algn="l">
              <a:lnSpc>
                <a:spcPct val="90000"/>
              </a:lnSpc>
              <a:spcBef>
                <a:spcPts val="667"/>
              </a:spcBef>
              <a:spcAft>
                <a:spcPts val="0"/>
              </a:spcAft>
              <a:buClr>
                <a:schemeClr val="dk1"/>
              </a:buClr>
              <a:buSzPts val="1800"/>
              <a:buChar char="•"/>
              <a:defRPr/>
            </a:lvl6pPr>
            <a:lvl7pPr indent="-342900" lvl="6" marL="3200400" algn="l">
              <a:lnSpc>
                <a:spcPct val="90000"/>
              </a:lnSpc>
              <a:spcBef>
                <a:spcPts val="667"/>
              </a:spcBef>
              <a:spcAft>
                <a:spcPts val="0"/>
              </a:spcAft>
              <a:buClr>
                <a:schemeClr val="dk1"/>
              </a:buClr>
              <a:buSzPts val="1800"/>
              <a:buChar char="•"/>
              <a:defRPr/>
            </a:lvl7pPr>
            <a:lvl8pPr indent="-342900" lvl="7" marL="3657600" algn="l">
              <a:lnSpc>
                <a:spcPct val="90000"/>
              </a:lnSpc>
              <a:spcBef>
                <a:spcPts val="667"/>
              </a:spcBef>
              <a:spcAft>
                <a:spcPts val="0"/>
              </a:spcAft>
              <a:buClr>
                <a:schemeClr val="dk1"/>
              </a:buClr>
              <a:buSzPts val="1800"/>
              <a:buChar char="•"/>
              <a:defRPr/>
            </a:lvl8pPr>
            <a:lvl9pPr indent="-342900" lvl="8" marL="4114800" algn="l">
              <a:lnSpc>
                <a:spcPct val="90000"/>
              </a:lnSpc>
              <a:spcBef>
                <a:spcPts val="667"/>
              </a:spcBef>
              <a:spcAft>
                <a:spcPts val="0"/>
              </a:spcAft>
              <a:buClr>
                <a:schemeClr val="dk1"/>
              </a:buClr>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48" name="Shape 48"/>
        <p:cNvGrpSpPr/>
        <p:nvPr/>
      </p:nvGrpSpPr>
      <p:grpSpPr>
        <a:xfrm>
          <a:off x="0" y="0"/>
          <a:ext cx="0" cy="0"/>
          <a:chOff x="0" y="0"/>
          <a:chExt cx="0" cy="0"/>
        </a:xfrm>
      </p:grpSpPr>
      <p:sp>
        <p:nvSpPr>
          <p:cNvPr id="49" name="Google Shape;49;p10"/>
          <p:cNvSpPr txBox="1"/>
          <p:nvPr>
            <p:ph idx="1" type="body"/>
          </p:nvPr>
        </p:nvSpPr>
        <p:spPr>
          <a:xfrm>
            <a:off x="508000" y="1397000"/>
            <a:ext cx="5486400" cy="6096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333"/>
              </a:spcBef>
              <a:spcAft>
                <a:spcPts val="0"/>
              </a:spcAft>
              <a:buClr>
                <a:schemeClr val="dk1"/>
              </a:buClr>
              <a:buSzPts val="2560"/>
              <a:buNone/>
              <a:defRPr b="1" sz="3200">
                <a:latin typeface="Calibri"/>
                <a:ea typeface="Calibri"/>
                <a:cs typeface="Calibri"/>
                <a:sym typeface="Calibri"/>
              </a:defRPr>
            </a:lvl1pPr>
            <a:lvl2pPr indent="-228600" lvl="1" marL="914400" algn="l">
              <a:lnSpc>
                <a:spcPct val="90000"/>
              </a:lnSpc>
              <a:spcBef>
                <a:spcPts val="667"/>
              </a:spcBef>
              <a:spcAft>
                <a:spcPts val="0"/>
              </a:spcAft>
              <a:buClr>
                <a:schemeClr val="dk1"/>
              </a:buClr>
              <a:buSzPts val="2134"/>
              <a:buNone/>
              <a:defRPr b="1" sz="2667"/>
            </a:lvl2pPr>
            <a:lvl3pPr indent="-228600" lvl="2" marL="1371600" algn="l">
              <a:lnSpc>
                <a:spcPct val="90000"/>
              </a:lnSpc>
              <a:spcBef>
                <a:spcPts val="667"/>
              </a:spcBef>
              <a:spcAft>
                <a:spcPts val="0"/>
              </a:spcAft>
              <a:buClr>
                <a:schemeClr val="dk1"/>
              </a:buClr>
              <a:buSzPts val="1920"/>
              <a:buNone/>
              <a:defRPr b="1" sz="2400"/>
            </a:lvl3pPr>
            <a:lvl4pPr indent="-228600" lvl="3" marL="1828800" algn="l">
              <a:lnSpc>
                <a:spcPct val="90000"/>
              </a:lnSpc>
              <a:spcBef>
                <a:spcPts val="667"/>
              </a:spcBef>
              <a:spcAft>
                <a:spcPts val="0"/>
              </a:spcAft>
              <a:buClr>
                <a:schemeClr val="dk1"/>
              </a:buClr>
              <a:buSzPts val="1706"/>
              <a:buNone/>
              <a:defRPr b="1" sz="2133"/>
            </a:lvl4pPr>
            <a:lvl5pPr indent="-228600" lvl="4" marL="2286000" algn="l">
              <a:lnSpc>
                <a:spcPct val="90000"/>
              </a:lnSpc>
              <a:spcBef>
                <a:spcPts val="667"/>
              </a:spcBef>
              <a:spcAft>
                <a:spcPts val="0"/>
              </a:spcAft>
              <a:buClr>
                <a:schemeClr val="dk1"/>
              </a:buClr>
              <a:buSzPts val="1706"/>
              <a:buNone/>
              <a:defRPr b="1" sz="2133"/>
            </a:lvl5pPr>
            <a:lvl6pPr indent="-228600" lvl="5" marL="2743200" algn="l">
              <a:lnSpc>
                <a:spcPct val="90000"/>
              </a:lnSpc>
              <a:spcBef>
                <a:spcPts val="667"/>
              </a:spcBef>
              <a:spcAft>
                <a:spcPts val="0"/>
              </a:spcAft>
              <a:buClr>
                <a:schemeClr val="dk1"/>
              </a:buClr>
              <a:buSzPts val="2133"/>
              <a:buNone/>
              <a:defRPr b="1" sz="2133"/>
            </a:lvl6pPr>
            <a:lvl7pPr indent="-228600" lvl="6" marL="3200400" algn="l">
              <a:lnSpc>
                <a:spcPct val="90000"/>
              </a:lnSpc>
              <a:spcBef>
                <a:spcPts val="667"/>
              </a:spcBef>
              <a:spcAft>
                <a:spcPts val="0"/>
              </a:spcAft>
              <a:buClr>
                <a:schemeClr val="dk1"/>
              </a:buClr>
              <a:buSzPts val="2133"/>
              <a:buNone/>
              <a:defRPr b="1" sz="2133"/>
            </a:lvl7pPr>
            <a:lvl8pPr indent="-228600" lvl="7" marL="3657600" algn="l">
              <a:lnSpc>
                <a:spcPct val="90000"/>
              </a:lnSpc>
              <a:spcBef>
                <a:spcPts val="667"/>
              </a:spcBef>
              <a:spcAft>
                <a:spcPts val="0"/>
              </a:spcAft>
              <a:buClr>
                <a:schemeClr val="dk1"/>
              </a:buClr>
              <a:buSzPts val="2133"/>
              <a:buNone/>
              <a:defRPr b="1" sz="2133"/>
            </a:lvl8pPr>
            <a:lvl9pPr indent="-228600" lvl="8" marL="4114800" algn="l">
              <a:lnSpc>
                <a:spcPct val="90000"/>
              </a:lnSpc>
              <a:spcBef>
                <a:spcPts val="667"/>
              </a:spcBef>
              <a:spcAft>
                <a:spcPts val="0"/>
              </a:spcAft>
              <a:buClr>
                <a:schemeClr val="dk1"/>
              </a:buClr>
              <a:buSzPts val="2133"/>
              <a:buNone/>
              <a:defRPr b="1" sz="2133"/>
            </a:lvl9pPr>
          </a:lstStyle>
          <a:p/>
        </p:txBody>
      </p:sp>
      <p:sp>
        <p:nvSpPr>
          <p:cNvPr id="50" name="Google Shape;50;p10"/>
          <p:cNvSpPr txBox="1"/>
          <p:nvPr>
            <p:ph idx="2" type="body"/>
          </p:nvPr>
        </p:nvSpPr>
        <p:spPr>
          <a:xfrm>
            <a:off x="515816" y="2216140"/>
            <a:ext cx="5486400" cy="3779400"/>
          </a:xfrm>
          <a:prstGeom prst="rect">
            <a:avLst/>
          </a:prstGeom>
          <a:noFill/>
          <a:ln>
            <a:noFill/>
          </a:ln>
        </p:spPr>
        <p:txBody>
          <a:bodyPr anchorCtr="0" anchor="t" bIns="45700" lIns="91425" spcFirstLastPara="1" rIns="91425" wrap="square" tIns="45700">
            <a:normAutofit/>
          </a:bodyPr>
          <a:lstStyle>
            <a:lvl1pPr indent="-364109" lvl="0" marL="457200" algn="l">
              <a:lnSpc>
                <a:spcPct val="90000"/>
              </a:lnSpc>
              <a:spcBef>
                <a:spcPts val="1333"/>
              </a:spcBef>
              <a:spcAft>
                <a:spcPts val="0"/>
              </a:spcAft>
              <a:buClr>
                <a:schemeClr val="dk1"/>
              </a:buClr>
              <a:buSzPts val="2134"/>
              <a:buChar char="•"/>
              <a:defRPr sz="2667">
                <a:latin typeface="Calibri"/>
                <a:ea typeface="Calibri"/>
                <a:cs typeface="Calibri"/>
                <a:sym typeface="Calibri"/>
              </a:defRPr>
            </a:lvl1pPr>
            <a:lvl2pPr indent="-350519" lvl="1" marL="914400" algn="l">
              <a:lnSpc>
                <a:spcPct val="90000"/>
              </a:lnSpc>
              <a:spcBef>
                <a:spcPts val="667"/>
              </a:spcBef>
              <a:spcAft>
                <a:spcPts val="0"/>
              </a:spcAft>
              <a:buClr>
                <a:schemeClr val="dk1"/>
              </a:buClr>
              <a:buSzPts val="1920"/>
              <a:buChar char="•"/>
              <a:defRPr sz="2400">
                <a:latin typeface="Calibri"/>
                <a:ea typeface="Calibri"/>
                <a:cs typeface="Calibri"/>
                <a:sym typeface="Calibri"/>
              </a:defRPr>
            </a:lvl2pPr>
            <a:lvl3pPr indent="-336931" lvl="2" marL="1371600" algn="l">
              <a:lnSpc>
                <a:spcPct val="90000"/>
              </a:lnSpc>
              <a:spcBef>
                <a:spcPts val="667"/>
              </a:spcBef>
              <a:spcAft>
                <a:spcPts val="0"/>
              </a:spcAft>
              <a:buClr>
                <a:schemeClr val="dk1"/>
              </a:buClr>
              <a:buSzPts val="1706"/>
              <a:buChar char="•"/>
              <a:defRPr sz="2133">
                <a:latin typeface="Calibri"/>
                <a:ea typeface="Calibri"/>
                <a:cs typeface="Calibri"/>
                <a:sym typeface="Calibri"/>
              </a:defRPr>
            </a:lvl3pPr>
            <a:lvl4pPr indent="-323469" lvl="3" marL="1828800" algn="l">
              <a:lnSpc>
                <a:spcPct val="90000"/>
              </a:lnSpc>
              <a:spcBef>
                <a:spcPts val="667"/>
              </a:spcBef>
              <a:spcAft>
                <a:spcPts val="0"/>
              </a:spcAft>
              <a:buClr>
                <a:schemeClr val="dk1"/>
              </a:buClr>
              <a:buSzPts val="1494"/>
              <a:buChar char="•"/>
              <a:defRPr sz="1867">
                <a:latin typeface="Calibri"/>
                <a:ea typeface="Calibri"/>
                <a:cs typeface="Calibri"/>
                <a:sym typeface="Calibri"/>
              </a:defRPr>
            </a:lvl4pPr>
            <a:lvl5pPr indent="-323469" lvl="4" marL="2286000" algn="l">
              <a:lnSpc>
                <a:spcPct val="90000"/>
              </a:lnSpc>
              <a:spcBef>
                <a:spcPts val="667"/>
              </a:spcBef>
              <a:spcAft>
                <a:spcPts val="0"/>
              </a:spcAft>
              <a:buClr>
                <a:schemeClr val="dk1"/>
              </a:buClr>
              <a:buSzPts val="1494"/>
              <a:buChar char="•"/>
              <a:defRPr sz="1867">
                <a:latin typeface="Calibri"/>
                <a:ea typeface="Calibri"/>
                <a:cs typeface="Calibri"/>
                <a:sym typeface="Calibri"/>
              </a:defRPr>
            </a:lvl5pPr>
            <a:lvl6pPr indent="-342900" lvl="5" marL="2743200" algn="l">
              <a:lnSpc>
                <a:spcPct val="90000"/>
              </a:lnSpc>
              <a:spcBef>
                <a:spcPts val="667"/>
              </a:spcBef>
              <a:spcAft>
                <a:spcPts val="0"/>
              </a:spcAft>
              <a:buClr>
                <a:schemeClr val="dk1"/>
              </a:buClr>
              <a:buSzPts val="1800"/>
              <a:buChar char="•"/>
              <a:defRPr/>
            </a:lvl6pPr>
            <a:lvl7pPr indent="-342900" lvl="6" marL="3200400" algn="l">
              <a:lnSpc>
                <a:spcPct val="90000"/>
              </a:lnSpc>
              <a:spcBef>
                <a:spcPts val="667"/>
              </a:spcBef>
              <a:spcAft>
                <a:spcPts val="0"/>
              </a:spcAft>
              <a:buClr>
                <a:schemeClr val="dk1"/>
              </a:buClr>
              <a:buSzPts val="1800"/>
              <a:buChar char="•"/>
              <a:defRPr/>
            </a:lvl7pPr>
            <a:lvl8pPr indent="-342900" lvl="7" marL="3657600" algn="l">
              <a:lnSpc>
                <a:spcPct val="90000"/>
              </a:lnSpc>
              <a:spcBef>
                <a:spcPts val="667"/>
              </a:spcBef>
              <a:spcAft>
                <a:spcPts val="0"/>
              </a:spcAft>
              <a:buClr>
                <a:schemeClr val="dk1"/>
              </a:buClr>
              <a:buSzPts val="1800"/>
              <a:buChar char="•"/>
              <a:defRPr/>
            </a:lvl8pPr>
            <a:lvl9pPr indent="-342900" lvl="8" marL="4114800" algn="l">
              <a:lnSpc>
                <a:spcPct val="90000"/>
              </a:lnSpc>
              <a:spcBef>
                <a:spcPts val="667"/>
              </a:spcBef>
              <a:spcAft>
                <a:spcPts val="0"/>
              </a:spcAft>
              <a:buClr>
                <a:schemeClr val="dk1"/>
              </a:buClr>
              <a:buSzPts val="1800"/>
              <a:buChar char="•"/>
              <a:defRPr/>
            </a:lvl9pPr>
          </a:lstStyle>
          <a:p/>
        </p:txBody>
      </p:sp>
      <p:sp>
        <p:nvSpPr>
          <p:cNvPr id="51" name="Google Shape;51;p10"/>
          <p:cNvSpPr txBox="1"/>
          <p:nvPr>
            <p:ph idx="3" type="body"/>
          </p:nvPr>
        </p:nvSpPr>
        <p:spPr>
          <a:xfrm>
            <a:off x="6184924" y="1397000"/>
            <a:ext cx="5486400" cy="6096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333"/>
              </a:spcBef>
              <a:spcAft>
                <a:spcPts val="0"/>
              </a:spcAft>
              <a:buClr>
                <a:schemeClr val="dk1"/>
              </a:buClr>
              <a:buSzPts val="2560"/>
              <a:buNone/>
              <a:defRPr b="1" sz="3200">
                <a:latin typeface="Calibri"/>
                <a:ea typeface="Calibri"/>
                <a:cs typeface="Calibri"/>
                <a:sym typeface="Calibri"/>
              </a:defRPr>
            </a:lvl1pPr>
            <a:lvl2pPr indent="-228600" lvl="1" marL="914400" algn="l">
              <a:lnSpc>
                <a:spcPct val="90000"/>
              </a:lnSpc>
              <a:spcBef>
                <a:spcPts val="667"/>
              </a:spcBef>
              <a:spcAft>
                <a:spcPts val="0"/>
              </a:spcAft>
              <a:buClr>
                <a:schemeClr val="dk1"/>
              </a:buClr>
              <a:buSzPts val="2134"/>
              <a:buNone/>
              <a:defRPr b="1" sz="2667"/>
            </a:lvl2pPr>
            <a:lvl3pPr indent="-228600" lvl="2" marL="1371600" algn="l">
              <a:lnSpc>
                <a:spcPct val="90000"/>
              </a:lnSpc>
              <a:spcBef>
                <a:spcPts val="667"/>
              </a:spcBef>
              <a:spcAft>
                <a:spcPts val="0"/>
              </a:spcAft>
              <a:buClr>
                <a:schemeClr val="dk1"/>
              </a:buClr>
              <a:buSzPts val="1920"/>
              <a:buNone/>
              <a:defRPr b="1" sz="2400"/>
            </a:lvl3pPr>
            <a:lvl4pPr indent="-228600" lvl="3" marL="1828800" algn="l">
              <a:lnSpc>
                <a:spcPct val="90000"/>
              </a:lnSpc>
              <a:spcBef>
                <a:spcPts val="667"/>
              </a:spcBef>
              <a:spcAft>
                <a:spcPts val="0"/>
              </a:spcAft>
              <a:buClr>
                <a:schemeClr val="dk1"/>
              </a:buClr>
              <a:buSzPts val="1706"/>
              <a:buNone/>
              <a:defRPr b="1" sz="2133"/>
            </a:lvl4pPr>
            <a:lvl5pPr indent="-228600" lvl="4" marL="2286000" algn="l">
              <a:lnSpc>
                <a:spcPct val="90000"/>
              </a:lnSpc>
              <a:spcBef>
                <a:spcPts val="667"/>
              </a:spcBef>
              <a:spcAft>
                <a:spcPts val="0"/>
              </a:spcAft>
              <a:buClr>
                <a:schemeClr val="dk1"/>
              </a:buClr>
              <a:buSzPts val="1706"/>
              <a:buNone/>
              <a:defRPr b="1" sz="2133"/>
            </a:lvl5pPr>
            <a:lvl6pPr indent="-228600" lvl="5" marL="2743200" algn="l">
              <a:lnSpc>
                <a:spcPct val="90000"/>
              </a:lnSpc>
              <a:spcBef>
                <a:spcPts val="667"/>
              </a:spcBef>
              <a:spcAft>
                <a:spcPts val="0"/>
              </a:spcAft>
              <a:buClr>
                <a:schemeClr val="dk1"/>
              </a:buClr>
              <a:buSzPts val="2133"/>
              <a:buNone/>
              <a:defRPr b="1" sz="2133"/>
            </a:lvl6pPr>
            <a:lvl7pPr indent="-228600" lvl="6" marL="3200400" algn="l">
              <a:lnSpc>
                <a:spcPct val="90000"/>
              </a:lnSpc>
              <a:spcBef>
                <a:spcPts val="667"/>
              </a:spcBef>
              <a:spcAft>
                <a:spcPts val="0"/>
              </a:spcAft>
              <a:buClr>
                <a:schemeClr val="dk1"/>
              </a:buClr>
              <a:buSzPts val="2133"/>
              <a:buNone/>
              <a:defRPr b="1" sz="2133"/>
            </a:lvl7pPr>
            <a:lvl8pPr indent="-228600" lvl="7" marL="3657600" algn="l">
              <a:lnSpc>
                <a:spcPct val="90000"/>
              </a:lnSpc>
              <a:spcBef>
                <a:spcPts val="667"/>
              </a:spcBef>
              <a:spcAft>
                <a:spcPts val="0"/>
              </a:spcAft>
              <a:buClr>
                <a:schemeClr val="dk1"/>
              </a:buClr>
              <a:buSzPts val="2133"/>
              <a:buNone/>
              <a:defRPr b="1" sz="2133"/>
            </a:lvl8pPr>
            <a:lvl9pPr indent="-228600" lvl="8" marL="4114800" algn="l">
              <a:lnSpc>
                <a:spcPct val="90000"/>
              </a:lnSpc>
              <a:spcBef>
                <a:spcPts val="667"/>
              </a:spcBef>
              <a:spcAft>
                <a:spcPts val="0"/>
              </a:spcAft>
              <a:buClr>
                <a:schemeClr val="dk1"/>
              </a:buClr>
              <a:buSzPts val="2133"/>
              <a:buNone/>
              <a:defRPr b="1" sz="2133"/>
            </a:lvl9pPr>
          </a:lstStyle>
          <a:p/>
        </p:txBody>
      </p:sp>
      <p:sp>
        <p:nvSpPr>
          <p:cNvPr id="52" name="Google Shape;52;p10"/>
          <p:cNvSpPr txBox="1"/>
          <p:nvPr>
            <p:ph idx="4" type="body"/>
          </p:nvPr>
        </p:nvSpPr>
        <p:spPr>
          <a:xfrm>
            <a:off x="6192740" y="2216140"/>
            <a:ext cx="5486400" cy="3779400"/>
          </a:xfrm>
          <a:prstGeom prst="rect">
            <a:avLst/>
          </a:prstGeom>
          <a:noFill/>
          <a:ln>
            <a:noFill/>
          </a:ln>
        </p:spPr>
        <p:txBody>
          <a:bodyPr anchorCtr="0" anchor="t" bIns="45700" lIns="91425" spcFirstLastPara="1" rIns="91425" wrap="square" tIns="45700">
            <a:normAutofit/>
          </a:bodyPr>
          <a:lstStyle>
            <a:lvl1pPr indent="-364109" lvl="0" marL="457200" algn="l">
              <a:lnSpc>
                <a:spcPct val="90000"/>
              </a:lnSpc>
              <a:spcBef>
                <a:spcPts val="1333"/>
              </a:spcBef>
              <a:spcAft>
                <a:spcPts val="0"/>
              </a:spcAft>
              <a:buClr>
                <a:schemeClr val="dk1"/>
              </a:buClr>
              <a:buSzPts val="2134"/>
              <a:buChar char="•"/>
              <a:defRPr sz="2667">
                <a:latin typeface="Calibri"/>
                <a:ea typeface="Calibri"/>
                <a:cs typeface="Calibri"/>
                <a:sym typeface="Calibri"/>
              </a:defRPr>
            </a:lvl1pPr>
            <a:lvl2pPr indent="-350519" lvl="1" marL="914400" algn="l">
              <a:lnSpc>
                <a:spcPct val="90000"/>
              </a:lnSpc>
              <a:spcBef>
                <a:spcPts val="667"/>
              </a:spcBef>
              <a:spcAft>
                <a:spcPts val="0"/>
              </a:spcAft>
              <a:buClr>
                <a:schemeClr val="dk1"/>
              </a:buClr>
              <a:buSzPts val="1920"/>
              <a:buChar char="•"/>
              <a:defRPr sz="2400">
                <a:latin typeface="Calibri"/>
                <a:ea typeface="Calibri"/>
                <a:cs typeface="Calibri"/>
                <a:sym typeface="Calibri"/>
              </a:defRPr>
            </a:lvl2pPr>
            <a:lvl3pPr indent="-336931" lvl="2" marL="1371600" algn="l">
              <a:lnSpc>
                <a:spcPct val="90000"/>
              </a:lnSpc>
              <a:spcBef>
                <a:spcPts val="667"/>
              </a:spcBef>
              <a:spcAft>
                <a:spcPts val="0"/>
              </a:spcAft>
              <a:buClr>
                <a:schemeClr val="dk1"/>
              </a:buClr>
              <a:buSzPts val="1706"/>
              <a:buChar char="•"/>
              <a:defRPr sz="2133">
                <a:latin typeface="Calibri"/>
                <a:ea typeface="Calibri"/>
                <a:cs typeface="Calibri"/>
                <a:sym typeface="Calibri"/>
              </a:defRPr>
            </a:lvl3pPr>
            <a:lvl4pPr indent="-323469" lvl="3" marL="1828800" algn="l">
              <a:lnSpc>
                <a:spcPct val="90000"/>
              </a:lnSpc>
              <a:spcBef>
                <a:spcPts val="667"/>
              </a:spcBef>
              <a:spcAft>
                <a:spcPts val="0"/>
              </a:spcAft>
              <a:buClr>
                <a:schemeClr val="dk1"/>
              </a:buClr>
              <a:buSzPts val="1494"/>
              <a:buChar char="•"/>
              <a:defRPr sz="1867">
                <a:latin typeface="Calibri"/>
                <a:ea typeface="Calibri"/>
                <a:cs typeface="Calibri"/>
                <a:sym typeface="Calibri"/>
              </a:defRPr>
            </a:lvl4pPr>
            <a:lvl5pPr indent="-323469" lvl="4" marL="2286000" algn="l">
              <a:lnSpc>
                <a:spcPct val="90000"/>
              </a:lnSpc>
              <a:spcBef>
                <a:spcPts val="667"/>
              </a:spcBef>
              <a:spcAft>
                <a:spcPts val="0"/>
              </a:spcAft>
              <a:buClr>
                <a:schemeClr val="dk1"/>
              </a:buClr>
              <a:buSzPts val="1494"/>
              <a:buChar char="•"/>
              <a:defRPr sz="1867">
                <a:latin typeface="Calibri"/>
                <a:ea typeface="Calibri"/>
                <a:cs typeface="Calibri"/>
                <a:sym typeface="Calibri"/>
              </a:defRPr>
            </a:lvl5pPr>
            <a:lvl6pPr indent="-342900" lvl="5" marL="2743200" algn="l">
              <a:lnSpc>
                <a:spcPct val="90000"/>
              </a:lnSpc>
              <a:spcBef>
                <a:spcPts val="667"/>
              </a:spcBef>
              <a:spcAft>
                <a:spcPts val="0"/>
              </a:spcAft>
              <a:buClr>
                <a:schemeClr val="dk1"/>
              </a:buClr>
              <a:buSzPts val="1800"/>
              <a:buChar char="•"/>
              <a:defRPr/>
            </a:lvl6pPr>
            <a:lvl7pPr indent="-342900" lvl="6" marL="3200400" algn="l">
              <a:lnSpc>
                <a:spcPct val="90000"/>
              </a:lnSpc>
              <a:spcBef>
                <a:spcPts val="667"/>
              </a:spcBef>
              <a:spcAft>
                <a:spcPts val="0"/>
              </a:spcAft>
              <a:buClr>
                <a:schemeClr val="dk1"/>
              </a:buClr>
              <a:buSzPts val="1800"/>
              <a:buChar char="•"/>
              <a:defRPr/>
            </a:lvl7pPr>
            <a:lvl8pPr indent="-342900" lvl="7" marL="3657600" algn="l">
              <a:lnSpc>
                <a:spcPct val="90000"/>
              </a:lnSpc>
              <a:spcBef>
                <a:spcPts val="667"/>
              </a:spcBef>
              <a:spcAft>
                <a:spcPts val="0"/>
              </a:spcAft>
              <a:buClr>
                <a:schemeClr val="dk1"/>
              </a:buClr>
              <a:buSzPts val="1800"/>
              <a:buChar char="•"/>
              <a:defRPr/>
            </a:lvl8pPr>
            <a:lvl9pPr indent="-342900" lvl="8" marL="4114800" algn="l">
              <a:lnSpc>
                <a:spcPct val="90000"/>
              </a:lnSpc>
              <a:spcBef>
                <a:spcPts val="667"/>
              </a:spcBef>
              <a:spcAft>
                <a:spcPts val="0"/>
              </a:spcAft>
              <a:buClr>
                <a:schemeClr val="dk1"/>
              </a:buClr>
              <a:buSzPts val="1800"/>
              <a:buChar char="•"/>
              <a:defRPr/>
            </a:lvl9pPr>
          </a:lstStyle>
          <a:p/>
        </p:txBody>
      </p:sp>
      <p:sp>
        <p:nvSpPr>
          <p:cNvPr id="53" name="Google Shape;53;p10"/>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
        <p:nvSpPr>
          <p:cNvPr id="54" name="Google Shape;54;p10"/>
          <p:cNvSpPr txBox="1"/>
          <p:nvPr>
            <p:ph type="title"/>
          </p:nvPr>
        </p:nvSpPr>
        <p:spPr>
          <a:xfrm>
            <a:off x="501400" y="643909"/>
            <a:ext cx="11175900" cy="6603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9B1D23"/>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11"/>
          <p:cNvSpPr txBox="1"/>
          <p:nvPr>
            <p:ph type="title"/>
          </p:nvPr>
        </p:nvSpPr>
        <p:spPr>
          <a:xfrm>
            <a:off x="501400" y="643909"/>
            <a:ext cx="11175900" cy="6603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9B1D23"/>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1"/>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ubtitle Only">
  <p:cSld name="Title and Subtitle Only">
    <p:spTree>
      <p:nvGrpSpPr>
        <p:cNvPr id="58" name="Shape 58"/>
        <p:cNvGrpSpPr/>
        <p:nvPr/>
      </p:nvGrpSpPr>
      <p:grpSpPr>
        <a:xfrm>
          <a:off x="0" y="0"/>
          <a:ext cx="0" cy="0"/>
          <a:chOff x="0" y="0"/>
          <a:chExt cx="0" cy="0"/>
        </a:xfrm>
      </p:grpSpPr>
      <p:sp>
        <p:nvSpPr>
          <p:cNvPr id="59" name="Google Shape;59;p12"/>
          <p:cNvSpPr txBox="1"/>
          <p:nvPr>
            <p:ph type="title"/>
          </p:nvPr>
        </p:nvSpPr>
        <p:spPr>
          <a:xfrm>
            <a:off x="501400" y="643909"/>
            <a:ext cx="11175900" cy="6603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9B1D23"/>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2"/>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
        <p:nvSpPr>
          <p:cNvPr id="61" name="Google Shape;61;p12"/>
          <p:cNvSpPr txBox="1"/>
          <p:nvPr>
            <p:ph idx="1" type="body"/>
          </p:nvPr>
        </p:nvSpPr>
        <p:spPr>
          <a:xfrm flipH="1">
            <a:off x="498135" y="1307957"/>
            <a:ext cx="11180100" cy="4878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333"/>
              </a:spcBef>
              <a:spcAft>
                <a:spcPts val="0"/>
              </a:spcAft>
              <a:buClr>
                <a:schemeClr val="dk1"/>
              </a:buClr>
              <a:buSzPts val="2134"/>
              <a:buFont typeface="Calibri"/>
              <a:buNone/>
              <a:defRPr i="1" sz="2667"/>
            </a:lvl1pPr>
            <a:lvl2pPr indent="-228600" lvl="1" marL="914400" algn="l">
              <a:lnSpc>
                <a:spcPct val="90000"/>
              </a:lnSpc>
              <a:spcBef>
                <a:spcPts val="667"/>
              </a:spcBef>
              <a:spcAft>
                <a:spcPts val="0"/>
              </a:spcAft>
              <a:buClr>
                <a:schemeClr val="dk1"/>
              </a:buClr>
              <a:buSzPts val="2134"/>
              <a:buFont typeface="Calibri"/>
              <a:buNone/>
              <a:defRPr/>
            </a:lvl2pPr>
            <a:lvl3pPr indent="-228600" lvl="2" marL="1371600" algn="l">
              <a:lnSpc>
                <a:spcPct val="90000"/>
              </a:lnSpc>
              <a:spcBef>
                <a:spcPts val="667"/>
              </a:spcBef>
              <a:spcAft>
                <a:spcPts val="0"/>
              </a:spcAft>
              <a:buClr>
                <a:schemeClr val="dk1"/>
              </a:buClr>
              <a:buSzPts val="1920"/>
              <a:buFont typeface="Calibri"/>
              <a:buNone/>
              <a:defRPr/>
            </a:lvl3pPr>
            <a:lvl4pPr indent="-228600" lvl="3" marL="1828800" algn="l">
              <a:lnSpc>
                <a:spcPct val="90000"/>
              </a:lnSpc>
              <a:spcBef>
                <a:spcPts val="667"/>
              </a:spcBef>
              <a:spcAft>
                <a:spcPts val="0"/>
              </a:spcAft>
              <a:buClr>
                <a:schemeClr val="dk1"/>
              </a:buClr>
              <a:buSzPts val="1706"/>
              <a:buFont typeface="Calibri"/>
              <a:buNone/>
              <a:defRPr/>
            </a:lvl4pPr>
            <a:lvl5pPr indent="-228600" lvl="4" marL="2286000" algn="l">
              <a:lnSpc>
                <a:spcPct val="90000"/>
              </a:lnSpc>
              <a:spcBef>
                <a:spcPts val="667"/>
              </a:spcBef>
              <a:spcAft>
                <a:spcPts val="0"/>
              </a:spcAft>
              <a:buClr>
                <a:schemeClr val="dk1"/>
              </a:buClr>
              <a:buSzPts val="1706"/>
              <a:buFont typeface="Calibri"/>
              <a:buNone/>
              <a:defRPr/>
            </a:lvl5pPr>
            <a:lvl6pPr indent="-342900" lvl="5" marL="2743200" algn="l">
              <a:lnSpc>
                <a:spcPct val="90000"/>
              </a:lnSpc>
              <a:spcBef>
                <a:spcPts val="667"/>
              </a:spcBef>
              <a:spcAft>
                <a:spcPts val="0"/>
              </a:spcAft>
              <a:buClr>
                <a:schemeClr val="dk1"/>
              </a:buClr>
              <a:buSzPts val="1800"/>
              <a:buChar char="•"/>
              <a:defRPr/>
            </a:lvl6pPr>
            <a:lvl7pPr indent="-342900" lvl="6" marL="3200400" algn="l">
              <a:lnSpc>
                <a:spcPct val="90000"/>
              </a:lnSpc>
              <a:spcBef>
                <a:spcPts val="667"/>
              </a:spcBef>
              <a:spcAft>
                <a:spcPts val="0"/>
              </a:spcAft>
              <a:buClr>
                <a:schemeClr val="dk1"/>
              </a:buClr>
              <a:buSzPts val="1800"/>
              <a:buChar char="•"/>
              <a:defRPr/>
            </a:lvl7pPr>
            <a:lvl8pPr indent="-342900" lvl="7" marL="3657600" algn="l">
              <a:lnSpc>
                <a:spcPct val="90000"/>
              </a:lnSpc>
              <a:spcBef>
                <a:spcPts val="667"/>
              </a:spcBef>
              <a:spcAft>
                <a:spcPts val="0"/>
              </a:spcAft>
              <a:buClr>
                <a:schemeClr val="dk1"/>
              </a:buClr>
              <a:buSzPts val="1800"/>
              <a:buChar char="•"/>
              <a:defRPr/>
            </a:lvl8pPr>
            <a:lvl9pPr indent="-342900" lvl="8" marL="4114800" algn="l">
              <a:lnSpc>
                <a:spcPct val="90000"/>
              </a:lnSpc>
              <a:spcBef>
                <a:spcPts val="667"/>
              </a:spcBef>
              <a:spcAft>
                <a:spcPts val="0"/>
              </a:spcAft>
              <a:buClr>
                <a:schemeClr val="dk1"/>
              </a:buClr>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2" name="Shape 62"/>
        <p:cNvGrpSpPr/>
        <p:nvPr/>
      </p:nvGrpSpPr>
      <p:grpSpPr>
        <a:xfrm>
          <a:off x="0" y="0"/>
          <a:ext cx="0" cy="0"/>
          <a:chOff x="0" y="0"/>
          <a:chExt cx="0" cy="0"/>
        </a:xfrm>
      </p:grpSpPr>
      <p:sp>
        <p:nvSpPr>
          <p:cNvPr id="63" name="Google Shape;63;p13"/>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14"/>
          <p:cNvSpPr txBox="1"/>
          <p:nvPr>
            <p:ph type="title"/>
          </p:nvPr>
        </p:nvSpPr>
        <p:spPr>
          <a:xfrm>
            <a:off x="840318" y="457200"/>
            <a:ext cx="3932700"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rgbClr val="9B1D23"/>
              </a:buClr>
              <a:buSzPts val="3733"/>
              <a:buFont typeface="Arial Black"/>
              <a:buNone/>
              <a:defRPr sz="3733"/>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4"/>
          <p:cNvSpPr txBox="1"/>
          <p:nvPr>
            <p:ph idx="1" type="body"/>
          </p:nvPr>
        </p:nvSpPr>
        <p:spPr>
          <a:xfrm>
            <a:off x="5183717" y="988485"/>
            <a:ext cx="6172200" cy="4872600"/>
          </a:xfrm>
          <a:prstGeom prst="rect">
            <a:avLst/>
          </a:prstGeom>
          <a:noFill/>
          <a:ln>
            <a:noFill/>
          </a:ln>
        </p:spPr>
        <p:txBody>
          <a:bodyPr anchorCtr="0" anchor="t" bIns="45700" lIns="91425" spcFirstLastPara="1" rIns="91425" wrap="square" tIns="45700">
            <a:normAutofit/>
          </a:bodyPr>
          <a:lstStyle>
            <a:lvl1pPr indent="-418211" lvl="0" marL="457200" algn="l">
              <a:lnSpc>
                <a:spcPct val="90000"/>
              </a:lnSpc>
              <a:spcBef>
                <a:spcPts val="1333"/>
              </a:spcBef>
              <a:spcAft>
                <a:spcPts val="0"/>
              </a:spcAft>
              <a:buClr>
                <a:schemeClr val="dk1"/>
              </a:buClr>
              <a:buSzPts val="2986"/>
              <a:buChar char="•"/>
              <a:defRPr sz="3733"/>
            </a:lvl1pPr>
            <a:lvl2pPr indent="-391160" lvl="1" marL="914400" algn="l">
              <a:lnSpc>
                <a:spcPct val="90000"/>
              </a:lnSpc>
              <a:spcBef>
                <a:spcPts val="667"/>
              </a:spcBef>
              <a:spcAft>
                <a:spcPts val="0"/>
              </a:spcAft>
              <a:buClr>
                <a:schemeClr val="dk1"/>
              </a:buClr>
              <a:buSzPts val="2560"/>
              <a:buChar char="•"/>
              <a:defRPr sz="3200"/>
            </a:lvl2pPr>
            <a:lvl3pPr indent="-364108" lvl="2" marL="1371600" algn="l">
              <a:lnSpc>
                <a:spcPct val="90000"/>
              </a:lnSpc>
              <a:spcBef>
                <a:spcPts val="667"/>
              </a:spcBef>
              <a:spcAft>
                <a:spcPts val="0"/>
              </a:spcAft>
              <a:buClr>
                <a:schemeClr val="dk1"/>
              </a:buClr>
              <a:buSzPts val="2134"/>
              <a:buChar char="•"/>
              <a:defRPr sz="2667"/>
            </a:lvl3pPr>
            <a:lvl4pPr indent="-350519" lvl="3" marL="1828800" algn="l">
              <a:lnSpc>
                <a:spcPct val="90000"/>
              </a:lnSpc>
              <a:spcBef>
                <a:spcPts val="667"/>
              </a:spcBef>
              <a:spcAft>
                <a:spcPts val="0"/>
              </a:spcAft>
              <a:buClr>
                <a:schemeClr val="dk1"/>
              </a:buClr>
              <a:buSzPts val="1920"/>
              <a:buChar char="•"/>
              <a:defRPr sz="2400"/>
            </a:lvl4pPr>
            <a:lvl5pPr indent="-350520" lvl="4" marL="2286000" algn="l">
              <a:lnSpc>
                <a:spcPct val="90000"/>
              </a:lnSpc>
              <a:spcBef>
                <a:spcPts val="667"/>
              </a:spcBef>
              <a:spcAft>
                <a:spcPts val="0"/>
              </a:spcAft>
              <a:buClr>
                <a:schemeClr val="dk1"/>
              </a:buClr>
              <a:buSzPts val="1920"/>
              <a:buChar char="•"/>
              <a:defRPr sz="2400"/>
            </a:lvl5pPr>
            <a:lvl6pPr indent="-397954" lvl="5" marL="2743200" algn="l">
              <a:lnSpc>
                <a:spcPct val="90000"/>
              </a:lnSpc>
              <a:spcBef>
                <a:spcPts val="667"/>
              </a:spcBef>
              <a:spcAft>
                <a:spcPts val="0"/>
              </a:spcAft>
              <a:buClr>
                <a:schemeClr val="dk1"/>
              </a:buClr>
              <a:buSzPts val="2667"/>
              <a:buChar char="•"/>
              <a:defRPr sz="2667"/>
            </a:lvl6pPr>
            <a:lvl7pPr indent="-397954" lvl="6" marL="3200400" algn="l">
              <a:lnSpc>
                <a:spcPct val="90000"/>
              </a:lnSpc>
              <a:spcBef>
                <a:spcPts val="667"/>
              </a:spcBef>
              <a:spcAft>
                <a:spcPts val="0"/>
              </a:spcAft>
              <a:buClr>
                <a:schemeClr val="dk1"/>
              </a:buClr>
              <a:buSzPts val="2667"/>
              <a:buChar char="•"/>
              <a:defRPr sz="2667"/>
            </a:lvl7pPr>
            <a:lvl8pPr indent="-397954" lvl="7" marL="3657600" algn="l">
              <a:lnSpc>
                <a:spcPct val="90000"/>
              </a:lnSpc>
              <a:spcBef>
                <a:spcPts val="667"/>
              </a:spcBef>
              <a:spcAft>
                <a:spcPts val="0"/>
              </a:spcAft>
              <a:buClr>
                <a:schemeClr val="dk1"/>
              </a:buClr>
              <a:buSzPts val="2667"/>
              <a:buChar char="•"/>
              <a:defRPr sz="2667"/>
            </a:lvl8pPr>
            <a:lvl9pPr indent="-397954" lvl="8" marL="4114800" algn="l">
              <a:lnSpc>
                <a:spcPct val="90000"/>
              </a:lnSpc>
              <a:spcBef>
                <a:spcPts val="667"/>
              </a:spcBef>
              <a:spcAft>
                <a:spcPts val="0"/>
              </a:spcAft>
              <a:buClr>
                <a:schemeClr val="dk1"/>
              </a:buClr>
              <a:buSzPts val="2667"/>
              <a:buChar char="•"/>
              <a:defRPr sz="2667"/>
            </a:lvl9pPr>
          </a:lstStyle>
          <a:p/>
        </p:txBody>
      </p:sp>
      <p:sp>
        <p:nvSpPr>
          <p:cNvPr id="67" name="Google Shape;67;p14"/>
          <p:cNvSpPr txBox="1"/>
          <p:nvPr>
            <p:ph idx="2" type="body"/>
          </p:nvPr>
        </p:nvSpPr>
        <p:spPr>
          <a:xfrm>
            <a:off x="840318" y="2057400"/>
            <a:ext cx="3932700" cy="38121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333"/>
              </a:spcBef>
              <a:spcAft>
                <a:spcPts val="0"/>
              </a:spcAft>
              <a:buClr>
                <a:schemeClr val="dk1"/>
              </a:buClr>
              <a:buSzPts val="1706"/>
              <a:buNone/>
              <a:defRPr sz="2133"/>
            </a:lvl1pPr>
            <a:lvl2pPr indent="-228600" lvl="1" marL="914400" algn="l">
              <a:lnSpc>
                <a:spcPct val="90000"/>
              </a:lnSpc>
              <a:spcBef>
                <a:spcPts val="667"/>
              </a:spcBef>
              <a:spcAft>
                <a:spcPts val="0"/>
              </a:spcAft>
              <a:buClr>
                <a:schemeClr val="dk1"/>
              </a:buClr>
              <a:buSzPts val="1494"/>
              <a:buNone/>
              <a:defRPr sz="1867"/>
            </a:lvl2pPr>
            <a:lvl3pPr indent="-228600" lvl="2" marL="1371600" algn="l">
              <a:lnSpc>
                <a:spcPct val="90000"/>
              </a:lnSpc>
              <a:spcBef>
                <a:spcPts val="667"/>
              </a:spcBef>
              <a:spcAft>
                <a:spcPts val="0"/>
              </a:spcAft>
              <a:buClr>
                <a:schemeClr val="dk1"/>
              </a:buClr>
              <a:buSzPts val="1280"/>
              <a:buNone/>
              <a:defRPr sz="1600"/>
            </a:lvl3pPr>
            <a:lvl4pPr indent="-228600" lvl="3" marL="1828800" algn="l">
              <a:lnSpc>
                <a:spcPct val="90000"/>
              </a:lnSpc>
              <a:spcBef>
                <a:spcPts val="667"/>
              </a:spcBef>
              <a:spcAft>
                <a:spcPts val="0"/>
              </a:spcAft>
              <a:buClr>
                <a:schemeClr val="dk1"/>
              </a:buClr>
              <a:buSzPts val="1066"/>
              <a:buNone/>
              <a:defRPr sz="1333"/>
            </a:lvl4pPr>
            <a:lvl5pPr indent="-228600" lvl="4" marL="2286000" algn="l">
              <a:lnSpc>
                <a:spcPct val="90000"/>
              </a:lnSpc>
              <a:spcBef>
                <a:spcPts val="667"/>
              </a:spcBef>
              <a:spcAft>
                <a:spcPts val="0"/>
              </a:spcAft>
              <a:buClr>
                <a:schemeClr val="dk1"/>
              </a:buClr>
              <a:buSzPts val="1066"/>
              <a:buNone/>
              <a:defRPr sz="1333"/>
            </a:lvl5pPr>
            <a:lvl6pPr indent="-228600" lvl="5" marL="2743200" algn="l">
              <a:lnSpc>
                <a:spcPct val="90000"/>
              </a:lnSpc>
              <a:spcBef>
                <a:spcPts val="667"/>
              </a:spcBef>
              <a:spcAft>
                <a:spcPts val="0"/>
              </a:spcAft>
              <a:buClr>
                <a:schemeClr val="dk1"/>
              </a:buClr>
              <a:buSzPts val="1333"/>
              <a:buNone/>
              <a:defRPr sz="1333"/>
            </a:lvl6pPr>
            <a:lvl7pPr indent="-228600" lvl="6" marL="3200400" algn="l">
              <a:lnSpc>
                <a:spcPct val="90000"/>
              </a:lnSpc>
              <a:spcBef>
                <a:spcPts val="667"/>
              </a:spcBef>
              <a:spcAft>
                <a:spcPts val="0"/>
              </a:spcAft>
              <a:buClr>
                <a:schemeClr val="dk1"/>
              </a:buClr>
              <a:buSzPts val="1333"/>
              <a:buNone/>
              <a:defRPr sz="1333"/>
            </a:lvl7pPr>
            <a:lvl8pPr indent="-228600" lvl="7" marL="3657600" algn="l">
              <a:lnSpc>
                <a:spcPct val="90000"/>
              </a:lnSpc>
              <a:spcBef>
                <a:spcPts val="667"/>
              </a:spcBef>
              <a:spcAft>
                <a:spcPts val="0"/>
              </a:spcAft>
              <a:buClr>
                <a:schemeClr val="dk1"/>
              </a:buClr>
              <a:buSzPts val="1333"/>
              <a:buNone/>
              <a:defRPr sz="1333"/>
            </a:lvl8pPr>
            <a:lvl9pPr indent="-228600" lvl="8" marL="4114800" algn="l">
              <a:lnSpc>
                <a:spcPct val="90000"/>
              </a:lnSpc>
              <a:spcBef>
                <a:spcPts val="667"/>
              </a:spcBef>
              <a:spcAft>
                <a:spcPts val="0"/>
              </a:spcAft>
              <a:buClr>
                <a:schemeClr val="dk1"/>
              </a:buClr>
              <a:buSzPts val="1333"/>
              <a:buNone/>
              <a:defRPr sz="1333"/>
            </a:lvl9pPr>
          </a:lstStyle>
          <a:p/>
        </p:txBody>
      </p:sp>
      <p:sp>
        <p:nvSpPr>
          <p:cNvPr id="68" name="Google Shape;68;p14"/>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9" name="Shape 69"/>
        <p:cNvGrpSpPr/>
        <p:nvPr/>
      </p:nvGrpSpPr>
      <p:grpSpPr>
        <a:xfrm>
          <a:off x="0" y="0"/>
          <a:ext cx="0" cy="0"/>
          <a:chOff x="0" y="0"/>
          <a:chExt cx="0" cy="0"/>
        </a:xfrm>
      </p:grpSpPr>
      <p:sp>
        <p:nvSpPr>
          <p:cNvPr id="70" name="Google Shape;70;p15"/>
          <p:cNvSpPr txBox="1"/>
          <p:nvPr>
            <p:ph type="title"/>
          </p:nvPr>
        </p:nvSpPr>
        <p:spPr>
          <a:xfrm>
            <a:off x="501400" y="643909"/>
            <a:ext cx="11175900" cy="6603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9B1D23"/>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5"/>
          <p:cNvSpPr txBox="1"/>
          <p:nvPr>
            <p:ph idx="1" type="body"/>
          </p:nvPr>
        </p:nvSpPr>
        <p:spPr>
          <a:xfrm rot="5400000">
            <a:off x="3894950" y="-1787975"/>
            <a:ext cx="4389000" cy="11175900"/>
          </a:xfrm>
          <a:prstGeom prst="rect">
            <a:avLst/>
          </a:prstGeom>
          <a:noFill/>
          <a:ln>
            <a:noFill/>
          </a:ln>
        </p:spPr>
        <p:txBody>
          <a:bodyPr anchorCtr="0" anchor="t" bIns="45700" lIns="91425" spcFirstLastPara="1" rIns="91425" wrap="square" tIns="45700">
            <a:normAutofit/>
          </a:bodyPr>
          <a:lstStyle>
            <a:lvl1pPr indent="-320040" lvl="0" marL="457200" algn="l">
              <a:lnSpc>
                <a:spcPct val="90000"/>
              </a:lnSpc>
              <a:spcBef>
                <a:spcPts val="1333"/>
              </a:spcBef>
              <a:spcAft>
                <a:spcPts val="0"/>
              </a:spcAft>
              <a:buClr>
                <a:schemeClr val="dk1"/>
              </a:buClr>
              <a:buSzPts val="1440"/>
              <a:buChar char="•"/>
              <a:defRPr/>
            </a:lvl1pPr>
            <a:lvl2pPr indent="-320040" lvl="1" marL="914400" algn="l">
              <a:lnSpc>
                <a:spcPct val="90000"/>
              </a:lnSpc>
              <a:spcBef>
                <a:spcPts val="667"/>
              </a:spcBef>
              <a:spcAft>
                <a:spcPts val="0"/>
              </a:spcAft>
              <a:buClr>
                <a:schemeClr val="dk1"/>
              </a:buClr>
              <a:buSzPts val="1440"/>
              <a:buChar char="•"/>
              <a:defRPr/>
            </a:lvl2pPr>
            <a:lvl3pPr indent="-320039" lvl="2" marL="1371600" algn="l">
              <a:lnSpc>
                <a:spcPct val="90000"/>
              </a:lnSpc>
              <a:spcBef>
                <a:spcPts val="667"/>
              </a:spcBef>
              <a:spcAft>
                <a:spcPts val="0"/>
              </a:spcAft>
              <a:buClr>
                <a:schemeClr val="dk1"/>
              </a:buClr>
              <a:buSzPts val="1440"/>
              <a:buChar char="•"/>
              <a:defRPr/>
            </a:lvl3pPr>
            <a:lvl4pPr indent="-320039" lvl="3" marL="1828800" algn="l">
              <a:lnSpc>
                <a:spcPct val="90000"/>
              </a:lnSpc>
              <a:spcBef>
                <a:spcPts val="667"/>
              </a:spcBef>
              <a:spcAft>
                <a:spcPts val="0"/>
              </a:spcAft>
              <a:buClr>
                <a:schemeClr val="dk1"/>
              </a:buClr>
              <a:buSzPts val="1440"/>
              <a:buChar char="•"/>
              <a:defRPr/>
            </a:lvl4pPr>
            <a:lvl5pPr indent="-320039" lvl="4" marL="2286000" algn="l">
              <a:lnSpc>
                <a:spcPct val="90000"/>
              </a:lnSpc>
              <a:spcBef>
                <a:spcPts val="667"/>
              </a:spcBef>
              <a:spcAft>
                <a:spcPts val="0"/>
              </a:spcAft>
              <a:buClr>
                <a:schemeClr val="dk1"/>
              </a:buClr>
              <a:buSzPts val="1440"/>
              <a:buChar char="•"/>
              <a:defRPr/>
            </a:lvl5pPr>
            <a:lvl6pPr indent="-342900" lvl="5" marL="2743200" algn="l">
              <a:lnSpc>
                <a:spcPct val="90000"/>
              </a:lnSpc>
              <a:spcBef>
                <a:spcPts val="667"/>
              </a:spcBef>
              <a:spcAft>
                <a:spcPts val="0"/>
              </a:spcAft>
              <a:buClr>
                <a:schemeClr val="dk1"/>
              </a:buClr>
              <a:buSzPts val="1800"/>
              <a:buChar char="•"/>
              <a:defRPr/>
            </a:lvl6pPr>
            <a:lvl7pPr indent="-342900" lvl="6" marL="3200400" algn="l">
              <a:lnSpc>
                <a:spcPct val="90000"/>
              </a:lnSpc>
              <a:spcBef>
                <a:spcPts val="667"/>
              </a:spcBef>
              <a:spcAft>
                <a:spcPts val="0"/>
              </a:spcAft>
              <a:buClr>
                <a:schemeClr val="dk1"/>
              </a:buClr>
              <a:buSzPts val="1800"/>
              <a:buChar char="•"/>
              <a:defRPr/>
            </a:lvl7pPr>
            <a:lvl8pPr indent="-342900" lvl="7" marL="3657600" algn="l">
              <a:lnSpc>
                <a:spcPct val="90000"/>
              </a:lnSpc>
              <a:spcBef>
                <a:spcPts val="667"/>
              </a:spcBef>
              <a:spcAft>
                <a:spcPts val="0"/>
              </a:spcAft>
              <a:buClr>
                <a:schemeClr val="dk1"/>
              </a:buClr>
              <a:buSzPts val="1800"/>
              <a:buChar char="•"/>
              <a:defRPr/>
            </a:lvl8pPr>
            <a:lvl9pPr indent="-342900" lvl="8" marL="4114800" algn="l">
              <a:lnSpc>
                <a:spcPct val="90000"/>
              </a:lnSpc>
              <a:spcBef>
                <a:spcPts val="667"/>
              </a:spcBef>
              <a:spcAft>
                <a:spcPts val="0"/>
              </a:spcAft>
              <a:buClr>
                <a:schemeClr val="dk1"/>
              </a:buClr>
              <a:buSzPts val="1800"/>
              <a:buChar char="•"/>
              <a:defRPr/>
            </a:lvl9pPr>
          </a:lstStyle>
          <a:p/>
        </p:txBody>
      </p:sp>
      <p:sp>
        <p:nvSpPr>
          <p:cNvPr id="72" name="Google Shape;72;p15"/>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3" name="Shape 73"/>
        <p:cNvGrpSpPr/>
        <p:nvPr/>
      </p:nvGrpSpPr>
      <p:grpSpPr>
        <a:xfrm>
          <a:off x="0" y="0"/>
          <a:ext cx="0" cy="0"/>
          <a:chOff x="0" y="0"/>
          <a:chExt cx="0" cy="0"/>
        </a:xfrm>
      </p:grpSpPr>
      <p:sp>
        <p:nvSpPr>
          <p:cNvPr id="74" name="Google Shape;74;p16"/>
          <p:cNvSpPr txBox="1"/>
          <p:nvPr>
            <p:ph type="title"/>
          </p:nvPr>
        </p:nvSpPr>
        <p:spPr>
          <a:xfrm rot="5400000">
            <a:off x="7134301" y="1956785"/>
            <a:ext cx="5810100" cy="26289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9B1D23"/>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6"/>
          <p:cNvSpPr txBox="1"/>
          <p:nvPr>
            <p:ph idx="1" type="body"/>
          </p:nvPr>
        </p:nvSpPr>
        <p:spPr>
          <a:xfrm rot="5400000">
            <a:off x="1774851" y="-570565"/>
            <a:ext cx="5810100" cy="7683600"/>
          </a:xfrm>
          <a:prstGeom prst="rect">
            <a:avLst/>
          </a:prstGeom>
          <a:noFill/>
          <a:ln>
            <a:noFill/>
          </a:ln>
        </p:spPr>
        <p:txBody>
          <a:bodyPr anchorCtr="0" anchor="t" bIns="45700" lIns="91425" spcFirstLastPara="1" rIns="91425" wrap="square" tIns="45700">
            <a:normAutofit/>
          </a:bodyPr>
          <a:lstStyle>
            <a:lvl1pPr indent="-320040" lvl="0" marL="457200" algn="l">
              <a:lnSpc>
                <a:spcPct val="90000"/>
              </a:lnSpc>
              <a:spcBef>
                <a:spcPts val="1333"/>
              </a:spcBef>
              <a:spcAft>
                <a:spcPts val="0"/>
              </a:spcAft>
              <a:buClr>
                <a:schemeClr val="dk1"/>
              </a:buClr>
              <a:buSzPts val="1440"/>
              <a:buChar char="•"/>
              <a:defRPr/>
            </a:lvl1pPr>
            <a:lvl2pPr indent="-320040" lvl="1" marL="914400" algn="l">
              <a:lnSpc>
                <a:spcPct val="90000"/>
              </a:lnSpc>
              <a:spcBef>
                <a:spcPts val="667"/>
              </a:spcBef>
              <a:spcAft>
                <a:spcPts val="0"/>
              </a:spcAft>
              <a:buClr>
                <a:schemeClr val="dk1"/>
              </a:buClr>
              <a:buSzPts val="1440"/>
              <a:buChar char="•"/>
              <a:defRPr/>
            </a:lvl2pPr>
            <a:lvl3pPr indent="-320039" lvl="2" marL="1371600" algn="l">
              <a:lnSpc>
                <a:spcPct val="90000"/>
              </a:lnSpc>
              <a:spcBef>
                <a:spcPts val="667"/>
              </a:spcBef>
              <a:spcAft>
                <a:spcPts val="0"/>
              </a:spcAft>
              <a:buClr>
                <a:schemeClr val="dk1"/>
              </a:buClr>
              <a:buSzPts val="1440"/>
              <a:buChar char="•"/>
              <a:defRPr/>
            </a:lvl3pPr>
            <a:lvl4pPr indent="-320039" lvl="3" marL="1828800" algn="l">
              <a:lnSpc>
                <a:spcPct val="90000"/>
              </a:lnSpc>
              <a:spcBef>
                <a:spcPts val="667"/>
              </a:spcBef>
              <a:spcAft>
                <a:spcPts val="0"/>
              </a:spcAft>
              <a:buClr>
                <a:schemeClr val="dk1"/>
              </a:buClr>
              <a:buSzPts val="1440"/>
              <a:buChar char="•"/>
              <a:defRPr/>
            </a:lvl4pPr>
            <a:lvl5pPr indent="-320039" lvl="4" marL="2286000" algn="l">
              <a:lnSpc>
                <a:spcPct val="90000"/>
              </a:lnSpc>
              <a:spcBef>
                <a:spcPts val="667"/>
              </a:spcBef>
              <a:spcAft>
                <a:spcPts val="0"/>
              </a:spcAft>
              <a:buClr>
                <a:schemeClr val="dk1"/>
              </a:buClr>
              <a:buSzPts val="1440"/>
              <a:buChar char="•"/>
              <a:defRPr/>
            </a:lvl5pPr>
            <a:lvl6pPr indent="-342900" lvl="5" marL="2743200" algn="l">
              <a:lnSpc>
                <a:spcPct val="90000"/>
              </a:lnSpc>
              <a:spcBef>
                <a:spcPts val="667"/>
              </a:spcBef>
              <a:spcAft>
                <a:spcPts val="0"/>
              </a:spcAft>
              <a:buClr>
                <a:schemeClr val="dk1"/>
              </a:buClr>
              <a:buSzPts val="1800"/>
              <a:buChar char="•"/>
              <a:defRPr/>
            </a:lvl6pPr>
            <a:lvl7pPr indent="-342900" lvl="6" marL="3200400" algn="l">
              <a:lnSpc>
                <a:spcPct val="90000"/>
              </a:lnSpc>
              <a:spcBef>
                <a:spcPts val="667"/>
              </a:spcBef>
              <a:spcAft>
                <a:spcPts val="0"/>
              </a:spcAft>
              <a:buClr>
                <a:schemeClr val="dk1"/>
              </a:buClr>
              <a:buSzPts val="1800"/>
              <a:buChar char="•"/>
              <a:defRPr/>
            </a:lvl7pPr>
            <a:lvl8pPr indent="-342900" lvl="7" marL="3657600" algn="l">
              <a:lnSpc>
                <a:spcPct val="90000"/>
              </a:lnSpc>
              <a:spcBef>
                <a:spcPts val="667"/>
              </a:spcBef>
              <a:spcAft>
                <a:spcPts val="0"/>
              </a:spcAft>
              <a:buClr>
                <a:schemeClr val="dk1"/>
              </a:buClr>
              <a:buSzPts val="1800"/>
              <a:buChar char="•"/>
              <a:defRPr/>
            </a:lvl8pPr>
            <a:lvl9pPr indent="-342900" lvl="8" marL="4114800" algn="l">
              <a:lnSpc>
                <a:spcPct val="90000"/>
              </a:lnSpc>
              <a:spcBef>
                <a:spcPts val="667"/>
              </a:spcBef>
              <a:spcAft>
                <a:spcPts val="0"/>
              </a:spcAft>
              <a:buClr>
                <a:schemeClr val="dk1"/>
              </a:buClr>
              <a:buSzPts val="1800"/>
              <a:buChar char="•"/>
              <a:defRPr/>
            </a:lvl9pPr>
          </a:lstStyle>
          <a:p/>
        </p:txBody>
      </p:sp>
      <p:sp>
        <p:nvSpPr>
          <p:cNvPr id="76" name="Google Shape;76;p16"/>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Slide">
  <p:cSld name="End Slide">
    <p:spTree>
      <p:nvGrpSpPr>
        <p:cNvPr id="77" name="Shape 77"/>
        <p:cNvGrpSpPr/>
        <p:nvPr/>
      </p:nvGrpSpPr>
      <p:grpSpPr>
        <a:xfrm>
          <a:off x="0" y="0"/>
          <a:ext cx="0" cy="0"/>
          <a:chOff x="0" y="0"/>
          <a:chExt cx="0" cy="0"/>
        </a:xfrm>
      </p:grpSpPr>
      <p:sp>
        <p:nvSpPr>
          <p:cNvPr id="78" name="Google Shape;78;p17"/>
          <p:cNvSpPr txBox="1"/>
          <p:nvPr>
            <p:ph type="ctrTitle"/>
          </p:nvPr>
        </p:nvSpPr>
        <p:spPr>
          <a:xfrm>
            <a:off x="3962400" y="2057400"/>
            <a:ext cx="7924800" cy="8229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9B1D23"/>
              </a:buClr>
              <a:buSzPts val="4267"/>
              <a:buFont typeface="Arial Black"/>
              <a:buNone/>
              <a:defRPr sz="4267"/>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7"/>
          <p:cNvSpPr txBox="1"/>
          <p:nvPr>
            <p:ph idx="1" type="subTitle"/>
          </p:nvPr>
        </p:nvSpPr>
        <p:spPr>
          <a:xfrm>
            <a:off x="3962400" y="3566160"/>
            <a:ext cx="7924800" cy="320100"/>
          </a:xfrm>
          <a:prstGeom prst="rect">
            <a:avLst/>
          </a:prstGeom>
          <a:noFill/>
          <a:ln>
            <a:noFill/>
          </a:ln>
        </p:spPr>
        <p:txBody>
          <a:bodyPr anchorCtr="0" anchor="t" bIns="45700" lIns="91425" spcFirstLastPara="1" rIns="91425" wrap="square" tIns="45700">
            <a:noAutofit/>
          </a:bodyPr>
          <a:lstStyle>
            <a:lvl1pPr lvl="0" algn="l">
              <a:lnSpc>
                <a:spcPct val="90000"/>
              </a:lnSpc>
              <a:spcBef>
                <a:spcPts val="1333"/>
              </a:spcBef>
              <a:spcAft>
                <a:spcPts val="0"/>
              </a:spcAft>
              <a:buClr>
                <a:schemeClr val="dk1"/>
              </a:buClr>
              <a:buSzPts val="1494"/>
              <a:buNone/>
              <a:defRPr sz="1867">
                <a:solidFill>
                  <a:schemeClr val="dk1"/>
                </a:solidFill>
                <a:latin typeface="Calibri"/>
                <a:ea typeface="Calibri"/>
                <a:cs typeface="Calibri"/>
                <a:sym typeface="Calibri"/>
              </a:defRPr>
            </a:lvl1pPr>
            <a:lvl2pPr lvl="1" algn="ctr">
              <a:lnSpc>
                <a:spcPct val="90000"/>
              </a:lnSpc>
              <a:spcBef>
                <a:spcPts val="667"/>
              </a:spcBef>
              <a:spcAft>
                <a:spcPts val="0"/>
              </a:spcAft>
              <a:buClr>
                <a:srgbClr val="888888"/>
              </a:buClr>
              <a:buSzPts val="2134"/>
              <a:buNone/>
              <a:defRPr>
                <a:solidFill>
                  <a:srgbClr val="888888"/>
                </a:solidFill>
              </a:defRPr>
            </a:lvl2pPr>
            <a:lvl3pPr lvl="2" algn="ctr">
              <a:lnSpc>
                <a:spcPct val="90000"/>
              </a:lnSpc>
              <a:spcBef>
                <a:spcPts val="667"/>
              </a:spcBef>
              <a:spcAft>
                <a:spcPts val="0"/>
              </a:spcAft>
              <a:buClr>
                <a:srgbClr val="888888"/>
              </a:buClr>
              <a:buSzPts val="1920"/>
              <a:buNone/>
              <a:defRPr>
                <a:solidFill>
                  <a:srgbClr val="888888"/>
                </a:solidFill>
              </a:defRPr>
            </a:lvl3pPr>
            <a:lvl4pPr lvl="3" algn="ctr">
              <a:lnSpc>
                <a:spcPct val="90000"/>
              </a:lnSpc>
              <a:spcBef>
                <a:spcPts val="667"/>
              </a:spcBef>
              <a:spcAft>
                <a:spcPts val="0"/>
              </a:spcAft>
              <a:buClr>
                <a:srgbClr val="888888"/>
              </a:buClr>
              <a:buSzPts val="1706"/>
              <a:buNone/>
              <a:defRPr>
                <a:solidFill>
                  <a:srgbClr val="888888"/>
                </a:solidFill>
              </a:defRPr>
            </a:lvl4pPr>
            <a:lvl5pPr lvl="4" algn="ctr">
              <a:lnSpc>
                <a:spcPct val="90000"/>
              </a:lnSpc>
              <a:spcBef>
                <a:spcPts val="667"/>
              </a:spcBef>
              <a:spcAft>
                <a:spcPts val="0"/>
              </a:spcAft>
              <a:buClr>
                <a:srgbClr val="888888"/>
              </a:buClr>
              <a:buSzPts val="1706"/>
              <a:buNone/>
              <a:defRPr>
                <a:solidFill>
                  <a:srgbClr val="888888"/>
                </a:solidFill>
              </a:defRPr>
            </a:lvl5pPr>
            <a:lvl6pPr lvl="5" algn="ctr">
              <a:lnSpc>
                <a:spcPct val="90000"/>
              </a:lnSpc>
              <a:spcBef>
                <a:spcPts val="667"/>
              </a:spcBef>
              <a:spcAft>
                <a:spcPts val="0"/>
              </a:spcAft>
              <a:buClr>
                <a:srgbClr val="888888"/>
              </a:buClr>
              <a:buSzPts val="2400"/>
              <a:buNone/>
              <a:defRPr>
                <a:solidFill>
                  <a:srgbClr val="888888"/>
                </a:solidFill>
              </a:defRPr>
            </a:lvl6pPr>
            <a:lvl7pPr lvl="6" algn="ctr">
              <a:lnSpc>
                <a:spcPct val="90000"/>
              </a:lnSpc>
              <a:spcBef>
                <a:spcPts val="667"/>
              </a:spcBef>
              <a:spcAft>
                <a:spcPts val="0"/>
              </a:spcAft>
              <a:buClr>
                <a:srgbClr val="888888"/>
              </a:buClr>
              <a:buSzPts val="2400"/>
              <a:buNone/>
              <a:defRPr>
                <a:solidFill>
                  <a:srgbClr val="888888"/>
                </a:solidFill>
              </a:defRPr>
            </a:lvl7pPr>
            <a:lvl8pPr lvl="7" algn="ctr">
              <a:lnSpc>
                <a:spcPct val="90000"/>
              </a:lnSpc>
              <a:spcBef>
                <a:spcPts val="667"/>
              </a:spcBef>
              <a:spcAft>
                <a:spcPts val="0"/>
              </a:spcAft>
              <a:buClr>
                <a:srgbClr val="888888"/>
              </a:buClr>
              <a:buSzPts val="2400"/>
              <a:buNone/>
              <a:defRPr>
                <a:solidFill>
                  <a:srgbClr val="888888"/>
                </a:solidFill>
              </a:defRPr>
            </a:lvl8pPr>
            <a:lvl9pPr lvl="8" algn="ctr">
              <a:lnSpc>
                <a:spcPct val="90000"/>
              </a:lnSpc>
              <a:spcBef>
                <a:spcPts val="667"/>
              </a:spcBef>
              <a:spcAft>
                <a:spcPts val="0"/>
              </a:spcAft>
              <a:buClr>
                <a:srgbClr val="888888"/>
              </a:buClr>
              <a:buSzPts val="2400"/>
              <a:buNone/>
              <a:defRPr>
                <a:solidFill>
                  <a:srgbClr val="888888"/>
                </a:solidFill>
              </a:defRPr>
            </a:lvl9pPr>
          </a:lstStyle>
          <a:p/>
        </p:txBody>
      </p:sp>
      <p:sp>
        <p:nvSpPr>
          <p:cNvPr id="80" name="Google Shape;80;p17"/>
          <p:cNvSpPr txBox="1"/>
          <p:nvPr>
            <p:ph idx="2" type="body"/>
          </p:nvPr>
        </p:nvSpPr>
        <p:spPr>
          <a:xfrm>
            <a:off x="3962400" y="2971800"/>
            <a:ext cx="7924800" cy="4572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333"/>
              </a:spcBef>
              <a:spcAft>
                <a:spcPts val="0"/>
              </a:spcAft>
              <a:buClr>
                <a:schemeClr val="dk1"/>
              </a:buClr>
              <a:buSzPts val="2134"/>
              <a:buNone/>
              <a:defRPr sz="2667">
                <a:latin typeface="Calibri"/>
                <a:ea typeface="Calibri"/>
                <a:cs typeface="Calibri"/>
                <a:sym typeface="Calibri"/>
              </a:defRPr>
            </a:lvl1pPr>
            <a:lvl2pPr indent="-320040" lvl="1" marL="914400" algn="l">
              <a:lnSpc>
                <a:spcPct val="90000"/>
              </a:lnSpc>
              <a:spcBef>
                <a:spcPts val="667"/>
              </a:spcBef>
              <a:spcAft>
                <a:spcPts val="0"/>
              </a:spcAft>
              <a:buClr>
                <a:schemeClr val="dk1"/>
              </a:buClr>
              <a:buSzPts val="1440"/>
              <a:buChar char="•"/>
              <a:defRPr/>
            </a:lvl2pPr>
            <a:lvl3pPr indent="-320039" lvl="2" marL="1371600" algn="l">
              <a:lnSpc>
                <a:spcPct val="90000"/>
              </a:lnSpc>
              <a:spcBef>
                <a:spcPts val="667"/>
              </a:spcBef>
              <a:spcAft>
                <a:spcPts val="0"/>
              </a:spcAft>
              <a:buClr>
                <a:schemeClr val="dk1"/>
              </a:buClr>
              <a:buSzPts val="1440"/>
              <a:buChar char="•"/>
              <a:defRPr/>
            </a:lvl3pPr>
            <a:lvl4pPr indent="-320039" lvl="3" marL="1828800" algn="l">
              <a:lnSpc>
                <a:spcPct val="90000"/>
              </a:lnSpc>
              <a:spcBef>
                <a:spcPts val="667"/>
              </a:spcBef>
              <a:spcAft>
                <a:spcPts val="0"/>
              </a:spcAft>
              <a:buClr>
                <a:schemeClr val="dk1"/>
              </a:buClr>
              <a:buSzPts val="1440"/>
              <a:buChar char="•"/>
              <a:defRPr/>
            </a:lvl4pPr>
            <a:lvl5pPr indent="-320039" lvl="4" marL="2286000" algn="l">
              <a:lnSpc>
                <a:spcPct val="90000"/>
              </a:lnSpc>
              <a:spcBef>
                <a:spcPts val="667"/>
              </a:spcBef>
              <a:spcAft>
                <a:spcPts val="0"/>
              </a:spcAft>
              <a:buClr>
                <a:schemeClr val="dk1"/>
              </a:buClr>
              <a:buSzPts val="1440"/>
              <a:buChar char="•"/>
              <a:defRPr/>
            </a:lvl5pPr>
            <a:lvl6pPr indent="-342900" lvl="5" marL="2743200" algn="l">
              <a:lnSpc>
                <a:spcPct val="90000"/>
              </a:lnSpc>
              <a:spcBef>
                <a:spcPts val="667"/>
              </a:spcBef>
              <a:spcAft>
                <a:spcPts val="0"/>
              </a:spcAft>
              <a:buClr>
                <a:schemeClr val="dk1"/>
              </a:buClr>
              <a:buSzPts val="1800"/>
              <a:buChar char="•"/>
              <a:defRPr/>
            </a:lvl6pPr>
            <a:lvl7pPr indent="-342900" lvl="6" marL="3200400" algn="l">
              <a:lnSpc>
                <a:spcPct val="90000"/>
              </a:lnSpc>
              <a:spcBef>
                <a:spcPts val="667"/>
              </a:spcBef>
              <a:spcAft>
                <a:spcPts val="0"/>
              </a:spcAft>
              <a:buClr>
                <a:schemeClr val="dk1"/>
              </a:buClr>
              <a:buSzPts val="1800"/>
              <a:buChar char="•"/>
              <a:defRPr/>
            </a:lvl7pPr>
            <a:lvl8pPr indent="-342900" lvl="7" marL="3657600" algn="l">
              <a:lnSpc>
                <a:spcPct val="90000"/>
              </a:lnSpc>
              <a:spcBef>
                <a:spcPts val="667"/>
              </a:spcBef>
              <a:spcAft>
                <a:spcPts val="0"/>
              </a:spcAft>
              <a:buClr>
                <a:schemeClr val="dk1"/>
              </a:buClr>
              <a:buSzPts val="1800"/>
              <a:buChar char="•"/>
              <a:defRPr/>
            </a:lvl8pPr>
            <a:lvl9pPr indent="-342900" lvl="8" marL="4114800" algn="l">
              <a:lnSpc>
                <a:spcPct val="90000"/>
              </a:lnSpc>
              <a:spcBef>
                <a:spcPts val="667"/>
              </a:spcBef>
              <a:spcAft>
                <a:spcPts val="0"/>
              </a:spcAft>
              <a:buClr>
                <a:schemeClr val="dk1"/>
              </a:buClr>
              <a:buSzPts val="1800"/>
              <a:buChar char="•"/>
              <a:defRPr/>
            </a:lvl9pPr>
          </a:lstStyle>
          <a:p/>
        </p:txBody>
      </p:sp>
      <p:sp>
        <p:nvSpPr>
          <p:cNvPr id="81" name="Google Shape;81;p17"/>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cxnSp>
        <p:nvCxnSpPr>
          <p:cNvPr id="82" name="Google Shape;82;p17"/>
          <p:cNvCxnSpPr/>
          <p:nvPr/>
        </p:nvCxnSpPr>
        <p:spPr>
          <a:xfrm>
            <a:off x="3610897" y="976745"/>
            <a:ext cx="0" cy="4572000"/>
          </a:xfrm>
          <a:prstGeom prst="straightConnector1">
            <a:avLst/>
          </a:prstGeom>
          <a:noFill/>
          <a:ln cap="flat" cmpd="sng" w="28575">
            <a:solidFill>
              <a:srgbClr val="9B1D23"/>
            </a:solidFill>
            <a:prstDash val="solid"/>
            <a:miter lim="800000"/>
            <a:headEnd len="sm" w="sm" type="none"/>
            <a:tailEnd len="sm" w="sm" type="none"/>
          </a:ln>
        </p:spPr>
      </p:cxnSp>
      <p:pic>
        <p:nvPicPr>
          <p:cNvPr id="83" name="Google Shape;83;p17"/>
          <p:cNvPicPr preferRelativeResize="0"/>
          <p:nvPr/>
        </p:nvPicPr>
        <p:blipFill rotWithShape="1">
          <a:blip r:embed="rId2">
            <a:alphaModFix/>
          </a:blip>
          <a:srcRect b="0" l="0" r="0" t="0"/>
          <a:stretch/>
        </p:blipFill>
        <p:spPr>
          <a:xfrm>
            <a:off x="101738" y="2087880"/>
            <a:ext cx="3479663" cy="2682240"/>
          </a:xfrm>
          <a:prstGeom prst="rect">
            <a:avLst/>
          </a:prstGeom>
          <a:noFill/>
          <a:ln>
            <a:noFill/>
          </a:ln>
        </p:spPr>
      </p:pic>
      <p:sp>
        <p:nvSpPr>
          <p:cNvPr id="84" name="Google Shape;84;p17"/>
          <p:cNvSpPr/>
          <p:nvPr/>
        </p:nvSpPr>
        <p:spPr>
          <a:xfrm>
            <a:off x="10383520" y="55880"/>
            <a:ext cx="1707000" cy="731400"/>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FFFFFF"/>
              </a:solidFill>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6"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3"/>
          <p:cNvPicPr preferRelativeResize="0"/>
          <p:nvPr/>
        </p:nvPicPr>
        <p:blipFill rotWithShape="1">
          <a:blip r:embed="rId1">
            <a:alphaModFix/>
          </a:blip>
          <a:srcRect b="0" l="0" r="0" t="0"/>
          <a:stretch/>
        </p:blipFill>
        <p:spPr>
          <a:xfrm>
            <a:off x="10668000" y="3"/>
            <a:ext cx="1274928" cy="984244"/>
          </a:xfrm>
          <a:prstGeom prst="rect">
            <a:avLst/>
          </a:prstGeom>
          <a:noFill/>
          <a:ln>
            <a:noFill/>
          </a:ln>
        </p:spPr>
      </p:pic>
      <p:sp>
        <p:nvSpPr>
          <p:cNvPr id="11" name="Google Shape;11;p3"/>
          <p:cNvSpPr txBox="1"/>
          <p:nvPr>
            <p:ph type="title"/>
          </p:nvPr>
        </p:nvSpPr>
        <p:spPr>
          <a:xfrm>
            <a:off x="501400" y="643909"/>
            <a:ext cx="11175900" cy="660300"/>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rgbClr val="9B1D23"/>
              </a:buClr>
              <a:buSzPts val="4267"/>
              <a:buFont typeface="Arial Black"/>
              <a:buNone/>
              <a:defRPr b="1" i="0" sz="4267" u="none" cap="none" strike="noStrike">
                <a:solidFill>
                  <a:srgbClr val="9B1D23"/>
                </a:solidFill>
                <a:latin typeface="Arial Black"/>
                <a:ea typeface="Arial Black"/>
                <a:cs typeface="Arial Black"/>
                <a:sym typeface="Arial Black"/>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 name="Google Shape;12;p3"/>
          <p:cNvSpPr txBox="1"/>
          <p:nvPr>
            <p:ph idx="1" type="body"/>
          </p:nvPr>
        </p:nvSpPr>
        <p:spPr>
          <a:xfrm>
            <a:off x="501400" y="1605475"/>
            <a:ext cx="11175900" cy="4389000"/>
          </a:xfrm>
          <a:prstGeom prst="rect">
            <a:avLst/>
          </a:prstGeom>
          <a:noFill/>
          <a:ln>
            <a:noFill/>
          </a:ln>
        </p:spPr>
        <p:txBody>
          <a:bodyPr anchorCtr="0" anchor="t" bIns="45700" lIns="91425" spcFirstLastPara="1" rIns="91425" wrap="square" tIns="45700">
            <a:normAutofit/>
          </a:bodyPr>
          <a:lstStyle>
            <a:lvl1pPr indent="-391160" lvl="0" marL="457200" marR="0" rtl="0" algn="l">
              <a:lnSpc>
                <a:spcPct val="90000"/>
              </a:lnSpc>
              <a:spcBef>
                <a:spcPts val="1333"/>
              </a:spcBef>
              <a:spcAft>
                <a:spcPts val="0"/>
              </a:spcAft>
              <a:buClr>
                <a:schemeClr val="dk1"/>
              </a:buClr>
              <a:buSzPts val="2560"/>
              <a:buFont typeface="Arial"/>
              <a:buChar char="•"/>
              <a:defRPr b="0" i="0" sz="3200" u="none" cap="none" strike="noStrike">
                <a:solidFill>
                  <a:schemeClr val="dk1"/>
                </a:solidFill>
                <a:latin typeface="Calibri"/>
                <a:ea typeface="Calibri"/>
                <a:cs typeface="Calibri"/>
                <a:sym typeface="Calibri"/>
              </a:defRPr>
            </a:lvl1pPr>
            <a:lvl2pPr indent="-364108" lvl="1" marL="914400" marR="0" rtl="0" algn="l">
              <a:lnSpc>
                <a:spcPct val="90000"/>
              </a:lnSpc>
              <a:spcBef>
                <a:spcPts val="667"/>
              </a:spcBef>
              <a:spcAft>
                <a:spcPts val="0"/>
              </a:spcAft>
              <a:buClr>
                <a:schemeClr val="dk1"/>
              </a:buClr>
              <a:buSzPts val="2134"/>
              <a:buFont typeface="Arial"/>
              <a:buChar char="•"/>
              <a:defRPr b="0" i="0" sz="2667" u="none" cap="none" strike="noStrike">
                <a:solidFill>
                  <a:schemeClr val="dk1"/>
                </a:solidFill>
                <a:latin typeface="Calibri"/>
                <a:ea typeface="Calibri"/>
                <a:cs typeface="Calibri"/>
                <a:sym typeface="Calibri"/>
              </a:defRPr>
            </a:lvl2pPr>
            <a:lvl3pPr indent="-350519" lvl="2" marL="1371600" marR="0" rtl="0" algn="l">
              <a:lnSpc>
                <a:spcPct val="90000"/>
              </a:lnSpc>
              <a:spcBef>
                <a:spcPts val="667"/>
              </a:spcBef>
              <a:spcAft>
                <a:spcPts val="0"/>
              </a:spcAft>
              <a:buClr>
                <a:schemeClr val="dk1"/>
              </a:buClr>
              <a:buSzPts val="1920"/>
              <a:buFont typeface="Arial"/>
              <a:buChar char="•"/>
              <a:defRPr b="0" i="0" sz="2400" u="none" cap="none" strike="noStrike">
                <a:solidFill>
                  <a:schemeClr val="dk1"/>
                </a:solidFill>
                <a:latin typeface="Calibri"/>
                <a:ea typeface="Calibri"/>
                <a:cs typeface="Calibri"/>
                <a:sym typeface="Calibri"/>
              </a:defRPr>
            </a:lvl3pPr>
            <a:lvl4pPr indent="-336931" lvl="3" marL="1828800" marR="0" rtl="0" algn="l">
              <a:lnSpc>
                <a:spcPct val="90000"/>
              </a:lnSpc>
              <a:spcBef>
                <a:spcPts val="667"/>
              </a:spcBef>
              <a:spcAft>
                <a:spcPts val="0"/>
              </a:spcAft>
              <a:buClr>
                <a:schemeClr val="dk1"/>
              </a:buClr>
              <a:buSzPts val="1706"/>
              <a:buFont typeface="Arial"/>
              <a:buChar char="•"/>
              <a:defRPr b="0" i="0" sz="2133" u="none" cap="none" strike="noStrike">
                <a:solidFill>
                  <a:schemeClr val="dk1"/>
                </a:solidFill>
                <a:latin typeface="Calibri"/>
                <a:ea typeface="Calibri"/>
                <a:cs typeface="Calibri"/>
                <a:sym typeface="Calibri"/>
              </a:defRPr>
            </a:lvl4pPr>
            <a:lvl5pPr indent="-336931" lvl="4" marL="2286000" marR="0" rtl="0" algn="l">
              <a:lnSpc>
                <a:spcPct val="90000"/>
              </a:lnSpc>
              <a:spcBef>
                <a:spcPts val="667"/>
              </a:spcBef>
              <a:spcAft>
                <a:spcPts val="0"/>
              </a:spcAft>
              <a:buClr>
                <a:schemeClr val="dk1"/>
              </a:buClr>
              <a:buSzPts val="1706"/>
              <a:buFont typeface="Arial"/>
              <a:buChar char="•"/>
              <a:defRPr b="0" i="0" sz="2133" u="none" cap="none" strike="noStrike">
                <a:solidFill>
                  <a:schemeClr val="dk1"/>
                </a:solidFill>
                <a:latin typeface="Calibri"/>
                <a:ea typeface="Calibri"/>
                <a:cs typeface="Calibri"/>
                <a:sym typeface="Calibri"/>
              </a:defRPr>
            </a:lvl5pPr>
            <a:lvl6pPr indent="-381000" lvl="5" marL="2743200" marR="0" rtl="0" algn="l">
              <a:lnSpc>
                <a:spcPct val="90000"/>
              </a:lnSpc>
              <a:spcBef>
                <a:spcPts val="667"/>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6pPr>
            <a:lvl7pPr indent="-381000" lvl="6" marL="3200400" marR="0" rtl="0" algn="l">
              <a:lnSpc>
                <a:spcPct val="90000"/>
              </a:lnSpc>
              <a:spcBef>
                <a:spcPts val="667"/>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7pPr>
            <a:lvl8pPr indent="-381000" lvl="7" marL="3657600" marR="0" rtl="0" algn="l">
              <a:lnSpc>
                <a:spcPct val="90000"/>
              </a:lnSpc>
              <a:spcBef>
                <a:spcPts val="667"/>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8pPr>
            <a:lvl9pPr indent="-381000" lvl="8" marL="4114800" marR="0" rtl="0" algn="l">
              <a:lnSpc>
                <a:spcPct val="90000"/>
              </a:lnSpc>
              <a:spcBef>
                <a:spcPts val="667"/>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9pPr>
          </a:lstStyle>
          <a:p/>
        </p:txBody>
      </p:sp>
      <p:sp>
        <p:nvSpPr>
          <p:cNvPr id="13" name="Google Shape;13;p3"/>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1pPr>
            <a:lvl2pPr indent="0" lvl="1" marL="0" marR="0" rtl="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2pPr>
            <a:lvl3pPr indent="0" lvl="2" marL="0" marR="0" rtl="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3pPr>
            <a:lvl4pPr indent="0" lvl="3" marL="0" marR="0" rtl="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4pPr>
            <a:lvl5pPr indent="0" lvl="4" marL="0" marR="0" rtl="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5pPr>
            <a:lvl6pPr indent="0" lvl="5" marL="0" marR="0" rtl="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6pPr>
            <a:lvl7pPr indent="0" lvl="6" marL="0" marR="0" rtl="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7pPr>
            <a:lvl8pPr indent="0" lvl="7" marL="0" marR="0" rtl="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8pPr>
            <a:lvl9pPr indent="0" lvl="8" marL="0" marR="0" rtl="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
        <p:nvSpPr>
          <p:cNvPr id="14" name="Google Shape;14;p3"/>
          <p:cNvSpPr txBox="1"/>
          <p:nvPr/>
        </p:nvSpPr>
        <p:spPr>
          <a:xfrm>
            <a:off x="5174913" y="6591263"/>
            <a:ext cx="7032900" cy="266700"/>
          </a:xfrm>
          <a:prstGeom prst="rect">
            <a:avLst/>
          </a:prstGeom>
          <a:noFill/>
          <a:ln>
            <a:noFill/>
          </a:ln>
        </p:spPr>
        <p:txBody>
          <a:bodyPr anchorCtr="0" anchor="t" bIns="60950" lIns="121900" spcFirstLastPara="1" rIns="121900" wrap="square" tIns="60950">
            <a:spAutoFit/>
          </a:bodyPr>
          <a:lstStyle/>
          <a:p>
            <a:pPr indent="0" lvl="0" marL="0" marR="0" rtl="0" algn="r">
              <a:lnSpc>
                <a:spcPct val="100000"/>
              </a:lnSpc>
              <a:spcBef>
                <a:spcPts val="0"/>
              </a:spcBef>
              <a:spcAft>
                <a:spcPts val="0"/>
              </a:spcAft>
              <a:buClr>
                <a:srgbClr val="000000"/>
              </a:buClr>
              <a:buSzPts val="933"/>
              <a:buFont typeface="Arial"/>
              <a:buNone/>
            </a:pPr>
            <a:r>
              <a:rPr b="1" i="0" lang="en-US" sz="933" u="none" cap="none" strike="noStrike">
                <a:solidFill>
                  <a:srgbClr val="9B1D23"/>
                </a:solidFill>
                <a:latin typeface="Arial"/>
                <a:ea typeface="Arial"/>
                <a:cs typeface="Arial"/>
                <a:sym typeface="Arial"/>
              </a:rPr>
              <a:t>THIS DOCUMENT IS THE PROPERTY OF BANK OF THE PHILIPPINE ISLANDS.  STRICTLY CONFIDENTIAL.</a:t>
            </a:r>
            <a:endParaRPr b="0" i="0" sz="1400" u="none" cap="none" strike="noStrike">
              <a:solidFill>
                <a:srgbClr val="000000"/>
              </a:solidFill>
              <a:latin typeface="Arial"/>
              <a:ea typeface="Arial"/>
              <a:cs typeface="Arial"/>
              <a:sym typeface="Arial"/>
            </a:endParaRPr>
          </a:p>
        </p:txBody>
      </p:sp>
      <p:sp>
        <p:nvSpPr>
          <p:cNvPr id="15" name="Google Shape;15;p3"/>
          <p:cNvSpPr txBox="1"/>
          <p:nvPr/>
        </p:nvSpPr>
        <p:spPr>
          <a:xfrm>
            <a:off x="5757863" y="63500"/>
            <a:ext cx="701700" cy="15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FF0000"/>
                </a:solidFill>
                <a:latin typeface="Arial"/>
                <a:ea typeface="Arial"/>
                <a:cs typeface="Arial"/>
                <a:sym typeface="Arial"/>
              </a:rPr>
              <a:t>Confidential</a:t>
            </a:r>
            <a:endParaRPr b="0" i="0" sz="1400" u="none" cap="none" strike="noStrike">
              <a:solidFill>
                <a:srgbClr val="000000"/>
              </a:solidFill>
              <a:latin typeface="Arial"/>
              <a:ea typeface="Arial"/>
              <a:cs typeface="Arial"/>
              <a:sym typeface="Arial"/>
            </a:endParaRPr>
          </a:p>
        </p:txBody>
      </p:sp>
      <p:sp>
        <p:nvSpPr>
          <p:cNvPr id="16" name="Google Shape;16;p3"/>
          <p:cNvSpPr txBox="1"/>
          <p:nvPr/>
        </p:nvSpPr>
        <p:spPr>
          <a:xfrm>
            <a:off x="1515237" y="6642100"/>
            <a:ext cx="9186900" cy="15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This document contains confidential data. It is intended solely for  the use of authorized recipient(s). Unauthorized use, disclosure, or reproduction  is strictly prohibited.</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12.png"/><Relationship Id="rId4" Type="http://schemas.openxmlformats.org/officeDocument/2006/relationships/image" Target="../media/image1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11.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8" name="Shape 88"/>
        <p:cNvGrpSpPr/>
        <p:nvPr/>
      </p:nvGrpSpPr>
      <p:grpSpPr>
        <a:xfrm>
          <a:off x="0" y="0"/>
          <a:ext cx="0" cy="0"/>
          <a:chOff x="0" y="0"/>
          <a:chExt cx="0" cy="0"/>
        </a:xfrm>
      </p:grpSpPr>
      <p:sp>
        <p:nvSpPr>
          <p:cNvPr id="89" name="Google Shape;89;p1"/>
          <p:cNvSpPr txBox="1"/>
          <p:nvPr>
            <p:ph type="ctrTitle"/>
          </p:nvPr>
        </p:nvSpPr>
        <p:spPr>
          <a:xfrm>
            <a:off x="3848103" y="983674"/>
            <a:ext cx="6819900" cy="2817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9B1D23"/>
              </a:buClr>
              <a:buSzPts val="5300"/>
              <a:buFont typeface="Arial Black"/>
              <a:buNone/>
            </a:pPr>
            <a:r>
              <a:rPr lang="en-US"/>
              <a:t>Introduction to APIs</a:t>
            </a:r>
            <a:endParaRPr/>
          </a:p>
        </p:txBody>
      </p:sp>
      <p:sp>
        <p:nvSpPr>
          <p:cNvPr id="90" name="Google Shape;90;p1"/>
          <p:cNvSpPr txBox="1"/>
          <p:nvPr>
            <p:ph idx="1" type="subTitle"/>
          </p:nvPr>
        </p:nvSpPr>
        <p:spPr>
          <a:xfrm>
            <a:off x="3848103" y="3892984"/>
            <a:ext cx="6819900" cy="165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440"/>
              <a:buNone/>
            </a:pPr>
            <a:r>
              <a:rPr i="1" lang="en-US" sz="1800"/>
              <a:t>by BPI</a:t>
            </a:r>
            <a:endParaRPr/>
          </a:p>
        </p:txBody>
      </p:sp>
      <p:sp>
        <p:nvSpPr>
          <p:cNvPr id="91" name="Google Shape;91;p1"/>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600"/>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g39a1362b7ee_0_87"/>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98" name="Google Shape;98;g39a1362b7ee_0_87"/>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99" name="Google Shape;99;g39a1362b7ee_0_87"/>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25779"/>
              <a:buFont typeface="Arial"/>
              <a:buNone/>
            </a:pPr>
            <a:r>
              <a:rPr lang="en-US"/>
              <a:t>What You’ll Learn</a:t>
            </a:r>
            <a:endParaRPr/>
          </a:p>
          <a:p>
            <a:pPr indent="0" lvl="0" marL="0" rtl="0" algn="l">
              <a:spcBef>
                <a:spcPts val="0"/>
              </a:spcBef>
              <a:spcAft>
                <a:spcPts val="0"/>
              </a:spcAft>
              <a:buClr>
                <a:schemeClr val="dk1"/>
              </a:buClr>
              <a:buSzPct val="25779"/>
              <a:buFont typeface="Arial"/>
              <a:buNone/>
            </a:pPr>
            <a:r>
              <a:t/>
            </a:r>
            <a:endParaRPr/>
          </a:p>
          <a:p>
            <a:pPr indent="0" lvl="0" marL="0" marR="0" rtl="0" algn="l">
              <a:lnSpc>
                <a:spcPct val="90000"/>
              </a:lnSpc>
              <a:spcBef>
                <a:spcPts val="0"/>
              </a:spcBef>
              <a:spcAft>
                <a:spcPts val="0"/>
              </a:spcAft>
              <a:buClr>
                <a:srgbClr val="9B1D23"/>
              </a:buClr>
              <a:buSzPct val="124209"/>
              <a:buFont typeface="Arial Black"/>
              <a:buNone/>
            </a:pPr>
            <a:r>
              <a:t/>
            </a:r>
            <a:endParaRPr/>
          </a:p>
        </p:txBody>
      </p:sp>
      <p:sp>
        <p:nvSpPr>
          <p:cNvPr id="100" name="Google Shape;100;g39a1362b7ee_0_87"/>
          <p:cNvSpPr txBox="1"/>
          <p:nvPr/>
        </p:nvSpPr>
        <p:spPr>
          <a:xfrm>
            <a:off x="595975" y="1764525"/>
            <a:ext cx="10150500" cy="2724300"/>
          </a:xfrm>
          <a:prstGeom prst="rect">
            <a:avLst/>
          </a:prstGeom>
          <a:noFill/>
          <a:ln>
            <a:noFill/>
          </a:ln>
        </p:spPr>
        <p:txBody>
          <a:bodyPr anchorCtr="0" anchor="t" bIns="91425" lIns="91425" spcFirstLastPara="1" rIns="91425" wrap="square" tIns="91425">
            <a:spAutoFit/>
          </a:bodyPr>
          <a:lstStyle/>
          <a:p>
            <a:pPr indent="-419100" lvl="0" marL="457200" rtl="0" algn="l">
              <a:lnSpc>
                <a:spcPct val="150000"/>
              </a:lnSpc>
              <a:spcBef>
                <a:spcPts val="0"/>
              </a:spcBef>
              <a:spcAft>
                <a:spcPts val="0"/>
              </a:spcAft>
              <a:buClr>
                <a:schemeClr val="dk1"/>
              </a:buClr>
              <a:buSzPts val="3000"/>
              <a:buFont typeface="Lexend"/>
              <a:buAutoNum type="arabicPeriod"/>
            </a:pPr>
            <a:r>
              <a:rPr b="1" lang="en-US" sz="3000">
                <a:solidFill>
                  <a:schemeClr val="dk1"/>
                </a:solidFill>
                <a:latin typeface="Lexend"/>
                <a:ea typeface="Lexend"/>
                <a:cs typeface="Lexend"/>
                <a:sym typeface="Lexend"/>
              </a:rPr>
              <a:t>What is an API and RESTful APIs</a:t>
            </a:r>
            <a:endParaRPr b="1" sz="3000">
              <a:solidFill>
                <a:schemeClr val="dk1"/>
              </a:solidFill>
              <a:latin typeface="Lexend"/>
              <a:ea typeface="Lexend"/>
              <a:cs typeface="Lexend"/>
              <a:sym typeface="Lexend"/>
            </a:endParaRPr>
          </a:p>
          <a:p>
            <a:pPr indent="-419100" lvl="0" marL="457200" rtl="0" algn="l">
              <a:lnSpc>
                <a:spcPct val="150000"/>
              </a:lnSpc>
              <a:spcBef>
                <a:spcPts val="0"/>
              </a:spcBef>
              <a:spcAft>
                <a:spcPts val="0"/>
              </a:spcAft>
              <a:buClr>
                <a:schemeClr val="dk1"/>
              </a:buClr>
              <a:buSzPts val="3000"/>
              <a:buFont typeface="Lexend"/>
              <a:buAutoNum type="arabicPeriod"/>
            </a:pPr>
            <a:r>
              <a:rPr b="1" lang="en-US" sz="3000">
                <a:solidFill>
                  <a:schemeClr val="dk1"/>
                </a:solidFill>
                <a:latin typeface="Lexend"/>
                <a:ea typeface="Lexend"/>
                <a:cs typeface="Lexend"/>
                <a:sym typeface="Lexend"/>
              </a:rPr>
              <a:t>HTTP</a:t>
            </a:r>
            <a:endParaRPr b="1" sz="3000">
              <a:solidFill>
                <a:schemeClr val="dk1"/>
              </a:solidFill>
              <a:latin typeface="Lexend"/>
              <a:ea typeface="Lexend"/>
              <a:cs typeface="Lexend"/>
              <a:sym typeface="Lexend"/>
            </a:endParaRPr>
          </a:p>
          <a:p>
            <a:pPr indent="-419100" lvl="0" marL="457200" rtl="0" algn="l">
              <a:lnSpc>
                <a:spcPct val="150000"/>
              </a:lnSpc>
              <a:spcBef>
                <a:spcPts val="0"/>
              </a:spcBef>
              <a:spcAft>
                <a:spcPts val="0"/>
              </a:spcAft>
              <a:buClr>
                <a:schemeClr val="dk1"/>
              </a:buClr>
              <a:buSzPts val="3000"/>
              <a:buFont typeface="Lexend"/>
              <a:buAutoNum type="arabicPeriod"/>
            </a:pPr>
            <a:r>
              <a:rPr b="1" lang="en-US" sz="3000">
                <a:solidFill>
                  <a:schemeClr val="dk1"/>
                </a:solidFill>
                <a:latin typeface="Lexend"/>
                <a:ea typeface="Lexend"/>
                <a:cs typeface="Lexend"/>
                <a:sym typeface="Lexend"/>
              </a:rPr>
              <a:t>JSON and Serialization w/ Jackson</a:t>
            </a:r>
            <a:endParaRPr b="1" sz="3000">
              <a:solidFill>
                <a:schemeClr val="dk1"/>
              </a:solidFill>
              <a:latin typeface="Lexend"/>
              <a:ea typeface="Lexend"/>
              <a:cs typeface="Lexend"/>
              <a:sym typeface="Lexend"/>
            </a:endParaRPr>
          </a:p>
          <a:p>
            <a:pPr indent="-419100" lvl="0" marL="457200" rtl="0" algn="l">
              <a:lnSpc>
                <a:spcPct val="150000"/>
              </a:lnSpc>
              <a:spcBef>
                <a:spcPts val="0"/>
              </a:spcBef>
              <a:spcAft>
                <a:spcPts val="0"/>
              </a:spcAft>
              <a:buClr>
                <a:schemeClr val="dk1"/>
              </a:buClr>
              <a:buSzPts val="3000"/>
              <a:buFont typeface="Lexend"/>
              <a:buAutoNum type="arabicPeriod"/>
            </a:pPr>
            <a:r>
              <a:rPr b="1" lang="en-US" sz="3000">
                <a:solidFill>
                  <a:schemeClr val="dk1"/>
                </a:solidFill>
                <a:latin typeface="Lexend"/>
                <a:ea typeface="Lexend"/>
                <a:cs typeface="Lexend"/>
                <a:sym typeface="Lexend"/>
              </a:rPr>
              <a:t>Building a REST API</a:t>
            </a:r>
            <a:endParaRPr b="1" sz="3000">
              <a:solidFill>
                <a:schemeClr val="dk1"/>
              </a:solidFill>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g3c35b158342_0_0"/>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107" name="Google Shape;107;g3c35b158342_0_0"/>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108" name="Google Shape;108;g3c35b158342_0_0"/>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rgbClr val="9B1D23"/>
              </a:buClr>
              <a:buSzPct val="124209"/>
              <a:buFont typeface="Arial Black"/>
              <a:buNone/>
            </a:pPr>
            <a:r>
              <a:rPr b="1" i="0" lang="en-US" sz="4267" u="none" cap="none" strike="noStrike">
                <a:solidFill>
                  <a:srgbClr val="9B1D23"/>
                </a:solidFill>
                <a:latin typeface="Arial Black"/>
                <a:ea typeface="Arial Black"/>
                <a:cs typeface="Arial Black"/>
                <a:sym typeface="Arial Black"/>
              </a:rPr>
              <a:t>What </a:t>
            </a:r>
            <a:r>
              <a:rPr lang="en-US"/>
              <a:t>We’ll Discuss</a:t>
            </a:r>
            <a:endParaRPr/>
          </a:p>
          <a:p>
            <a:pPr indent="0" lvl="0" marL="0" marR="0" rtl="0" algn="l">
              <a:lnSpc>
                <a:spcPct val="90000"/>
              </a:lnSpc>
              <a:spcBef>
                <a:spcPts val="0"/>
              </a:spcBef>
              <a:spcAft>
                <a:spcPts val="0"/>
              </a:spcAft>
              <a:buClr>
                <a:srgbClr val="9B1D23"/>
              </a:buClr>
              <a:buSzPct val="124209"/>
              <a:buFont typeface="Arial Black"/>
              <a:buNone/>
            </a:pPr>
            <a:r>
              <a:t/>
            </a:r>
            <a:endParaRPr/>
          </a:p>
        </p:txBody>
      </p:sp>
      <p:sp>
        <p:nvSpPr>
          <p:cNvPr id="109" name="Google Shape;109;g3c35b158342_0_0"/>
          <p:cNvSpPr txBox="1"/>
          <p:nvPr/>
        </p:nvSpPr>
        <p:spPr>
          <a:xfrm>
            <a:off x="595975" y="1764525"/>
            <a:ext cx="10150500" cy="2031900"/>
          </a:xfrm>
          <a:prstGeom prst="rect">
            <a:avLst/>
          </a:prstGeom>
          <a:noFill/>
          <a:ln>
            <a:noFill/>
          </a:ln>
        </p:spPr>
        <p:txBody>
          <a:bodyPr anchorCtr="0" anchor="t" bIns="91425" lIns="91425" spcFirstLastPara="1" rIns="91425" wrap="square" tIns="91425">
            <a:spAutoFit/>
          </a:bodyPr>
          <a:lstStyle/>
          <a:p>
            <a:pPr indent="-419100" lvl="0" marL="457200" rtl="0" algn="l">
              <a:lnSpc>
                <a:spcPct val="150000"/>
              </a:lnSpc>
              <a:spcBef>
                <a:spcPts val="0"/>
              </a:spcBef>
              <a:spcAft>
                <a:spcPts val="0"/>
              </a:spcAft>
              <a:buClr>
                <a:schemeClr val="dk1"/>
              </a:buClr>
              <a:buSzPts val="3000"/>
              <a:buFont typeface="Lexend"/>
              <a:buAutoNum type="arabicPeriod"/>
            </a:pPr>
            <a:r>
              <a:rPr b="1" lang="en-US" sz="3000">
                <a:solidFill>
                  <a:schemeClr val="dk1"/>
                </a:solidFill>
                <a:latin typeface="Lexend"/>
                <a:ea typeface="Lexend"/>
                <a:cs typeface="Lexend"/>
                <a:sym typeface="Lexend"/>
              </a:rPr>
              <a:t>Definition of API</a:t>
            </a:r>
            <a:endParaRPr b="1" sz="3000">
              <a:solidFill>
                <a:schemeClr val="dk1"/>
              </a:solidFill>
              <a:latin typeface="Lexend"/>
              <a:ea typeface="Lexend"/>
              <a:cs typeface="Lexend"/>
              <a:sym typeface="Lexend"/>
            </a:endParaRPr>
          </a:p>
          <a:p>
            <a:pPr indent="-419100" lvl="0" marL="457200" rtl="0" algn="l">
              <a:lnSpc>
                <a:spcPct val="150000"/>
              </a:lnSpc>
              <a:spcBef>
                <a:spcPts val="0"/>
              </a:spcBef>
              <a:spcAft>
                <a:spcPts val="0"/>
              </a:spcAft>
              <a:buClr>
                <a:schemeClr val="dk1"/>
              </a:buClr>
              <a:buSzPts val="3000"/>
              <a:buFont typeface="Lexend"/>
              <a:buAutoNum type="arabicPeriod"/>
            </a:pPr>
            <a:r>
              <a:rPr b="1" lang="en-US" sz="3000">
                <a:solidFill>
                  <a:schemeClr val="dk1"/>
                </a:solidFill>
                <a:latin typeface="Lexend"/>
                <a:ea typeface="Lexend"/>
                <a:cs typeface="Lexend"/>
                <a:sym typeface="Lexend"/>
              </a:rPr>
              <a:t>Short history of APIs</a:t>
            </a:r>
            <a:endParaRPr b="1" sz="3000">
              <a:solidFill>
                <a:schemeClr val="dk1"/>
              </a:solidFill>
              <a:latin typeface="Lexend"/>
              <a:ea typeface="Lexend"/>
              <a:cs typeface="Lexend"/>
              <a:sym typeface="Lexend"/>
            </a:endParaRPr>
          </a:p>
          <a:p>
            <a:pPr indent="-419100" lvl="0" marL="457200" rtl="0" algn="l">
              <a:lnSpc>
                <a:spcPct val="150000"/>
              </a:lnSpc>
              <a:spcBef>
                <a:spcPts val="0"/>
              </a:spcBef>
              <a:spcAft>
                <a:spcPts val="0"/>
              </a:spcAft>
              <a:buClr>
                <a:schemeClr val="dk1"/>
              </a:buClr>
              <a:buSzPts val="3000"/>
              <a:buFont typeface="Lexend"/>
              <a:buAutoNum type="arabicPeriod"/>
            </a:pPr>
            <a:r>
              <a:rPr b="1" lang="en-US" sz="3000">
                <a:solidFill>
                  <a:schemeClr val="dk1"/>
                </a:solidFill>
                <a:latin typeface="Lexend"/>
                <a:ea typeface="Lexend"/>
                <a:cs typeface="Lexend"/>
                <a:sym typeface="Lexend"/>
              </a:rPr>
              <a:t>RESTful APIs and HTTP</a:t>
            </a:r>
            <a:endParaRPr b="1" sz="3000">
              <a:solidFill>
                <a:schemeClr val="dk1"/>
              </a:solidFill>
              <a:latin typeface="Lexend"/>
              <a:ea typeface="Lexend"/>
              <a:cs typeface="Lexend"/>
              <a:sym typeface="Lexen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g39a1362b7ee_0_20"/>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116" name="Google Shape;116;g39a1362b7ee_0_20"/>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117" name="Google Shape;117;g39a1362b7ee_0_20"/>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25779"/>
              <a:buFont typeface="Arial"/>
              <a:buNone/>
            </a:pPr>
            <a:r>
              <a:rPr lang="en-US"/>
              <a:t>What is an API</a:t>
            </a:r>
            <a:endParaRPr/>
          </a:p>
          <a:p>
            <a:pPr indent="0" lvl="0" marL="0" rtl="0" algn="l">
              <a:spcBef>
                <a:spcPts val="0"/>
              </a:spcBef>
              <a:spcAft>
                <a:spcPts val="0"/>
              </a:spcAft>
              <a:buClr>
                <a:schemeClr val="dk1"/>
              </a:buClr>
              <a:buSzPct val="25779"/>
              <a:buFont typeface="Arial"/>
              <a:buNone/>
            </a:pPr>
            <a:r>
              <a:t/>
            </a:r>
            <a:endParaRPr/>
          </a:p>
          <a:p>
            <a:pPr indent="0" lvl="0" marL="0" marR="0" rtl="0" algn="l">
              <a:lnSpc>
                <a:spcPct val="90000"/>
              </a:lnSpc>
              <a:spcBef>
                <a:spcPts val="0"/>
              </a:spcBef>
              <a:spcAft>
                <a:spcPts val="0"/>
              </a:spcAft>
              <a:buClr>
                <a:srgbClr val="9B1D23"/>
              </a:buClr>
              <a:buSzPct val="124209"/>
              <a:buFont typeface="Arial Black"/>
              <a:buNone/>
            </a:pPr>
            <a:r>
              <a:t/>
            </a:r>
            <a:endParaRPr/>
          </a:p>
        </p:txBody>
      </p:sp>
      <p:sp>
        <p:nvSpPr>
          <p:cNvPr id="118" name="Google Shape;118;g39a1362b7ee_0_20"/>
          <p:cNvSpPr txBox="1"/>
          <p:nvPr/>
        </p:nvSpPr>
        <p:spPr>
          <a:xfrm>
            <a:off x="517400" y="1764525"/>
            <a:ext cx="10150500" cy="4417500"/>
          </a:xfrm>
          <a:prstGeom prst="rect">
            <a:avLst/>
          </a:prstGeom>
          <a:noFill/>
          <a:ln>
            <a:noFill/>
          </a:ln>
        </p:spPr>
        <p:txBody>
          <a:bodyPr anchorCtr="0" anchor="t" bIns="91425" lIns="91425" spcFirstLastPara="1" rIns="91425" wrap="square" tIns="91425">
            <a:spAutoFit/>
          </a:bodyPr>
          <a:lstStyle/>
          <a:p>
            <a:pPr indent="-368300" lvl="0" marL="457200" rtl="0" algn="l">
              <a:lnSpc>
                <a:spcPct val="115000"/>
              </a:lnSpc>
              <a:spcBef>
                <a:spcPts val="0"/>
              </a:spcBef>
              <a:spcAft>
                <a:spcPts val="0"/>
              </a:spcAft>
              <a:buClr>
                <a:schemeClr val="dk1"/>
              </a:buClr>
              <a:buSzPts val="2200"/>
              <a:buFont typeface="Lexend"/>
              <a:buChar char="●"/>
            </a:pPr>
            <a:r>
              <a:rPr lang="en-US" sz="2200">
                <a:solidFill>
                  <a:schemeClr val="dk1"/>
                </a:solidFill>
                <a:latin typeface="Lexend"/>
                <a:ea typeface="Lexend"/>
                <a:cs typeface="Lexend"/>
                <a:sym typeface="Lexend"/>
              </a:rPr>
              <a:t>“</a:t>
            </a:r>
            <a:r>
              <a:rPr i="1" lang="en-US" sz="2200">
                <a:solidFill>
                  <a:schemeClr val="dk1"/>
                </a:solidFill>
                <a:latin typeface="Lexend"/>
                <a:ea typeface="Lexend"/>
                <a:cs typeface="Lexend"/>
                <a:sym typeface="Lexend"/>
              </a:rPr>
              <a:t>An API, or application programming interface, is a set of rules or protocols that enables software applications to communicate with each other to exchange data, features and functionality</a:t>
            </a:r>
            <a:r>
              <a:rPr lang="en-US" sz="2200">
                <a:solidFill>
                  <a:schemeClr val="dk1"/>
                </a:solidFill>
                <a:latin typeface="Lexend"/>
                <a:ea typeface="Lexend"/>
                <a:cs typeface="Lexend"/>
                <a:sym typeface="Lexend"/>
              </a:rPr>
              <a:t>” -- Michael Goodwin, Staff Editor, IBM Think</a:t>
            </a:r>
            <a:endParaRPr sz="2200">
              <a:solidFill>
                <a:schemeClr val="dk1"/>
              </a:solidFill>
              <a:latin typeface="Lexend"/>
              <a:ea typeface="Lexend"/>
              <a:cs typeface="Lexend"/>
              <a:sym typeface="Lexend"/>
            </a:endParaRPr>
          </a:p>
          <a:p>
            <a:pPr indent="-368300" lvl="0" marL="457200" rtl="0" algn="l">
              <a:lnSpc>
                <a:spcPct val="115000"/>
              </a:lnSpc>
              <a:spcBef>
                <a:spcPts val="0"/>
              </a:spcBef>
              <a:spcAft>
                <a:spcPts val="0"/>
              </a:spcAft>
              <a:buClr>
                <a:schemeClr val="dk1"/>
              </a:buClr>
              <a:buSzPts val="2200"/>
              <a:buFont typeface="Lexend"/>
              <a:buChar char="●"/>
            </a:pPr>
            <a:r>
              <a:rPr lang="en-US" sz="2200">
                <a:solidFill>
                  <a:schemeClr val="dk1"/>
                </a:solidFill>
                <a:latin typeface="Lexend"/>
                <a:ea typeface="Lexend"/>
                <a:cs typeface="Lexend"/>
                <a:sym typeface="Lexend"/>
              </a:rPr>
              <a:t>API stands for Application Programming Interface</a:t>
            </a:r>
            <a:endParaRPr sz="2200">
              <a:solidFill>
                <a:schemeClr val="dk1"/>
              </a:solidFill>
              <a:latin typeface="Lexend"/>
              <a:ea typeface="Lexend"/>
              <a:cs typeface="Lexend"/>
              <a:sym typeface="Lexend"/>
            </a:endParaRPr>
          </a:p>
          <a:p>
            <a:pPr indent="-368300" lvl="0" marL="457200" rtl="0" algn="l">
              <a:lnSpc>
                <a:spcPct val="115000"/>
              </a:lnSpc>
              <a:spcBef>
                <a:spcPts val="0"/>
              </a:spcBef>
              <a:spcAft>
                <a:spcPts val="0"/>
              </a:spcAft>
              <a:buClr>
                <a:schemeClr val="dk1"/>
              </a:buClr>
              <a:buSzPts val="2200"/>
              <a:buFont typeface="Lexend"/>
              <a:buChar char="●"/>
            </a:pPr>
            <a:r>
              <a:rPr lang="en-US" sz="2200">
                <a:solidFill>
                  <a:schemeClr val="dk1"/>
                </a:solidFill>
                <a:latin typeface="Lexend"/>
                <a:ea typeface="Lexend"/>
                <a:cs typeface="Lexend"/>
                <a:sym typeface="Lexend"/>
              </a:rPr>
              <a:t>API is a general concept that provides a standard or a list of functionalities that other applications can implement, allowing it to communicate with that system</a:t>
            </a:r>
            <a:endParaRPr sz="2200">
              <a:solidFill>
                <a:schemeClr val="dk1"/>
              </a:solidFill>
              <a:latin typeface="Lexend"/>
              <a:ea typeface="Lexend"/>
              <a:cs typeface="Lexend"/>
              <a:sym typeface="Lexend"/>
            </a:endParaRPr>
          </a:p>
          <a:p>
            <a:pPr indent="-368300" lvl="0" marL="457200" rtl="0" algn="l">
              <a:lnSpc>
                <a:spcPct val="115000"/>
              </a:lnSpc>
              <a:spcBef>
                <a:spcPts val="0"/>
              </a:spcBef>
              <a:spcAft>
                <a:spcPts val="0"/>
              </a:spcAft>
              <a:buClr>
                <a:schemeClr val="dk1"/>
              </a:buClr>
              <a:buSzPts val="2200"/>
              <a:buFont typeface="Lexend"/>
              <a:buChar char="●"/>
            </a:pPr>
            <a:r>
              <a:rPr lang="en-US" sz="2200">
                <a:solidFill>
                  <a:schemeClr val="dk1"/>
                </a:solidFill>
                <a:latin typeface="Lexend"/>
                <a:ea typeface="Lexend"/>
                <a:cs typeface="Lexend"/>
                <a:sym typeface="Lexend"/>
              </a:rPr>
              <a:t>The processes behind the API are abstracted and the only concern of the connecting application is the data the API produces.</a:t>
            </a:r>
            <a:endParaRPr sz="2200">
              <a:solidFill>
                <a:schemeClr val="dk1"/>
              </a:solidFill>
              <a:latin typeface="Lexend"/>
              <a:ea typeface="Lexend"/>
              <a:cs typeface="Lexend"/>
              <a:sym typeface="Lexend"/>
            </a:endParaRPr>
          </a:p>
          <a:p>
            <a:pPr indent="-368300" lvl="0" marL="457200" rtl="0" algn="l">
              <a:lnSpc>
                <a:spcPct val="115000"/>
              </a:lnSpc>
              <a:spcBef>
                <a:spcPts val="0"/>
              </a:spcBef>
              <a:spcAft>
                <a:spcPts val="0"/>
              </a:spcAft>
              <a:buClr>
                <a:schemeClr val="dk1"/>
              </a:buClr>
              <a:buSzPts val="2200"/>
              <a:buFont typeface="Lexend"/>
              <a:buChar char="●"/>
            </a:pPr>
            <a:r>
              <a:rPr lang="en-US" sz="2200">
                <a:solidFill>
                  <a:schemeClr val="dk1"/>
                </a:solidFill>
                <a:latin typeface="Lexend"/>
                <a:ea typeface="Lexend"/>
                <a:cs typeface="Lexend"/>
                <a:sym typeface="Lexend"/>
              </a:rPr>
              <a:t>API is a type of interface</a:t>
            </a:r>
            <a:endParaRPr sz="2200">
              <a:solidFill>
                <a:schemeClr val="dk1"/>
              </a:solidFill>
              <a:latin typeface="Lexend"/>
              <a:ea typeface="Lexend"/>
              <a:cs typeface="Lexend"/>
              <a:sym typeface="Lexen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g3c35b158342_0_54"/>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125" name="Google Shape;125;g3c35b158342_0_54"/>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126" name="Google Shape;126;g3c35b158342_0_54"/>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25779"/>
              <a:buFont typeface="Arial"/>
              <a:buNone/>
            </a:pPr>
            <a:r>
              <a:rPr lang="en-US"/>
              <a:t>Examples of APIs</a:t>
            </a:r>
            <a:endParaRPr/>
          </a:p>
          <a:p>
            <a:pPr indent="0" lvl="0" marL="0" rtl="0" algn="l">
              <a:spcBef>
                <a:spcPts val="0"/>
              </a:spcBef>
              <a:spcAft>
                <a:spcPts val="0"/>
              </a:spcAft>
              <a:buClr>
                <a:schemeClr val="dk1"/>
              </a:buClr>
              <a:buSzPct val="25779"/>
              <a:buFont typeface="Arial"/>
              <a:buNone/>
            </a:pPr>
            <a:r>
              <a:t/>
            </a:r>
            <a:endParaRPr/>
          </a:p>
          <a:p>
            <a:pPr indent="0" lvl="0" marL="0" marR="0" rtl="0" algn="l">
              <a:lnSpc>
                <a:spcPct val="90000"/>
              </a:lnSpc>
              <a:spcBef>
                <a:spcPts val="0"/>
              </a:spcBef>
              <a:spcAft>
                <a:spcPts val="0"/>
              </a:spcAft>
              <a:buClr>
                <a:srgbClr val="9B1D23"/>
              </a:buClr>
              <a:buSzPct val="124209"/>
              <a:buFont typeface="Arial Black"/>
              <a:buNone/>
            </a:pPr>
            <a:r>
              <a:t/>
            </a:r>
            <a:endParaRPr/>
          </a:p>
        </p:txBody>
      </p:sp>
      <p:sp>
        <p:nvSpPr>
          <p:cNvPr id="127" name="Google Shape;127;g3c35b158342_0_54"/>
          <p:cNvSpPr txBox="1"/>
          <p:nvPr/>
        </p:nvSpPr>
        <p:spPr>
          <a:xfrm>
            <a:off x="517400" y="1764525"/>
            <a:ext cx="10150500" cy="3638700"/>
          </a:xfrm>
          <a:prstGeom prst="rect">
            <a:avLst/>
          </a:prstGeom>
          <a:noFill/>
          <a:ln>
            <a:noFill/>
          </a:ln>
        </p:spPr>
        <p:txBody>
          <a:bodyPr anchorCtr="0" anchor="t" bIns="91425" lIns="91425" spcFirstLastPara="1" rIns="91425" wrap="square" tIns="91425">
            <a:spAutoFit/>
          </a:bodyPr>
          <a:lstStyle/>
          <a:p>
            <a:pPr indent="-368300" lvl="0" marL="457200" rtl="0" algn="l">
              <a:lnSpc>
                <a:spcPct val="115000"/>
              </a:lnSpc>
              <a:spcBef>
                <a:spcPts val="0"/>
              </a:spcBef>
              <a:spcAft>
                <a:spcPts val="0"/>
              </a:spcAft>
              <a:buClr>
                <a:schemeClr val="dk1"/>
              </a:buClr>
              <a:buSzPts val="2200"/>
              <a:buFont typeface="Lexend"/>
              <a:buChar char="●"/>
            </a:pPr>
            <a:r>
              <a:rPr b="1" lang="en-US" sz="2200">
                <a:solidFill>
                  <a:schemeClr val="dk1"/>
                </a:solidFill>
                <a:latin typeface="Lexend"/>
                <a:ea typeface="Lexend"/>
                <a:cs typeface="Lexend"/>
                <a:sym typeface="Lexend"/>
              </a:rPr>
              <a:t>Google Maps API</a:t>
            </a:r>
            <a:r>
              <a:rPr lang="en-US" sz="2200">
                <a:solidFill>
                  <a:schemeClr val="dk1"/>
                </a:solidFill>
                <a:latin typeface="Lexend"/>
                <a:ea typeface="Lexend"/>
                <a:cs typeface="Lexend"/>
                <a:sym typeface="Lexend"/>
              </a:rPr>
              <a:t> allows applications to access Google Maps data such as (but not limited to) Geolocation data, Weather Data, and Road Data</a:t>
            </a:r>
            <a:endParaRPr sz="2200">
              <a:solidFill>
                <a:schemeClr val="dk1"/>
              </a:solidFill>
              <a:latin typeface="Lexend"/>
              <a:ea typeface="Lexend"/>
              <a:cs typeface="Lexend"/>
              <a:sym typeface="Lexend"/>
            </a:endParaRPr>
          </a:p>
          <a:p>
            <a:pPr indent="-368300" lvl="0" marL="457200" rtl="0" algn="l">
              <a:lnSpc>
                <a:spcPct val="115000"/>
              </a:lnSpc>
              <a:spcBef>
                <a:spcPts val="0"/>
              </a:spcBef>
              <a:spcAft>
                <a:spcPts val="0"/>
              </a:spcAft>
              <a:buClr>
                <a:schemeClr val="dk1"/>
              </a:buClr>
              <a:buSzPts val="2200"/>
              <a:buFont typeface="Lexend"/>
              <a:buChar char="●"/>
            </a:pPr>
            <a:r>
              <a:rPr b="1" lang="en-US" sz="2200">
                <a:solidFill>
                  <a:schemeClr val="dk1"/>
                </a:solidFill>
                <a:latin typeface="Lexend"/>
                <a:ea typeface="Lexend"/>
                <a:cs typeface="Lexend"/>
                <a:sym typeface="Lexend"/>
              </a:rPr>
              <a:t>InstaPay API</a:t>
            </a:r>
            <a:r>
              <a:rPr lang="en-US" sz="2200">
                <a:solidFill>
                  <a:schemeClr val="dk1"/>
                </a:solidFill>
                <a:latin typeface="Lexend"/>
                <a:ea typeface="Lexend"/>
                <a:cs typeface="Lexend"/>
                <a:sym typeface="Lexend"/>
              </a:rPr>
              <a:t> allows different Online Banking applications to send payments to other banking accounts</a:t>
            </a:r>
            <a:endParaRPr sz="2200">
              <a:solidFill>
                <a:schemeClr val="dk1"/>
              </a:solidFill>
              <a:latin typeface="Lexend"/>
              <a:ea typeface="Lexend"/>
              <a:cs typeface="Lexend"/>
              <a:sym typeface="Lexend"/>
            </a:endParaRPr>
          </a:p>
          <a:p>
            <a:pPr indent="-368300" lvl="0" marL="457200" rtl="0" algn="l">
              <a:lnSpc>
                <a:spcPct val="115000"/>
              </a:lnSpc>
              <a:spcBef>
                <a:spcPts val="0"/>
              </a:spcBef>
              <a:spcAft>
                <a:spcPts val="0"/>
              </a:spcAft>
              <a:buClr>
                <a:schemeClr val="dk1"/>
              </a:buClr>
              <a:buSzPts val="2200"/>
              <a:buFont typeface="Lexend"/>
              <a:buChar char="●"/>
            </a:pPr>
            <a:r>
              <a:rPr b="1" lang="en-US" sz="2200">
                <a:solidFill>
                  <a:schemeClr val="dk1"/>
                </a:solidFill>
                <a:latin typeface="Lexend"/>
                <a:ea typeface="Lexend"/>
                <a:cs typeface="Lexend"/>
                <a:sym typeface="Lexend"/>
              </a:rPr>
              <a:t>OpenAI API</a:t>
            </a:r>
            <a:r>
              <a:rPr lang="en-US" sz="2200">
                <a:solidFill>
                  <a:schemeClr val="dk1"/>
                </a:solidFill>
                <a:latin typeface="Lexend"/>
                <a:ea typeface="Lexend"/>
                <a:cs typeface="Lexend"/>
                <a:sym typeface="Lexend"/>
              </a:rPr>
              <a:t> allows applications to communicate with their AI models, providing a way for applications to integrate AI functionalities without needing resources that would otherwise be needed if they developed their own</a:t>
            </a:r>
            <a:endParaRPr sz="2200">
              <a:solidFill>
                <a:schemeClr val="dk1"/>
              </a:solidFill>
              <a:latin typeface="Lexend"/>
              <a:ea typeface="Lexend"/>
              <a:cs typeface="Lexend"/>
              <a:sym typeface="Lexen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g3c35b158342_0_62"/>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134" name="Google Shape;134;g3c35b158342_0_62"/>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135" name="Google Shape;135;g3c35b158342_0_62"/>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25779"/>
              <a:buFont typeface="Arial"/>
              <a:buNone/>
            </a:pPr>
            <a:r>
              <a:rPr lang="en-US"/>
              <a:t>Example (Analogy)</a:t>
            </a:r>
            <a:endParaRPr/>
          </a:p>
          <a:p>
            <a:pPr indent="0" lvl="0" marL="0" rtl="0" algn="l">
              <a:spcBef>
                <a:spcPts val="0"/>
              </a:spcBef>
              <a:spcAft>
                <a:spcPts val="0"/>
              </a:spcAft>
              <a:buClr>
                <a:schemeClr val="dk1"/>
              </a:buClr>
              <a:buSzPct val="25779"/>
              <a:buFont typeface="Arial"/>
              <a:buNone/>
            </a:pPr>
            <a:r>
              <a:t/>
            </a:r>
            <a:endParaRPr/>
          </a:p>
          <a:p>
            <a:pPr indent="0" lvl="0" marL="0" rtl="0" algn="l">
              <a:spcBef>
                <a:spcPts val="0"/>
              </a:spcBef>
              <a:spcAft>
                <a:spcPts val="0"/>
              </a:spcAft>
              <a:buClr>
                <a:schemeClr val="dk1"/>
              </a:buClr>
              <a:buSzPct val="25779"/>
              <a:buFont typeface="Arial"/>
              <a:buNone/>
            </a:pPr>
            <a:r>
              <a:t/>
            </a:r>
            <a:endParaRPr/>
          </a:p>
          <a:p>
            <a:pPr indent="0" lvl="0" marL="0" marR="0" rtl="0" algn="l">
              <a:lnSpc>
                <a:spcPct val="90000"/>
              </a:lnSpc>
              <a:spcBef>
                <a:spcPts val="0"/>
              </a:spcBef>
              <a:spcAft>
                <a:spcPts val="0"/>
              </a:spcAft>
              <a:buClr>
                <a:srgbClr val="9B1D23"/>
              </a:buClr>
              <a:buSzPct val="124209"/>
              <a:buFont typeface="Arial Black"/>
              <a:buNone/>
            </a:pPr>
            <a:r>
              <a:t/>
            </a:r>
            <a:endParaRPr/>
          </a:p>
        </p:txBody>
      </p:sp>
      <p:sp>
        <p:nvSpPr>
          <p:cNvPr id="136" name="Google Shape;136;g3c35b158342_0_62"/>
          <p:cNvSpPr txBox="1"/>
          <p:nvPr/>
        </p:nvSpPr>
        <p:spPr>
          <a:xfrm>
            <a:off x="517400" y="1764525"/>
            <a:ext cx="10150500" cy="45129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0"/>
              </a:spcBef>
              <a:spcAft>
                <a:spcPts val="0"/>
              </a:spcAft>
              <a:buNone/>
            </a:pPr>
            <a:r>
              <a:rPr lang="en-US" sz="1900">
                <a:solidFill>
                  <a:schemeClr val="dk1"/>
                </a:solidFill>
                <a:latin typeface="Lexend"/>
                <a:ea typeface="Lexend"/>
                <a:cs typeface="Lexend"/>
                <a:sym typeface="Lexend"/>
              </a:rPr>
              <a:t>You can compare the idea of an API with a typical restaurant visit</a:t>
            </a:r>
            <a:endParaRPr sz="1900">
              <a:solidFill>
                <a:schemeClr val="dk1"/>
              </a:solidFill>
              <a:latin typeface="Lexend"/>
              <a:ea typeface="Lexend"/>
              <a:cs typeface="Lexend"/>
              <a:sym typeface="Lexend"/>
            </a:endParaRPr>
          </a:p>
          <a:p>
            <a:pPr indent="0" lvl="0" marL="457200" rtl="0" algn="l">
              <a:lnSpc>
                <a:spcPct val="115000"/>
              </a:lnSpc>
              <a:spcBef>
                <a:spcPts val="0"/>
              </a:spcBef>
              <a:spcAft>
                <a:spcPts val="0"/>
              </a:spcAft>
              <a:buNone/>
            </a:pPr>
            <a:r>
              <a:rPr lang="en-US" sz="1900">
                <a:solidFill>
                  <a:schemeClr val="dk1"/>
                </a:solidFill>
                <a:latin typeface="Lexend"/>
                <a:ea typeface="Lexend"/>
                <a:cs typeface="Lexend"/>
                <a:sym typeface="Lexend"/>
              </a:rPr>
              <a:t>In a restaurant:</a:t>
            </a:r>
            <a:endParaRPr sz="1900">
              <a:solidFill>
                <a:schemeClr val="dk1"/>
              </a:solidFill>
              <a:latin typeface="Lexend"/>
              <a:ea typeface="Lexend"/>
              <a:cs typeface="Lexend"/>
              <a:sym typeface="Lexend"/>
            </a:endParaRPr>
          </a:p>
          <a:p>
            <a:pPr indent="0" lvl="0" marL="457200" rtl="0" algn="l">
              <a:lnSpc>
                <a:spcPct val="115000"/>
              </a:lnSpc>
              <a:spcBef>
                <a:spcPts val="0"/>
              </a:spcBef>
              <a:spcAft>
                <a:spcPts val="0"/>
              </a:spcAft>
              <a:buNone/>
            </a:pPr>
            <a:r>
              <a:t/>
            </a:r>
            <a:endParaRPr sz="1900">
              <a:solidFill>
                <a:schemeClr val="dk1"/>
              </a:solidFill>
              <a:latin typeface="Lexend"/>
              <a:ea typeface="Lexend"/>
              <a:cs typeface="Lexend"/>
              <a:sym typeface="Lexend"/>
            </a:endParaRPr>
          </a:p>
          <a:p>
            <a:pPr indent="-349250" lvl="0" marL="457200" rtl="0" algn="l">
              <a:lnSpc>
                <a:spcPct val="115000"/>
              </a:lnSpc>
              <a:spcBef>
                <a:spcPts val="0"/>
              </a:spcBef>
              <a:spcAft>
                <a:spcPts val="0"/>
              </a:spcAft>
              <a:buClr>
                <a:schemeClr val="dk1"/>
              </a:buClr>
              <a:buSzPts val="1900"/>
              <a:buFont typeface="Lexend"/>
              <a:buChar char="●"/>
            </a:pPr>
            <a:r>
              <a:rPr lang="en-US" sz="1900">
                <a:solidFill>
                  <a:schemeClr val="dk1"/>
                </a:solidFill>
                <a:latin typeface="Lexend"/>
                <a:ea typeface="Lexend"/>
                <a:cs typeface="Lexend"/>
                <a:sym typeface="Lexend"/>
              </a:rPr>
              <a:t>You go in and be seated</a:t>
            </a:r>
            <a:endParaRPr sz="1900">
              <a:solidFill>
                <a:schemeClr val="dk1"/>
              </a:solidFill>
              <a:latin typeface="Lexend"/>
              <a:ea typeface="Lexend"/>
              <a:cs typeface="Lexend"/>
              <a:sym typeface="Lexend"/>
            </a:endParaRPr>
          </a:p>
          <a:p>
            <a:pPr indent="-349250" lvl="0" marL="457200" rtl="0" algn="l">
              <a:lnSpc>
                <a:spcPct val="115000"/>
              </a:lnSpc>
              <a:spcBef>
                <a:spcPts val="0"/>
              </a:spcBef>
              <a:spcAft>
                <a:spcPts val="0"/>
              </a:spcAft>
              <a:buClr>
                <a:schemeClr val="dk1"/>
              </a:buClr>
              <a:buSzPts val="1900"/>
              <a:buFont typeface="Lexend"/>
              <a:buChar char="●"/>
            </a:pPr>
            <a:r>
              <a:rPr lang="en-US" sz="1900">
                <a:solidFill>
                  <a:schemeClr val="dk1"/>
                </a:solidFill>
                <a:latin typeface="Lexend"/>
                <a:ea typeface="Lexend"/>
                <a:cs typeface="Lexend"/>
                <a:sym typeface="Lexend"/>
              </a:rPr>
              <a:t>The server hands you a menu to order from</a:t>
            </a:r>
            <a:endParaRPr sz="1900">
              <a:solidFill>
                <a:schemeClr val="dk1"/>
              </a:solidFill>
              <a:latin typeface="Lexend"/>
              <a:ea typeface="Lexend"/>
              <a:cs typeface="Lexend"/>
              <a:sym typeface="Lexend"/>
            </a:endParaRPr>
          </a:p>
          <a:p>
            <a:pPr indent="-349250" lvl="0" marL="457200" rtl="0" algn="l">
              <a:lnSpc>
                <a:spcPct val="115000"/>
              </a:lnSpc>
              <a:spcBef>
                <a:spcPts val="0"/>
              </a:spcBef>
              <a:spcAft>
                <a:spcPts val="0"/>
              </a:spcAft>
              <a:buClr>
                <a:schemeClr val="dk1"/>
              </a:buClr>
              <a:buSzPts val="1900"/>
              <a:buFont typeface="Lexend"/>
              <a:buChar char="●"/>
            </a:pPr>
            <a:r>
              <a:rPr lang="en-US" sz="1900">
                <a:solidFill>
                  <a:schemeClr val="dk1"/>
                </a:solidFill>
                <a:latin typeface="Lexend"/>
                <a:ea typeface="Lexend"/>
                <a:cs typeface="Lexend"/>
                <a:sym typeface="Lexend"/>
              </a:rPr>
              <a:t>You tell your order to the server and the server writes it down</a:t>
            </a:r>
            <a:endParaRPr sz="1900">
              <a:solidFill>
                <a:schemeClr val="dk1"/>
              </a:solidFill>
              <a:latin typeface="Lexend"/>
              <a:ea typeface="Lexend"/>
              <a:cs typeface="Lexend"/>
              <a:sym typeface="Lexend"/>
            </a:endParaRPr>
          </a:p>
          <a:p>
            <a:pPr indent="-349250" lvl="0" marL="457200" rtl="0" algn="l">
              <a:lnSpc>
                <a:spcPct val="115000"/>
              </a:lnSpc>
              <a:spcBef>
                <a:spcPts val="0"/>
              </a:spcBef>
              <a:spcAft>
                <a:spcPts val="0"/>
              </a:spcAft>
              <a:buClr>
                <a:schemeClr val="dk1"/>
              </a:buClr>
              <a:buSzPts val="1900"/>
              <a:buFont typeface="Lexend"/>
              <a:buChar char="●"/>
            </a:pPr>
            <a:r>
              <a:rPr lang="en-US" sz="1900">
                <a:solidFill>
                  <a:schemeClr val="dk1"/>
                </a:solidFill>
                <a:latin typeface="Lexend"/>
                <a:ea typeface="Lexend"/>
                <a:cs typeface="Lexend"/>
                <a:sym typeface="Lexend"/>
              </a:rPr>
              <a:t>The server brings your order to the kitchen</a:t>
            </a:r>
            <a:endParaRPr sz="1900">
              <a:solidFill>
                <a:schemeClr val="dk1"/>
              </a:solidFill>
              <a:latin typeface="Lexend"/>
              <a:ea typeface="Lexend"/>
              <a:cs typeface="Lexend"/>
              <a:sym typeface="Lexend"/>
            </a:endParaRPr>
          </a:p>
          <a:p>
            <a:pPr indent="-349250" lvl="0" marL="457200" rtl="0" algn="l">
              <a:lnSpc>
                <a:spcPct val="115000"/>
              </a:lnSpc>
              <a:spcBef>
                <a:spcPts val="0"/>
              </a:spcBef>
              <a:spcAft>
                <a:spcPts val="0"/>
              </a:spcAft>
              <a:buClr>
                <a:schemeClr val="dk1"/>
              </a:buClr>
              <a:buSzPts val="1900"/>
              <a:buFont typeface="Lexend"/>
              <a:buChar char="●"/>
            </a:pPr>
            <a:r>
              <a:rPr lang="en-US" sz="1900">
                <a:solidFill>
                  <a:schemeClr val="dk1"/>
                </a:solidFill>
                <a:latin typeface="Lexend"/>
                <a:ea typeface="Lexend"/>
                <a:cs typeface="Lexend"/>
                <a:sym typeface="Lexend"/>
              </a:rPr>
              <a:t>The kitchen prepares your meal</a:t>
            </a:r>
            <a:endParaRPr sz="1900">
              <a:solidFill>
                <a:schemeClr val="dk1"/>
              </a:solidFill>
              <a:latin typeface="Lexend"/>
              <a:ea typeface="Lexend"/>
              <a:cs typeface="Lexend"/>
              <a:sym typeface="Lexend"/>
            </a:endParaRPr>
          </a:p>
          <a:p>
            <a:pPr indent="-349250" lvl="0" marL="457200" rtl="0" algn="l">
              <a:lnSpc>
                <a:spcPct val="115000"/>
              </a:lnSpc>
              <a:spcBef>
                <a:spcPts val="0"/>
              </a:spcBef>
              <a:spcAft>
                <a:spcPts val="0"/>
              </a:spcAft>
              <a:buClr>
                <a:schemeClr val="dk1"/>
              </a:buClr>
              <a:buSzPts val="1900"/>
              <a:buFont typeface="Lexend"/>
              <a:buChar char="●"/>
            </a:pPr>
            <a:r>
              <a:rPr lang="en-US" sz="1900">
                <a:solidFill>
                  <a:schemeClr val="dk1"/>
                </a:solidFill>
                <a:latin typeface="Lexend"/>
                <a:ea typeface="Lexend"/>
                <a:cs typeface="Lexend"/>
                <a:sym typeface="Lexend"/>
              </a:rPr>
              <a:t>The servers bring your food to your table</a:t>
            </a:r>
            <a:endParaRPr sz="1900">
              <a:solidFill>
                <a:schemeClr val="dk1"/>
              </a:solidFill>
              <a:latin typeface="Lexend"/>
              <a:ea typeface="Lexend"/>
              <a:cs typeface="Lexend"/>
              <a:sym typeface="Lexend"/>
            </a:endParaRPr>
          </a:p>
          <a:p>
            <a:pPr indent="0" lvl="0" marL="457200" rtl="0" algn="l">
              <a:lnSpc>
                <a:spcPct val="115000"/>
              </a:lnSpc>
              <a:spcBef>
                <a:spcPts val="0"/>
              </a:spcBef>
              <a:spcAft>
                <a:spcPts val="0"/>
              </a:spcAft>
              <a:buNone/>
            </a:pPr>
            <a:r>
              <a:t/>
            </a:r>
            <a:endParaRPr sz="1900">
              <a:solidFill>
                <a:schemeClr val="dk1"/>
              </a:solidFill>
              <a:latin typeface="Lexend"/>
              <a:ea typeface="Lexend"/>
              <a:cs typeface="Lexend"/>
              <a:sym typeface="Lexend"/>
            </a:endParaRPr>
          </a:p>
          <a:p>
            <a:pPr indent="0" lvl="0" marL="457200" rtl="0" algn="l">
              <a:lnSpc>
                <a:spcPct val="115000"/>
              </a:lnSpc>
              <a:spcBef>
                <a:spcPts val="0"/>
              </a:spcBef>
              <a:spcAft>
                <a:spcPts val="0"/>
              </a:spcAft>
              <a:buNone/>
            </a:pPr>
            <a:r>
              <a:rPr lang="en-US" sz="1900">
                <a:solidFill>
                  <a:schemeClr val="dk1"/>
                </a:solidFill>
                <a:latin typeface="Lexend"/>
                <a:ea typeface="Lexend"/>
                <a:cs typeface="Lexend"/>
                <a:sym typeface="Lexend"/>
              </a:rPr>
              <a:t>In this scenario, you go into the restaurant wanting to eat a dish that you ordered, and the server communicates this order to the kitchen. The customer is not concerned with how the kitchen prepares the dish.</a:t>
            </a:r>
            <a:endParaRPr sz="1900">
              <a:solidFill>
                <a:schemeClr val="dk1"/>
              </a:solidFill>
              <a:latin typeface="Lexend"/>
              <a:ea typeface="Lexend"/>
              <a:cs typeface="Lexend"/>
              <a:sym typeface="Lexen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g3c35b158342_0_75"/>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143" name="Google Shape;143;g3c35b158342_0_75"/>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144" name="Google Shape;144;g3c35b158342_0_75"/>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25779"/>
              <a:buFont typeface="Arial"/>
              <a:buNone/>
            </a:pPr>
            <a:r>
              <a:rPr lang="en-US"/>
              <a:t>Short History of APIs</a:t>
            </a:r>
            <a:endParaRPr/>
          </a:p>
          <a:p>
            <a:pPr indent="0" lvl="0" marL="0" rtl="0" algn="l">
              <a:spcBef>
                <a:spcPts val="0"/>
              </a:spcBef>
              <a:spcAft>
                <a:spcPts val="0"/>
              </a:spcAft>
              <a:buClr>
                <a:schemeClr val="dk1"/>
              </a:buClr>
              <a:buSzPct val="25779"/>
              <a:buFont typeface="Arial"/>
              <a:buNone/>
            </a:pPr>
            <a:r>
              <a:t/>
            </a:r>
            <a:endParaRPr/>
          </a:p>
          <a:p>
            <a:pPr indent="0" lvl="0" marL="0" marR="0" rtl="0" algn="l">
              <a:lnSpc>
                <a:spcPct val="90000"/>
              </a:lnSpc>
              <a:spcBef>
                <a:spcPts val="0"/>
              </a:spcBef>
              <a:spcAft>
                <a:spcPts val="0"/>
              </a:spcAft>
              <a:buClr>
                <a:srgbClr val="9B1D23"/>
              </a:buClr>
              <a:buSzPct val="124209"/>
              <a:buFont typeface="Arial Black"/>
              <a:buNone/>
            </a:pPr>
            <a:r>
              <a:t/>
            </a:r>
            <a:endParaRPr/>
          </a:p>
        </p:txBody>
      </p:sp>
      <p:sp>
        <p:nvSpPr>
          <p:cNvPr id="145" name="Google Shape;145;g3c35b158342_0_75"/>
          <p:cNvSpPr txBox="1"/>
          <p:nvPr/>
        </p:nvSpPr>
        <p:spPr>
          <a:xfrm>
            <a:off x="517400" y="1764525"/>
            <a:ext cx="10150500" cy="4032900"/>
          </a:xfrm>
          <a:prstGeom prst="rect">
            <a:avLst/>
          </a:prstGeom>
          <a:noFill/>
          <a:ln>
            <a:noFill/>
          </a:ln>
        </p:spPr>
        <p:txBody>
          <a:bodyPr anchorCtr="0" anchor="t" bIns="91425" lIns="91425" spcFirstLastPara="1" rIns="91425" wrap="square" tIns="91425">
            <a:spAutoFit/>
          </a:bodyPr>
          <a:lstStyle/>
          <a:p>
            <a:pPr indent="-355600" lvl="0" marL="457200" rtl="0" algn="l">
              <a:lnSpc>
                <a:spcPct val="115000"/>
              </a:lnSpc>
              <a:spcBef>
                <a:spcPts val="0"/>
              </a:spcBef>
              <a:spcAft>
                <a:spcPts val="0"/>
              </a:spcAft>
              <a:buClr>
                <a:schemeClr val="dk1"/>
              </a:buClr>
              <a:buSzPts val="2000"/>
              <a:buFont typeface="Lexend"/>
              <a:buChar char="●"/>
            </a:pPr>
            <a:r>
              <a:rPr b="1" lang="en-US" sz="2000">
                <a:solidFill>
                  <a:schemeClr val="dk1"/>
                </a:solidFill>
                <a:latin typeface="Lexend"/>
                <a:ea typeface="Lexend"/>
                <a:cs typeface="Lexend"/>
                <a:sym typeface="Lexend"/>
              </a:rPr>
              <a:t>1940s</a:t>
            </a:r>
            <a:r>
              <a:rPr lang="en-US" sz="2000">
                <a:solidFill>
                  <a:schemeClr val="dk1"/>
                </a:solidFill>
                <a:latin typeface="Lexend"/>
                <a:ea typeface="Lexend"/>
                <a:cs typeface="Lexend"/>
                <a:sym typeface="Lexend"/>
              </a:rPr>
              <a:t>, some suggest that the idea of an API was “invented” by computer scientists Maurice Wilkes and David Wheeler, wherein they worked on a modular software library for early computers and subsequently published a book that is considered to be one of the first published API specifications.</a:t>
            </a:r>
            <a:endParaRPr sz="2000">
              <a:solidFill>
                <a:schemeClr val="dk1"/>
              </a:solidFill>
              <a:latin typeface="Lexend"/>
              <a:ea typeface="Lexend"/>
              <a:cs typeface="Lexend"/>
              <a:sym typeface="Lexend"/>
            </a:endParaRPr>
          </a:p>
          <a:p>
            <a:pPr indent="-355600" lvl="0" marL="457200" rtl="0" algn="l">
              <a:lnSpc>
                <a:spcPct val="115000"/>
              </a:lnSpc>
              <a:spcBef>
                <a:spcPts val="0"/>
              </a:spcBef>
              <a:spcAft>
                <a:spcPts val="0"/>
              </a:spcAft>
              <a:buClr>
                <a:schemeClr val="dk1"/>
              </a:buClr>
              <a:buSzPts val="2000"/>
              <a:buFont typeface="Lexend"/>
              <a:buChar char="●"/>
            </a:pPr>
            <a:r>
              <a:rPr b="1" lang="en-US" sz="2000">
                <a:solidFill>
                  <a:schemeClr val="dk1"/>
                </a:solidFill>
                <a:latin typeface="Lexend"/>
                <a:ea typeface="Lexend"/>
                <a:cs typeface="Lexend"/>
                <a:sym typeface="Lexend"/>
              </a:rPr>
              <a:t>1960s</a:t>
            </a:r>
            <a:r>
              <a:rPr lang="en-US" sz="2000">
                <a:solidFill>
                  <a:schemeClr val="dk1"/>
                </a:solidFill>
                <a:latin typeface="Lexend"/>
                <a:ea typeface="Lexend"/>
                <a:cs typeface="Lexend"/>
                <a:sym typeface="Lexend"/>
              </a:rPr>
              <a:t>, the first recorded use of the term “Application Programming Interface” in a paper by Ira W. Cotton and Frank S. Greatorex, Jr wherein they describe the term as the interaction of the application to the computer system. Their goal was to make hardware-independent software.</a:t>
            </a:r>
            <a:endParaRPr sz="2000">
              <a:solidFill>
                <a:schemeClr val="dk1"/>
              </a:solidFill>
              <a:latin typeface="Lexend"/>
              <a:ea typeface="Lexend"/>
              <a:cs typeface="Lexend"/>
              <a:sym typeface="Lexend"/>
            </a:endParaRPr>
          </a:p>
          <a:p>
            <a:pPr indent="-355600" lvl="0" marL="457200" rtl="0" algn="l">
              <a:lnSpc>
                <a:spcPct val="115000"/>
              </a:lnSpc>
              <a:spcBef>
                <a:spcPts val="0"/>
              </a:spcBef>
              <a:spcAft>
                <a:spcPts val="0"/>
              </a:spcAft>
              <a:buClr>
                <a:schemeClr val="dk1"/>
              </a:buClr>
              <a:buSzPts val="2000"/>
              <a:buFont typeface="Lexend"/>
              <a:buChar char="●"/>
            </a:pPr>
            <a:r>
              <a:rPr b="1" lang="en-US" sz="2000">
                <a:solidFill>
                  <a:schemeClr val="dk1"/>
                </a:solidFill>
                <a:latin typeface="Lexend"/>
                <a:ea typeface="Lexend"/>
                <a:cs typeface="Lexend"/>
                <a:sym typeface="Lexend"/>
              </a:rPr>
              <a:t>2000s</a:t>
            </a:r>
            <a:r>
              <a:rPr lang="en-US" sz="2000">
                <a:solidFill>
                  <a:schemeClr val="dk1"/>
                </a:solidFill>
                <a:latin typeface="Lexend"/>
                <a:ea typeface="Lexend"/>
                <a:cs typeface="Lexend"/>
                <a:sym typeface="Lexend"/>
              </a:rPr>
              <a:t>, Roy Fielding published a dissertation paper on the concept of REST (Representational State Transfer) and RESTful APIs. A stateless and scalable architectural design for systems.</a:t>
            </a:r>
            <a:endParaRPr sz="2000">
              <a:solidFill>
                <a:schemeClr val="dk1"/>
              </a:solidFill>
              <a:latin typeface="Lexend"/>
              <a:ea typeface="Lexend"/>
              <a:cs typeface="Lexend"/>
              <a:sym typeface="Lexen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g3c35b158342_0_85"/>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152" name="Google Shape;152;g3c35b158342_0_85"/>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153" name="Google Shape;153;g3c35b158342_0_85"/>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25779"/>
              <a:buFont typeface="Arial"/>
              <a:buNone/>
            </a:pPr>
            <a:r>
              <a:rPr lang="en-US"/>
              <a:t>RESTful APIs</a:t>
            </a:r>
            <a:endParaRPr/>
          </a:p>
          <a:p>
            <a:pPr indent="0" lvl="0" marL="0" rtl="0" algn="l">
              <a:spcBef>
                <a:spcPts val="0"/>
              </a:spcBef>
              <a:spcAft>
                <a:spcPts val="0"/>
              </a:spcAft>
              <a:buClr>
                <a:schemeClr val="dk1"/>
              </a:buClr>
              <a:buSzPct val="25779"/>
              <a:buFont typeface="Arial"/>
              <a:buNone/>
            </a:pPr>
            <a:r>
              <a:t/>
            </a:r>
            <a:endParaRPr/>
          </a:p>
          <a:p>
            <a:pPr indent="0" lvl="0" marL="0" marR="0" rtl="0" algn="l">
              <a:lnSpc>
                <a:spcPct val="90000"/>
              </a:lnSpc>
              <a:spcBef>
                <a:spcPts val="0"/>
              </a:spcBef>
              <a:spcAft>
                <a:spcPts val="0"/>
              </a:spcAft>
              <a:buClr>
                <a:srgbClr val="9B1D23"/>
              </a:buClr>
              <a:buSzPct val="124209"/>
              <a:buFont typeface="Arial Black"/>
              <a:buNone/>
            </a:pPr>
            <a:r>
              <a:t/>
            </a:r>
            <a:endParaRPr/>
          </a:p>
        </p:txBody>
      </p:sp>
      <p:sp>
        <p:nvSpPr>
          <p:cNvPr id="154" name="Google Shape;154;g3c35b158342_0_85"/>
          <p:cNvSpPr txBox="1"/>
          <p:nvPr/>
        </p:nvSpPr>
        <p:spPr>
          <a:xfrm>
            <a:off x="517400" y="1764525"/>
            <a:ext cx="10150500" cy="42852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chemeClr val="dk1"/>
              </a:buClr>
              <a:buSzPts val="1800"/>
              <a:buFont typeface="Lexend"/>
              <a:buChar char="●"/>
            </a:pPr>
            <a:r>
              <a:rPr lang="en-US" sz="1800">
                <a:solidFill>
                  <a:schemeClr val="dk1"/>
                </a:solidFill>
                <a:latin typeface="Lexend"/>
                <a:ea typeface="Lexend"/>
                <a:cs typeface="Lexend"/>
                <a:sym typeface="Lexend"/>
              </a:rPr>
              <a:t>RESTful API is an API that adheres to the principles/constraints of REST or </a:t>
            </a:r>
            <a:r>
              <a:rPr b="1" lang="en-US" sz="1800">
                <a:solidFill>
                  <a:schemeClr val="dk1"/>
                </a:solidFill>
                <a:latin typeface="Lexend"/>
                <a:ea typeface="Lexend"/>
                <a:cs typeface="Lexend"/>
                <a:sym typeface="Lexend"/>
              </a:rPr>
              <a:t>RE</a:t>
            </a:r>
            <a:r>
              <a:rPr lang="en-US" sz="1800">
                <a:solidFill>
                  <a:schemeClr val="dk1"/>
                </a:solidFill>
                <a:latin typeface="Lexend"/>
                <a:ea typeface="Lexend"/>
                <a:cs typeface="Lexend"/>
                <a:sym typeface="Lexend"/>
              </a:rPr>
              <a:t>presentational </a:t>
            </a:r>
            <a:r>
              <a:rPr b="1" lang="en-US" sz="1800">
                <a:solidFill>
                  <a:schemeClr val="dk1"/>
                </a:solidFill>
                <a:latin typeface="Lexend"/>
                <a:ea typeface="Lexend"/>
                <a:cs typeface="Lexend"/>
                <a:sym typeface="Lexend"/>
              </a:rPr>
              <a:t>S</a:t>
            </a:r>
            <a:r>
              <a:rPr lang="en-US" sz="1800">
                <a:solidFill>
                  <a:schemeClr val="dk1"/>
                </a:solidFill>
                <a:latin typeface="Lexend"/>
                <a:ea typeface="Lexend"/>
                <a:cs typeface="Lexend"/>
                <a:sym typeface="Lexend"/>
              </a:rPr>
              <a:t>tate </a:t>
            </a:r>
            <a:r>
              <a:rPr b="1" lang="en-US" sz="1800">
                <a:solidFill>
                  <a:schemeClr val="dk1"/>
                </a:solidFill>
                <a:latin typeface="Lexend"/>
                <a:ea typeface="Lexend"/>
                <a:cs typeface="Lexend"/>
                <a:sym typeface="Lexend"/>
              </a:rPr>
              <a:t>T</a:t>
            </a:r>
            <a:r>
              <a:rPr lang="en-US" sz="1800">
                <a:solidFill>
                  <a:schemeClr val="dk1"/>
                </a:solidFill>
                <a:latin typeface="Lexend"/>
                <a:ea typeface="Lexend"/>
                <a:cs typeface="Lexend"/>
                <a:sym typeface="Lexend"/>
              </a:rPr>
              <a:t>ransfer.</a:t>
            </a:r>
            <a:endParaRPr sz="1800">
              <a:solidFill>
                <a:schemeClr val="dk1"/>
              </a:solidFill>
              <a:latin typeface="Lexend"/>
              <a:ea typeface="Lexend"/>
              <a:cs typeface="Lexend"/>
              <a:sym typeface="Lexend"/>
            </a:endParaRPr>
          </a:p>
          <a:p>
            <a:pPr indent="-342900" lvl="0" marL="457200" rtl="0" algn="l">
              <a:lnSpc>
                <a:spcPct val="115000"/>
              </a:lnSpc>
              <a:spcBef>
                <a:spcPts val="0"/>
              </a:spcBef>
              <a:spcAft>
                <a:spcPts val="0"/>
              </a:spcAft>
              <a:buClr>
                <a:schemeClr val="dk1"/>
              </a:buClr>
              <a:buSzPts val="1800"/>
              <a:buFont typeface="Lexend"/>
              <a:buChar char="●"/>
            </a:pPr>
            <a:r>
              <a:rPr lang="en-US" sz="1800">
                <a:solidFill>
                  <a:schemeClr val="dk1"/>
                </a:solidFill>
                <a:latin typeface="Lexend"/>
                <a:ea typeface="Lexend"/>
                <a:cs typeface="Lexend"/>
                <a:sym typeface="Lexend"/>
              </a:rPr>
              <a:t>REST is not a framework nor a library; It is an architectural style adapting 6 specific constraints. It was derived from how HTTP/1.1 worked.</a:t>
            </a:r>
            <a:endParaRPr sz="1800">
              <a:solidFill>
                <a:schemeClr val="dk1"/>
              </a:solidFill>
              <a:latin typeface="Lexend"/>
              <a:ea typeface="Lexend"/>
              <a:cs typeface="Lexend"/>
              <a:sym typeface="Lexend"/>
            </a:endParaRPr>
          </a:p>
          <a:p>
            <a:pPr indent="-342900" lvl="0" marL="457200" rtl="0" algn="l">
              <a:lnSpc>
                <a:spcPct val="115000"/>
              </a:lnSpc>
              <a:spcBef>
                <a:spcPts val="0"/>
              </a:spcBef>
              <a:spcAft>
                <a:spcPts val="0"/>
              </a:spcAft>
              <a:buClr>
                <a:schemeClr val="dk1"/>
              </a:buClr>
              <a:buSzPts val="1800"/>
              <a:buFont typeface="Lexend"/>
              <a:buChar char="●"/>
            </a:pPr>
            <a:r>
              <a:rPr lang="en-US" sz="1800">
                <a:solidFill>
                  <a:schemeClr val="dk1"/>
                </a:solidFill>
                <a:latin typeface="Lexend"/>
                <a:ea typeface="Lexend"/>
                <a:cs typeface="Lexend"/>
                <a:sym typeface="Lexend"/>
              </a:rPr>
              <a:t>Aside from the 6 constraints, the idea of RESTful APIs centers around the concept of “Resources” or the equivalent of entities/objects/concepts that you need to access.</a:t>
            </a:r>
            <a:endParaRPr sz="1800">
              <a:solidFill>
                <a:schemeClr val="dk1"/>
              </a:solidFill>
              <a:latin typeface="Lexend"/>
              <a:ea typeface="Lexend"/>
              <a:cs typeface="Lexend"/>
              <a:sym typeface="Lexend"/>
            </a:endParaRPr>
          </a:p>
          <a:p>
            <a:pPr indent="-342900" lvl="0" marL="457200" rtl="0" algn="l">
              <a:lnSpc>
                <a:spcPct val="115000"/>
              </a:lnSpc>
              <a:spcBef>
                <a:spcPts val="0"/>
              </a:spcBef>
              <a:spcAft>
                <a:spcPts val="0"/>
              </a:spcAft>
              <a:buClr>
                <a:schemeClr val="dk1"/>
              </a:buClr>
              <a:buSzPts val="1800"/>
              <a:buFont typeface="Lexend"/>
              <a:buChar char="●"/>
            </a:pPr>
            <a:r>
              <a:rPr lang="en-US" sz="1800">
                <a:solidFill>
                  <a:schemeClr val="dk1"/>
                </a:solidFill>
                <a:latin typeface="Lexend"/>
                <a:ea typeface="Lexend"/>
                <a:cs typeface="Lexend"/>
                <a:sym typeface="Lexend"/>
              </a:rPr>
              <a:t>RESTful APIs return a representation of a resource. Clients do not have direct access to the entity, and the process of how the resources are returned is abstracted from the client. Resources are typically nouns identified by the URI (Universal Resource Identifier). ex. /students, /loans, /users</a:t>
            </a:r>
            <a:endParaRPr sz="1800">
              <a:solidFill>
                <a:schemeClr val="dk1"/>
              </a:solidFill>
              <a:latin typeface="Lexend"/>
              <a:ea typeface="Lexend"/>
              <a:cs typeface="Lexend"/>
              <a:sym typeface="Lexend"/>
            </a:endParaRPr>
          </a:p>
          <a:p>
            <a:pPr indent="-342900" lvl="0" marL="457200" rtl="0" algn="l">
              <a:lnSpc>
                <a:spcPct val="115000"/>
              </a:lnSpc>
              <a:spcBef>
                <a:spcPts val="0"/>
              </a:spcBef>
              <a:spcAft>
                <a:spcPts val="0"/>
              </a:spcAft>
              <a:buClr>
                <a:schemeClr val="dk1"/>
              </a:buClr>
              <a:buSzPts val="1800"/>
              <a:buFont typeface="Lexend"/>
              <a:buChar char="●"/>
            </a:pPr>
            <a:r>
              <a:rPr lang="en-US" sz="1800">
                <a:solidFill>
                  <a:schemeClr val="dk1"/>
                </a:solidFill>
                <a:latin typeface="Lexend"/>
                <a:ea typeface="Lexend"/>
                <a:cs typeface="Lexend"/>
                <a:sym typeface="Lexend"/>
              </a:rPr>
              <a:t>HTTP methods on the other hand represent intent with regards to the resource. These are represented by verbs such as GET, POST, PUT, DELETE. You can think of these as actions that are performed on the URI.</a:t>
            </a:r>
            <a:endParaRPr sz="1800">
              <a:solidFill>
                <a:schemeClr val="dk1"/>
              </a:solidFill>
              <a:latin typeface="Lexend"/>
              <a:ea typeface="Lexend"/>
              <a:cs typeface="Lexend"/>
              <a:sym typeface="Lexen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g3c35b158342_0_93"/>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161" name="Google Shape;161;g3c35b158342_0_93"/>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162" name="Google Shape;162;g3c35b158342_0_93"/>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25779"/>
              <a:buFont typeface="Arial"/>
              <a:buNone/>
            </a:pPr>
            <a:r>
              <a:rPr lang="en-US"/>
              <a:t>REST Constraints &amp; Principles</a:t>
            </a:r>
            <a:endParaRPr/>
          </a:p>
          <a:p>
            <a:pPr indent="0" lvl="0" marL="0" rtl="0" algn="l">
              <a:spcBef>
                <a:spcPts val="0"/>
              </a:spcBef>
              <a:spcAft>
                <a:spcPts val="0"/>
              </a:spcAft>
              <a:buClr>
                <a:schemeClr val="dk1"/>
              </a:buClr>
              <a:buSzPct val="25779"/>
              <a:buFont typeface="Arial"/>
              <a:buNone/>
            </a:pPr>
            <a:r>
              <a:t/>
            </a:r>
            <a:endParaRPr/>
          </a:p>
          <a:p>
            <a:pPr indent="0" lvl="0" marL="0" marR="0" rtl="0" algn="l">
              <a:lnSpc>
                <a:spcPct val="90000"/>
              </a:lnSpc>
              <a:spcBef>
                <a:spcPts val="0"/>
              </a:spcBef>
              <a:spcAft>
                <a:spcPts val="0"/>
              </a:spcAft>
              <a:buClr>
                <a:srgbClr val="9B1D23"/>
              </a:buClr>
              <a:buSzPct val="124209"/>
              <a:buFont typeface="Arial Black"/>
              <a:buNone/>
            </a:pPr>
            <a:r>
              <a:t/>
            </a:r>
            <a:endParaRPr/>
          </a:p>
        </p:txBody>
      </p:sp>
      <p:sp>
        <p:nvSpPr>
          <p:cNvPr id="163" name="Google Shape;163;g3c35b158342_0_93"/>
          <p:cNvSpPr txBox="1"/>
          <p:nvPr/>
        </p:nvSpPr>
        <p:spPr>
          <a:xfrm>
            <a:off x="517400" y="1764525"/>
            <a:ext cx="10150500" cy="2678100"/>
          </a:xfrm>
          <a:prstGeom prst="rect">
            <a:avLst/>
          </a:prstGeom>
          <a:noFill/>
          <a:ln>
            <a:noFill/>
          </a:ln>
        </p:spPr>
        <p:txBody>
          <a:bodyPr anchorCtr="0" anchor="t" bIns="91425" lIns="91425" spcFirstLastPara="1" rIns="91425" wrap="square" tIns="91425">
            <a:spAutoFit/>
          </a:bodyPr>
          <a:lstStyle/>
          <a:p>
            <a:pPr indent="-381000" lvl="0" marL="457200" rtl="0" algn="l">
              <a:lnSpc>
                <a:spcPct val="115000"/>
              </a:lnSpc>
              <a:spcBef>
                <a:spcPts val="0"/>
              </a:spcBef>
              <a:spcAft>
                <a:spcPts val="0"/>
              </a:spcAft>
              <a:buClr>
                <a:schemeClr val="dk1"/>
              </a:buClr>
              <a:buSzPts val="2400"/>
              <a:buFont typeface="Lexend"/>
              <a:buAutoNum type="arabicPeriod"/>
            </a:pPr>
            <a:r>
              <a:rPr b="1" lang="en-US" sz="2400">
                <a:solidFill>
                  <a:schemeClr val="dk1"/>
                </a:solidFill>
                <a:latin typeface="Lexend"/>
                <a:ea typeface="Lexend"/>
                <a:cs typeface="Lexend"/>
                <a:sym typeface="Lexend"/>
              </a:rPr>
              <a:t>Client-Server Architecture</a:t>
            </a:r>
            <a:endParaRPr b="1" sz="2400">
              <a:solidFill>
                <a:schemeClr val="dk1"/>
              </a:solidFill>
              <a:latin typeface="Lexend"/>
              <a:ea typeface="Lexend"/>
              <a:cs typeface="Lexend"/>
              <a:sym typeface="Lexend"/>
            </a:endParaRPr>
          </a:p>
          <a:p>
            <a:pPr indent="-381000" lvl="0" marL="457200" rtl="0" algn="l">
              <a:lnSpc>
                <a:spcPct val="115000"/>
              </a:lnSpc>
              <a:spcBef>
                <a:spcPts val="0"/>
              </a:spcBef>
              <a:spcAft>
                <a:spcPts val="0"/>
              </a:spcAft>
              <a:buClr>
                <a:schemeClr val="dk1"/>
              </a:buClr>
              <a:buSzPts val="2400"/>
              <a:buFont typeface="Lexend"/>
              <a:buAutoNum type="arabicPeriod"/>
            </a:pPr>
            <a:r>
              <a:rPr b="1" lang="en-US" sz="2400">
                <a:solidFill>
                  <a:schemeClr val="dk1"/>
                </a:solidFill>
                <a:latin typeface="Lexend"/>
                <a:ea typeface="Lexend"/>
                <a:cs typeface="Lexend"/>
                <a:sym typeface="Lexend"/>
              </a:rPr>
              <a:t>Stateless</a:t>
            </a:r>
            <a:endParaRPr b="1" sz="2400">
              <a:solidFill>
                <a:schemeClr val="dk1"/>
              </a:solidFill>
              <a:latin typeface="Lexend"/>
              <a:ea typeface="Lexend"/>
              <a:cs typeface="Lexend"/>
              <a:sym typeface="Lexend"/>
            </a:endParaRPr>
          </a:p>
          <a:p>
            <a:pPr indent="-381000" lvl="0" marL="457200" rtl="0" algn="l">
              <a:lnSpc>
                <a:spcPct val="115000"/>
              </a:lnSpc>
              <a:spcBef>
                <a:spcPts val="0"/>
              </a:spcBef>
              <a:spcAft>
                <a:spcPts val="0"/>
              </a:spcAft>
              <a:buClr>
                <a:schemeClr val="dk1"/>
              </a:buClr>
              <a:buSzPts val="2400"/>
              <a:buFont typeface="Lexend"/>
              <a:buAutoNum type="arabicPeriod"/>
            </a:pPr>
            <a:r>
              <a:rPr b="1" lang="en-US" sz="2400">
                <a:solidFill>
                  <a:schemeClr val="dk1"/>
                </a:solidFill>
                <a:latin typeface="Lexend"/>
                <a:ea typeface="Lexend"/>
                <a:cs typeface="Lexend"/>
                <a:sym typeface="Lexend"/>
              </a:rPr>
              <a:t>Caching / Cacheable / Cache</a:t>
            </a:r>
            <a:endParaRPr b="1" sz="2400">
              <a:solidFill>
                <a:schemeClr val="dk1"/>
              </a:solidFill>
              <a:latin typeface="Lexend"/>
              <a:ea typeface="Lexend"/>
              <a:cs typeface="Lexend"/>
              <a:sym typeface="Lexend"/>
            </a:endParaRPr>
          </a:p>
          <a:p>
            <a:pPr indent="-381000" lvl="0" marL="457200" rtl="0" algn="l">
              <a:lnSpc>
                <a:spcPct val="115000"/>
              </a:lnSpc>
              <a:spcBef>
                <a:spcPts val="0"/>
              </a:spcBef>
              <a:spcAft>
                <a:spcPts val="0"/>
              </a:spcAft>
              <a:buClr>
                <a:schemeClr val="dk1"/>
              </a:buClr>
              <a:buSzPts val="2400"/>
              <a:buFont typeface="Lexend"/>
              <a:buAutoNum type="arabicPeriod"/>
            </a:pPr>
            <a:r>
              <a:rPr b="1" lang="en-US" sz="2400">
                <a:solidFill>
                  <a:schemeClr val="dk1"/>
                </a:solidFill>
                <a:latin typeface="Lexend"/>
                <a:ea typeface="Lexend"/>
                <a:cs typeface="Lexend"/>
                <a:sym typeface="Lexend"/>
              </a:rPr>
              <a:t>Uniform Interface</a:t>
            </a:r>
            <a:endParaRPr b="1" sz="2400">
              <a:solidFill>
                <a:schemeClr val="dk1"/>
              </a:solidFill>
              <a:latin typeface="Lexend"/>
              <a:ea typeface="Lexend"/>
              <a:cs typeface="Lexend"/>
              <a:sym typeface="Lexend"/>
            </a:endParaRPr>
          </a:p>
          <a:p>
            <a:pPr indent="-381000" lvl="0" marL="457200" rtl="0" algn="l">
              <a:lnSpc>
                <a:spcPct val="115000"/>
              </a:lnSpc>
              <a:spcBef>
                <a:spcPts val="0"/>
              </a:spcBef>
              <a:spcAft>
                <a:spcPts val="0"/>
              </a:spcAft>
              <a:buClr>
                <a:schemeClr val="dk1"/>
              </a:buClr>
              <a:buSzPts val="2400"/>
              <a:buFont typeface="Lexend"/>
              <a:buAutoNum type="arabicPeriod"/>
            </a:pPr>
            <a:r>
              <a:rPr b="1" lang="en-US" sz="2400">
                <a:solidFill>
                  <a:schemeClr val="dk1"/>
                </a:solidFill>
                <a:latin typeface="Lexend"/>
                <a:ea typeface="Lexend"/>
                <a:cs typeface="Lexend"/>
                <a:sym typeface="Lexend"/>
              </a:rPr>
              <a:t>Layered System</a:t>
            </a:r>
            <a:endParaRPr b="1" sz="2400">
              <a:solidFill>
                <a:schemeClr val="dk1"/>
              </a:solidFill>
              <a:latin typeface="Lexend"/>
              <a:ea typeface="Lexend"/>
              <a:cs typeface="Lexend"/>
              <a:sym typeface="Lexend"/>
            </a:endParaRPr>
          </a:p>
          <a:p>
            <a:pPr indent="-381000" lvl="0" marL="457200" rtl="0" algn="l">
              <a:lnSpc>
                <a:spcPct val="115000"/>
              </a:lnSpc>
              <a:spcBef>
                <a:spcPts val="0"/>
              </a:spcBef>
              <a:spcAft>
                <a:spcPts val="0"/>
              </a:spcAft>
              <a:buClr>
                <a:schemeClr val="dk1"/>
              </a:buClr>
              <a:buSzPts val="2400"/>
              <a:buFont typeface="Lexend"/>
              <a:buAutoNum type="arabicPeriod"/>
            </a:pPr>
            <a:r>
              <a:rPr b="1" lang="en-US" sz="2400">
                <a:solidFill>
                  <a:schemeClr val="dk1"/>
                </a:solidFill>
                <a:latin typeface="Lexend"/>
                <a:ea typeface="Lexend"/>
                <a:cs typeface="Lexend"/>
                <a:sym typeface="Lexend"/>
              </a:rPr>
              <a:t>Code-on-Demand</a:t>
            </a:r>
            <a:endParaRPr b="1" sz="2400">
              <a:solidFill>
                <a:schemeClr val="dk1"/>
              </a:solidFill>
              <a:latin typeface="Lexend"/>
              <a:ea typeface="Lexend"/>
              <a:cs typeface="Lexend"/>
              <a:sym typeface="Lexen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g3c35b158342_0_151"/>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170" name="Google Shape;170;g3c35b158342_0_151"/>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171" name="Google Shape;171;g3c35b158342_0_151"/>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25779"/>
              <a:buFont typeface="Arial"/>
              <a:buNone/>
            </a:pPr>
            <a:r>
              <a:rPr lang="en-US"/>
              <a:t>Client-Server Architecture</a:t>
            </a:r>
            <a:endParaRPr/>
          </a:p>
          <a:p>
            <a:pPr indent="0" lvl="0" marL="0" rtl="0" algn="l">
              <a:spcBef>
                <a:spcPts val="0"/>
              </a:spcBef>
              <a:spcAft>
                <a:spcPts val="0"/>
              </a:spcAft>
              <a:buClr>
                <a:schemeClr val="dk1"/>
              </a:buClr>
              <a:buSzPct val="25779"/>
              <a:buFont typeface="Arial"/>
              <a:buNone/>
            </a:pPr>
            <a:r>
              <a:t/>
            </a:r>
            <a:endParaRPr/>
          </a:p>
          <a:p>
            <a:pPr indent="0" lvl="0" marL="0" marR="0" rtl="0" algn="l">
              <a:lnSpc>
                <a:spcPct val="90000"/>
              </a:lnSpc>
              <a:spcBef>
                <a:spcPts val="0"/>
              </a:spcBef>
              <a:spcAft>
                <a:spcPts val="0"/>
              </a:spcAft>
              <a:buClr>
                <a:srgbClr val="9B1D23"/>
              </a:buClr>
              <a:buSzPct val="124209"/>
              <a:buFont typeface="Arial Black"/>
              <a:buNone/>
            </a:pPr>
            <a:r>
              <a:t/>
            </a:r>
            <a:endParaRPr/>
          </a:p>
        </p:txBody>
      </p:sp>
      <p:sp>
        <p:nvSpPr>
          <p:cNvPr id="172" name="Google Shape;172;g3c35b158342_0_151"/>
          <p:cNvSpPr txBox="1"/>
          <p:nvPr/>
        </p:nvSpPr>
        <p:spPr>
          <a:xfrm>
            <a:off x="517400" y="1764525"/>
            <a:ext cx="10150500" cy="9789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0"/>
              </a:spcBef>
              <a:spcAft>
                <a:spcPts val="0"/>
              </a:spcAft>
              <a:buNone/>
            </a:pPr>
            <a:r>
              <a:rPr lang="en-US" sz="2400">
                <a:solidFill>
                  <a:schemeClr val="dk1"/>
                </a:solidFill>
                <a:latin typeface="Lexend"/>
                <a:ea typeface="Lexend"/>
                <a:cs typeface="Lexend"/>
                <a:sym typeface="Lexend"/>
              </a:rPr>
              <a:t>The client (UI) is separate from the server (backend). Allowing each of them to scale independently.</a:t>
            </a:r>
            <a:endParaRPr sz="2400">
              <a:solidFill>
                <a:schemeClr val="dk1"/>
              </a:solidFill>
              <a:latin typeface="Lexend"/>
              <a:ea typeface="Lexend"/>
              <a:cs typeface="Lexend"/>
              <a:sym typeface="Lexen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3c35b158342_0_159"/>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179" name="Google Shape;179;g3c35b158342_0_159"/>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180" name="Google Shape;180;g3c35b158342_0_159"/>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rgbClr val="9B1D23"/>
              </a:buClr>
              <a:buSzPct val="124209"/>
              <a:buFont typeface="Arial Black"/>
              <a:buNone/>
            </a:pPr>
            <a:r>
              <a:rPr lang="en-US"/>
              <a:t>Stateless</a:t>
            </a:r>
            <a:endParaRPr/>
          </a:p>
        </p:txBody>
      </p:sp>
      <p:sp>
        <p:nvSpPr>
          <p:cNvPr id="181" name="Google Shape;181;g3c35b158342_0_159"/>
          <p:cNvSpPr txBox="1"/>
          <p:nvPr/>
        </p:nvSpPr>
        <p:spPr>
          <a:xfrm>
            <a:off x="517400" y="1764525"/>
            <a:ext cx="10150500" cy="14037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0"/>
              </a:spcBef>
              <a:spcAft>
                <a:spcPts val="0"/>
              </a:spcAft>
              <a:buNone/>
            </a:pPr>
            <a:r>
              <a:rPr lang="en-US" sz="2400">
                <a:solidFill>
                  <a:schemeClr val="dk1"/>
                </a:solidFill>
                <a:latin typeface="Lexend"/>
                <a:ea typeface="Lexend"/>
                <a:cs typeface="Lexend"/>
                <a:sym typeface="Lexend"/>
              </a:rPr>
              <a:t>Requests from the client that are sent to the server contain the required information to access it and the information is not stored in the server.</a:t>
            </a:r>
            <a:endParaRPr sz="2400">
              <a:solidFill>
                <a:schemeClr val="dk1"/>
              </a:solidFill>
              <a:latin typeface="Lexend"/>
              <a:ea typeface="Lexend"/>
              <a:cs typeface="Lexend"/>
              <a:sym typeface="Lexen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g3c35b158342_0_167"/>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188" name="Google Shape;188;g3c35b158342_0_167"/>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189" name="Google Shape;189;g3c35b158342_0_167"/>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25779"/>
              <a:buFont typeface="Arial"/>
              <a:buNone/>
            </a:pPr>
            <a:r>
              <a:rPr lang="en-US"/>
              <a:t>Caching / Cacheable / Cache</a:t>
            </a:r>
            <a:endParaRPr/>
          </a:p>
          <a:p>
            <a:pPr indent="0" lvl="0" marL="0" rtl="0" algn="l">
              <a:spcBef>
                <a:spcPts val="0"/>
              </a:spcBef>
              <a:spcAft>
                <a:spcPts val="0"/>
              </a:spcAft>
              <a:buClr>
                <a:schemeClr val="dk1"/>
              </a:buClr>
              <a:buSzPct val="25779"/>
              <a:buFont typeface="Arial"/>
              <a:buNone/>
            </a:pPr>
            <a:r>
              <a:t/>
            </a:r>
            <a:endParaRPr/>
          </a:p>
          <a:p>
            <a:pPr indent="0" lvl="0" marL="0" rtl="0" algn="l">
              <a:spcBef>
                <a:spcPts val="0"/>
              </a:spcBef>
              <a:spcAft>
                <a:spcPts val="0"/>
              </a:spcAft>
              <a:buClr>
                <a:schemeClr val="dk1"/>
              </a:buClr>
              <a:buSzPct val="25779"/>
              <a:buFont typeface="Arial"/>
              <a:buNone/>
            </a:pPr>
            <a:r>
              <a:t/>
            </a:r>
            <a:endParaRPr/>
          </a:p>
          <a:p>
            <a:pPr indent="0" lvl="0" marL="0" rtl="0" algn="l">
              <a:spcBef>
                <a:spcPts val="0"/>
              </a:spcBef>
              <a:spcAft>
                <a:spcPts val="0"/>
              </a:spcAft>
              <a:buClr>
                <a:schemeClr val="dk1"/>
              </a:buClr>
              <a:buSzPct val="25779"/>
              <a:buFont typeface="Arial"/>
              <a:buNone/>
            </a:pPr>
            <a:r>
              <a:t/>
            </a:r>
            <a:endParaRPr/>
          </a:p>
          <a:p>
            <a:pPr indent="0" lvl="0" marL="0" marR="0" rtl="0" algn="l">
              <a:lnSpc>
                <a:spcPct val="90000"/>
              </a:lnSpc>
              <a:spcBef>
                <a:spcPts val="0"/>
              </a:spcBef>
              <a:spcAft>
                <a:spcPts val="0"/>
              </a:spcAft>
              <a:buClr>
                <a:srgbClr val="9B1D23"/>
              </a:buClr>
              <a:buSzPct val="124209"/>
              <a:buFont typeface="Arial Black"/>
              <a:buNone/>
            </a:pPr>
            <a:r>
              <a:t/>
            </a:r>
            <a:endParaRPr/>
          </a:p>
        </p:txBody>
      </p:sp>
      <p:sp>
        <p:nvSpPr>
          <p:cNvPr id="190" name="Google Shape;190;g3c35b158342_0_167"/>
          <p:cNvSpPr txBox="1"/>
          <p:nvPr/>
        </p:nvSpPr>
        <p:spPr>
          <a:xfrm>
            <a:off x="517400" y="1764525"/>
            <a:ext cx="10150500" cy="14037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0"/>
              </a:spcBef>
              <a:spcAft>
                <a:spcPts val="0"/>
              </a:spcAft>
              <a:buNone/>
            </a:pPr>
            <a:r>
              <a:rPr lang="en-US" sz="2400">
                <a:solidFill>
                  <a:schemeClr val="dk1"/>
                </a:solidFill>
                <a:latin typeface="Lexend"/>
                <a:ea typeface="Lexend"/>
                <a:cs typeface="Lexend"/>
                <a:sym typeface="Lexend"/>
              </a:rPr>
              <a:t>The data within a response must be implicitly or explicitly labeled as cacheable or non-cacheable. Cacheable data can be reused for requests that are repetitive.</a:t>
            </a:r>
            <a:endParaRPr sz="2400">
              <a:solidFill>
                <a:schemeClr val="dk1"/>
              </a:solidFill>
              <a:latin typeface="Lexend"/>
              <a:ea typeface="Lexend"/>
              <a:cs typeface="Lexend"/>
              <a:sym typeface="Lexen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g3c35b158342_0_175"/>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197" name="Google Shape;197;g3c35b158342_0_175"/>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198" name="Google Shape;198;g3c35b158342_0_175"/>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25779"/>
              <a:buFont typeface="Arial"/>
              <a:buNone/>
            </a:pPr>
            <a:r>
              <a:rPr lang="en-US"/>
              <a:t>Uniform Interface</a:t>
            </a:r>
            <a:endParaRPr/>
          </a:p>
          <a:p>
            <a:pPr indent="0" lvl="0" marL="0" rtl="0" algn="l">
              <a:spcBef>
                <a:spcPts val="0"/>
              </a:spcBef>
              <a:spcAft>
                <a:spcPts val="0"/>
              </a:spcAft>
              <a:buClr>
                <a:schemeClr val="dk1"/>
              </a:buClr>
              <a:buSzPct val="25779"/>
              <a:buFont typeface="Arial"/>
              <a:buNone/>
            </a:pPr>
            <a:r>
              <a:t/>
            </a:r>
            <a:endParaRPr/>
          </a:p>
          <a:p>
            <a:pPr indent="0" lvl="0" marL="0" rtl="0" algn="l">
              <a:spcBef>
                <a:spcPts val="0"/>
              </a:spcBef>
              <a:spcAft>
                <a:spcPts val="0"/>
              </a:spcAft>
              <a:buClr>
                <a:schemeClr val="dk1"/>
              </a:buClr>
              <a:buSzPct val="25779"/>
              <a:buFont typeface="Arial"/>
              <a:buNone/>
            </a:pPr>
            <a:r>
              <a:t/>
            </a:r>
            <a:endParaRPr/>
          </a:p>
          <a:p>
            <a:pPr indent="0" lvl="0" marL="0" rtl="0" algn="l">
              <a:spcBef>
                <a:spcPts val="0"/>
              </a:spcBef>
              <a:spcAft>
                <a:spcPts val="0"/>
              </a:spcAft>
              <a:buClr>
                <a:schemeClr val="dk1"/>
              </a:buClr>
              <a:buSzPct val="25779"/>
              <a:buFont typeface="Arial"/>
              <a:buNone/>
            </a:pPr>
            <a:r>
              <a:t/>
            </a:r>
            <a:endParaRPr/>
          </a:p>
          <a:p>
            <a:pPr indent="0" lvl="0" marL="0" marR="0" rtl="0" algn="l">
              <a:lnSpc>
                <a:spcPct val="90000"/>
              </a:lnSpc>
              <a:spcBef>
                <a:spcPts val="0"/>
              </a:spcBef>
              <a:spcAft>
                <a:spcPts val="0"/>
              </a:spcAft>
              <a:buClr>
                <a:srgbClr val="9B1D23"/>
              </a:buClr>
              <a:buSzPct val="124209"/>
              <a:buFont typeface="Arial Black"/>
              <a:buNone/>
            </a:pPr>
            <a:r>
              <a:t/>
            </a:r>
            <a:endParaRPr/>
          </a:p>
        </p:txBody>
      </p:sp>
      <p:sp>
        <p:nvSpPr>
          <p:cNvPr id="199" name="Google Shape;199;g3c35b158342_0_175"/>
          <p:cNvSpPr txBox="1"/>
          <p:nvPr/>
        </p:nvSpPr>
        <p:spPr>
          <a:xfrm>
            <a:off x="517400" y="1764525"/>
            <a:ext cx="10150500" cy="3103200"/>
          </a:xfrm>
          <a:prstGeom prst="rect">
            <a:avLst/>
          </a:prstGeom>
          <a:noFill/>
          <a:ln>
            <a:noFill/>
          </a:ln>
        </p:spPr>
        <p:txBody>
          <a:bodyPr anchorCtr="0" anchor="t" bIns="91425" lIns="91425" spcFirstLastPara="1" rIns="91425" wrap="square" tIns="91425">
            <a:spAutoFit/>
          </a:bodyPr>
          <a:lstStyle/>
          <a:p>
            <a:pPr indent="-381000" lvl="0" marL="457200" rtl="0" algn="l">
              <a:lnSpc>
                <a:spcPct val="115000"/>
              </a:lnSpc>
              <a:spcBef>
                <a:spcPts val="0"/>
              </a:spcBef>
              <a:spcAft>
                <a:spcPts val="0"/>
              </a:spcAft>
              <a:buClr>
                <a:schemeClr val="dk1"/>
              </a:buClr>
              <a:buSzPts val="2400"/>
              <a:buFont typeface="Lexend"/>
              <a:buChar char="●"/>
            </a:pPr>
            <a:r>
              <a:rPr lang="en-US" sz="2400">
                <a:solidFill>
                  <a:schemeClr val="dk1"/>
                </a:solidFill>
                <a:latin typeface="Lexend"/>
                <a:ea typeface="Lexend"/>
                <a:cs typeface="Lexend"/>
                <a:sym typeface="Lexend"/>
              </a:rPr>
              <a:t>Resources must be identifiable via URIs.</a:t>
            </a:r>
            <a:endParaRPr sz="2400">
              <a:solidFill>
                <a:schemeClr val="dk1"/>
              </a:solidFill>
              <a:latin typeface="Lexend"/>
              <a:ea typeface="Lexend"/>
              <a:cs typeface="Lexend"/>
              <a:sym typeface="Lexend"/>
            </a:endParaRPr>
          </a:p>
          <a:p>
            <a:pPr indent="-381000" lvl="0" marL="457200" rtl="0" algn="l">
              <a:lnSpc>
                <a:spcPct val="115000"/>
              </a:lnSpc>
              <a:spcBef>
                <a:spcPts val="0"/>
              </a:spcBef>
              <a:spcAft>
                <a:spcPts val="0"/>
              </a:spcAft>
              <a:buClr>
                <a:schemeClr val="dk1"/>
              </a:buClr>
              <a:buSzPts val="2400"/>
              <a:buFont typeface="Lexend"/>
              <a:buChar char="●"/>
            </a:pPr>
            <a:r>
              <a:rPr lang="en-US" sz="2400">
                <a:solidFill>
                  <a:schemeClr val="dk1"/>
                </a:solidFill>
                <a:latin typeface="Lexend"/>
                <a:ea typeface="Lexend"/>
                <a:cs typeface="Lexend"/>
                <a:sym typeface="Lexend"/>
              </a:rPr>
              <a:t>Resources must be represented in JSON or XML</a:t>
            </a:r>
            <a:endParaRPr sz="2400">
              <a:solidFill>
                <a:schemeClr val="dk1"/>
              </a:solidFill>
              <a:latin typeface="Lexend"/>
              <a:ea typeface="Lexend"/>
              <a:cs typeface="Lexend"/>
              <a:sym typeface="Lexend"/>
            </a:endParaRPr>
          </a:p>
          <a:p>
            <a:pPr indent="-381000" lvl="0" marL="457200" rtl="0" algn="l">
              <a:lnSpc>
                <a:spcPct val="115000"/>
              </a:lnSpc>
              <a:spcBef>
                <a:spcPts val="0"/>
              </a:spcBef>
              <a:spcAft>
                <a:spcPts val="0"/>
              </a:spcAft>
              <a:buClr>
                <a:schemeClr val="dk1"/>
              </a:buClr>
              <a:buSzPts val="2400"/>
              <a:buFont typeface="Lexend"/>
              <a:buChar char="●"/>
            </a:pPr>
            <a:r>
              <a:rPr lang="en-US" sz="2400">
                <a:solidFill>
                  <a:schemeClr val="dk1"/>
                </a:solidFill>
                <a:latin typeface="Lexend"/>
                <a:ea typeface="Lexend"/>
                <a:cs typeface="Lexend"/>
                <a:sym typeface="Lexend"/>
              </a:rPr>
              <a:t>Usage of HTTP so messages are self-descriptive</a:t>
            </a:r>
            <a:endParaRPr sz="2400">
              <a:solidFill>
                <a:schemeClr val="dk1"/>
              </a:solidFill>
              <a:latin typeface="Lexend"/>
              <a:ea typeface="Lexend"/>
              <a:cs typeface="Lexend"/>
              <a:sym typeface="Lexend"/>
            </a:endParaRPr>
          </a:p>
          <a:p>
            <a:pPr indent="-381000" lvl="0" marL="457200" rtl="0" algn="l">
              <a:lnSpc>
                <a:spcPct val="115000"/>
              </a:lnSpc>
              <a:spcBef>
                <a:spcPts val="0"/>
              </a:spcBef>
              <a:spcAft>
                <a:spcPts val="0"/>
              </a:spcAft>
              <a:buClr>
                <a:schemeClr val="dk1"/>
              </a:buClr>
              <a:buSzPts val="2400"/>
              <a:buFont typeface="Lexend"/>
              <a:buChar char="●"/>
            </a:pPr>
            <a:r>
              <a:rPr lang="en-US" sz="2400">
                <a:solidFill>
                  <a:schemeClr val="dk1"/>
                </a:solidFill>
                <a:latin typeface="Lexend"/>
                <a:ea typeface="Lexend"/>
                <a:cs typeface="Lexend"/>
                <a:sym typeface="Lexend"/>
              </a:rPr>
              <a:t>Hypermedia as the Engine of Application State (HATEOAS) wherein the server dynamically provides the client information on its next actions by including available URIs based on the state of the represented resource.</a:t>
            </a:r>
            <a:endParaRPr sz="2400">
              <a:solidFill>
                <a:schemeClr val="dk1"/>
              </a:solidFill>
              <a:latin typeface="Lexend"/>
              <a:ea typeface="Lexend"/>
              <a:cs typeface="Lexend"/>
              <a:sym typeface="Lexen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g3c35b158342_0_183"/>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206" name="Google Shape;206;g3c35b158342_0_183"/>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207" name="Google Shape;207;g3c35b158342_0_183"/>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25779"/>
              <a:buFont typeface="Arial"/>
              <a:buNone/>
            </a:pPr>
            <a:r>
              <a:rPr lang="en-US"/>
              <a:t>Layered System</a:t>
            </a:r>
            <a:endParaRPr/>
          </a:p>
          <a:p>
            <a:pPr indent="0" lvl="0" marL="0" rtl="0" algn="l">
              <a:spcBef>
                <a:spcPts val="0"/>
              </a:spcBef>
              <a:spcAft>
                <a:spcPts val="0"/>
              </a:spcAft>
              <a:buClr>
                <a:schemeClr val="dk1"/>
              </a:buClr>
              <a:buSzPct val="25779"/>
              <a:buFont typeface="Arial"/>
              <a:buNone/>
            </a:pPr>
            <a:r>
              <a:t/>
            </a:r>
            <a:endParaRPr/>
          </a:p>
          <a:p>
            <a:pPr indent="0" lvl="0" marL="0" rtl="0" algn="l">
              <a:spcBef>
                <a:spcPts val="0"/>
              </a:spcBef>
              <a:spcAft>
                <a:spcPts val="0"/>
              </a:spcAft>
              <a:buClr>
                <a:schemeClr val="dk1"/>
              </a:buClr>
              <a:buSzPct val="25779"/>
              <a:buFont typeface="Arial"/>
              <a:buNone/>
            </a:pPr>
            <a:r>
              <a:t/>
            </a:r>
            <a:endParaRPr/>
          </a:p>
          <a:p>
            <a:pPr indent="0" lvl="0" marL="0" rtl="0" algn="l">
              <a:spcBef>
                <a:spcPts val="0"/>
              </a:spcBef>
              <a:spcAft>
                <a:spcPts val="0"/>
              </a:spcAft>
              <a:buClr>
                <a:schemeClr val="dk1"/>
              </a:buClr>
              <a:buSzPct val="25779"/>
              <a:buFont typeface="Arial"/>
              <a:buNone/>
            </a:pPr>
            <a:r>
              <a:t/>
            </a:r>
            <a:endParaRPr/>
          </a:p>
          <a:p>
            <a:pPr indent="0" lvl="0" marL="0" marR="0" rtl="0" algn="l">
              <a:lnSpc>
                <a:spcPct val="90000"/>
              </a:lnSpc>
              <a:spcBef>
                <a:spcPts val="0"/>
              </a:spcBef>
              <a:spcAft>
                <a:spcPts val="0"/>
              </a:spcAft>
              <a:buClr>
                <a:srgbClr val="9B1D23"/>
              </a:buClr>
              <a:buSzPct val="124209"/>
              <a:buFont typeface="Arial Black"/>
              <a:buNone/>
            </a:pPr>
            <a:r>
              <a:t/>
            </a:r>
            <a:endParaRPr/>
          </a:p>
        </p:txBody>
      </p:sp>
      <p:sp>
        <p:nvSpPr>
          <p:cNvPr id="208" name="Google Shape;208;g3c35b158342_0_183"/>
          <p:cNvSpPr txBox="1"/>
          <p:nvPr/>
        </p:nvSpPr>
        <p:spPr>
          <a:xfrm>
            <a:off x="517400" y="1764525"/>
            <a:ext cx="10150500" cy="18285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0"/>
              </a:spcBef>
              <a:spcAft>
                <a:spcPts val="0"/>
              </a:spcAft>
              <a:buNone/>
            </a:pPr>
            <a:r>
              <a:rPr lang="en-US" sz="2400">
                <a:solidFill>
                  <a:schemeClr val="dk1"/>
                </a:solidFill>
                <a:latin typeface="Lexend"/>
                <a:ea typeface="Lexend"/>
                <a:cs typeface="Lexend"/>
                <a:sym typeface="Lexend"/>
              </a:rPr>
              <a:t>Allows a system to be composed of multiple independent layers  where each layer can perform processing on the request / response such as load balancing or request validations. Clients are usually unaware of these layers.</a:t>
            </a:r>
            <a:endParaRPr sz="2400">
              <a:solidFill>
                <a:schemeClr val="dk1"/>
              </a:solidFill>
              <a:latin typeface="Lexend"/>
              <a:ea typeface="Lexend"/>
              <a:cs typeface="Lexend"/>
              <a:sym typeface="Lexen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g3c35b158342_0_196"/>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215" name="Google Shape;215;g3c35b158342_0_196"/>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216" name="Google Shape;216;g3c35b158342_0_196"/>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25779"/>
              <a:buFont typeface="Arial"/>
              <a:buNone/>
            </a:pPr>
            <a:r>
              <a:rPr lang="en-US"/>
              <a:t>Code-on-Demand</a:t>
            </a:r>
            <a:endParaRPr/>
          </a:p>
          <a:p>
            <a:pPr indent="0" lvl="0" marL="0" rtl="0" algn="l">
              <a:spcBef>
                <a:spcPts val="0"/>
              </a:spcBef>
              <a:spcAft>
                <a:spcPts val="0"/>
              </a:spcAft>
              <a:buClr>
                <a:schemeClr val="dk1"/>
              </a:buClr>
              <a:buSzPct val="25779"/>
              <a:buFont typeface="Arial"/>
              <a:buNone/>
            </a:pPr>
            <a:r>
              <a:t/>
            </a:r>
            <a:endParaRPr/>
          </a:p>
          <a:p>
            <a:pPr indent="0" lvl="0" marL="0" rtl="0" algn="l">
              <a:spcBef>
                <a:spcPts val="0"/>
              </a:spcBef>
              <a:spcAft>
                <a:spcPts val="0"/>
              </a:spcAft>
              <a:buClr>
                <a:schemeClr val="dk1"/>
              </a:buClr>
              <a:buSzPct val="25779"/>
              <a:buFont typeface="Arial"/>
              <a:buNone/>
            </a:pPr>
            <a:r>
              <a:t/>
            </a:r>
            <a:endParaRPr/>
          </a:p>
          <a:p>
            <a:pPr indent="0" lvl="0" marL="0" rtl="0" algn="l">
              <a:spcBef>
                <a:spcPts val="0"/>
              </a:spcBef>
              <a:spcAft>
                <a:spcPts val="0"/>
              </a:spcAft>
              <a:buClr>
                <a:schemeClr val="dk1"/>
              </a:buClr>
              <a:buSzPct val="25779"/>
              <a:buFont typeface="Arial"/>
              <a:buNone/>
            </a:pPr>
            <a:r>
              <a:t/>
            </a:r>
            <a:endParaRPr/>
          </a:p>
          <a:p>
            <a:pPr indent="0" lvl="0" marL="0" rtl="0" algn="l">
              <a:spcBef>
                <a:spcPts val="0"/>
              </a:spcBef>
              <a:spcAft>
                <a:spcPts val="0"/>
              </a:spcAft>
              <a:buClr>
                <a:schemeClr val="dk1"/>
              </a:buClr>
              <a:buSzPct val="25779"/>
              <a:buFont typeface="Arial"/>
              <a:buNone/>
            </a:pPr>
            <a:r>
              <a:t/>
            </a:r>
            <a:endParaRPr/>
          </a:p>
          <a:p>
            <a:pPr indent="0" lvl="0" marL="0" rtl="0" algn="l">
              <a:spcBef>
                <a:spcPts val="0"/>
              </a:spcBef>
              <a:spcAft>
                <a:spcPts val="0"/>
              </a:spcAft>
              <a:buClr>
                <a:schemeClr val="dk1"/>
              </a:buClr>
              <a:buSzPct val="25779"/>
              <a:buFont typeface="Arial"/>
              <a:buNone/>
            </a:pPr>
            <a:r>
              <a:t/>
            </a:r>
            <a:endParaRPr/>
          </a:p>
          <a:p>
            <a:pPr indent="0" lvl="0" marL="0" marR="0" rtl="0" algn="l">
              <a:lnSpc>
                <a:spcPct val="90000"/>
              </a:lnSpc>
              <a:spcBef>
                <a:spcPts val="0"/>
              </a:spcBef>
              <a:spcAft>
                <a:spcPts val="0"/>
              </a:spcAft>
              <a:buClr>
                <a:srgbClr val="9B1D23"/>
              </a:buClr>
              <a:buSzPct val="124209"/>
              <a:buFont typeface="Arial Black"/>
              <a:buNone/>
            </a:pPr>
            <a:r>
              <a:t/>
            </a:r>
            <a:endParaRPr/>
          </a:p>
        </p:txBody>
      </p:sp>
      <p:sp>
        <p:nvSpPr>
          <p:cNvPr id="217" name="Google Shape;217;g3c35b158342_0_196"/>
          <p:cNvSpPr txBox="1"/>
          <p:nvPr/>
        </p:nvSpPr>
        <p:spPr>
          <a:xfrm>
            <a:off x="517400" y="1764525"/>
            <a:ext cx="10150500" cy="14037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0"/>
              </a:spcBef>
              <a:spcAft>
                <a:spcPts val="0"/>
              </a:spcAft>
              <a:buNone/>
            </a:pPr>
            <a:r>
              <a:rPr lang="en-US" sz="2400">
                <a:solidFill>
                  <a:schemeClr val="dk1"/>
                </a:solidFill>
                <a:latin typeface="Lexend"/>
                <a:ea typeface="Lexend"/>
                <a:cs typeface="Lexend"/>
                <a:sym typeface="Lexend"/>
              </a:rPr>
              <a:t>An </a:t>
            </a:r>
            <a:r>
              <a:rPr b="1" lang="en-US" sz="2400">
                <a:solidFill>
                  <a:schemeClr val="dk1"/>
                </a:solidFill>
                <a:latin typeface="Lexend"/>
                <a:ea typeface="Lexend"/>
                <a:cs typeface="Lexend"/>
                <a:sym typeface="Lexend"/>
              </a:rPr>
              <a:t>optional</a:t>
            </a:r>
            <a:r>
              <a:rPr lang="en-US" sz="2400">
                <a:solidFill>
                  <a:schemeClr val="dk1"/>
                </a:solidFill>
                <a:latin typeface="Lexend"/>
                <a:ea typeface="Lexend"/>
                <a:cs typeface="Lexend"/>
                <a:sym typeface="Lexend"/>
              </a:rPr>
              <a:t> constraint that says a server may return executable code such as compile java scripts to the client as long as the client knows how to execute the code.</a:t>
            </a:r>
            <a:endParaRPr sz="2400">
              <a:solidFill>
                <a:schemeClr val="dk1"/>
              </a:solidFill>
              <a:latin typeface="Lexend"/>
              <a:ea typeface="Lexend"/>
              <a:cs typeface="Lexend"/>
              <a:sym typeface="Lexen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g3c35b158342_0_101"/>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224" name="Google Shape;224;g3c35b158342_0_101"/>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225" name="Google Shape;225;g3c35b158342_0_101"/>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25779"/>
              <a:buFont typeface="Arial"/>
              <a:buNone/>
            </a:pPr>
            <a:r>
              <a:rPr lang="en-US"/>
              <a:t>On REST Principles &amp; Constraints</a:t>
            </a:r>
            <a:endParaRPr/>
          </a:p>
          <a:p>
            <a:pPr indent="0" lvl="0" marL="0" rtl="0" algn="l">
              <a:spcBef>
                <a:spcPts val="0"/>
              </a:spcBef>
              <a:spcAft>
                <a:spcPts val="0"/>
              </a:spcAft>
              <a:buClr>
                <a:schemeClr val="dk1"/>
              </a:buClr>
              <a:buSzPct val="25779"/>
              <a:buFont typeface="Arial"/>
              <a:buNone/>
            </a:pPr>
            <a:r>
              <a:t/>
            </a:r>
            <a:endParaRPr/>
          </a:p>
          <a:p>
            <a:pPr indent="0" lvl="0" marL="0" marR="0" rtl="0" algn="l">
              <a:lnSpc>
                <a:spcPct val="90000"/>
              </a:lnSpc>
              <a:spcBef>
                <a:spcPts val="0"/>
              </a:spcBef>
              <a:spcAft>
                <a:spcPts val="0"/>
              </a:spcAft>
              <a:buClr>
                <a:srgbClr val="9B1D23"/>
              </a:buClr>
              <a:buSzPct val="124209"/>
              <a:buFont typeface="Arial Black"/>
              <a:buNone/>
            </a:pPr>
            <a:r>
              <a:t/>
            </a:r>
            <a:endParaRPr/>
          </a:p>
        </p:txBody>
      </p:sp>
      <p:sp>
        <p:nvSpPr>
          <p:cNvPr id="226" name="Google Shape;226;g3c35b158342_0_101"/>
          <p:cNvSpPr txBox="1"/>
          <p:nvPr/>
        </p:nvSpPr>
        <p:spPr>
          <a:xfrm>
            <a:off x="517400" y="1764525"/>
            <a:ext cx="10150500" cy="42852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chemeClr val="dk1"/>
              </a:buClr>
              <a:buSzPts val="1800"/>
              <a:buFont typeface="Lexend"/>
              <a:buChar char="●"/>
            </a:pPr>
            <a:r>
              <a:rPr lang="en-US" sz="1800">
                <a:solidFill>
                  <a:schemeClr val="dk1"/>
                </a:solidFill>
                <a:latin typeface="Lexend"/>
                <a:ea typeface="Lexend"/>
                <a:cs typeface="Lexend"/>
                <a:sym typeface="Lexend"/>
              </a:rPr>
              <a:t>Most APIs partially adhere to the constraints and it is important to note that there are very few APIs that implement full REST. Which is why most APIs today are accurately described as REST-like. (Read RMM or the Richardson Maturity Model)</a:t>
            </a:r>
            <a:endParaRPr sz="1800">
              <a:solidFill>
                <a:schemeClr val="dk1"/>
              </a:solidFill>
              <a:latin typeface="Lexend"/>
              <a:ea typeface="Lexend"/>
              <a:cs typeface="Lexend"/>
              <a:sym typeface="Lexend"/>
            </a:endParaRPr>
          </a:p>
          <a:p>
            <a:pPr indent="-342900" lvl="0" marL="457200" rtl="0" algn="l">
              <a:lnSpc>
                <a:spcPct val="115000"/>
              </a:lnSpc>
              <a:spcBef>
                <a:spcPts val="0"/>
              </a:spcBef>
              <a:spcAft>
                <a:spcPts val="0"/>
              </a:spcAft>
              <a:buClr>
                <a:schemeClr val="dk1"/>
              </a:buClr>
              <a:buSzPts val="1800"/>
              <a:buFont typeface="Lexend"/>
              <a:buChar char="●"/>
            </a:pPr>
            <a:r>
              <a:rPr lang="en-US" sz="1800">
                <a:solidFill>
                  <a:schemeClr val="dk1"/>
                </a:solidFill>
                <a:latin typeface="Lexend"/>
                <a:ea typeface="Lexend"/>
                <a:cs typeface="Lexend"/>
                <a:sym typeface="Lexend"/>
              </a:rPr>
              <a:t>In practice, a RESTful API will usually pertain to an API that:</a:t>
            </a:r>
            <a:endParaRPr sz="1800">
              <a:solidFill>
                <a:schemeClr val="dk1"/>
              </a:solidFill>
              <a:latin typeface="Lexend"/>
              <a:ea typeface="Lexend"/>
              <a:cs typeface="Lexend"/>
              <a:sym typeface="Lexend"/>
            </a:endParaRPr>
          </a:p>
          <a:p>
            <a:pPr indent="-342900" lvl="1" marL="914400" rtl="0" algn="l">
              <a:lnSpc>
                <a:spcPct val="115000"/>
              </a:lnSpc>
              <a:spcBef>
                <a:spcPts val="0"/>
              </a:spcBef>
              <a:spcAft>
                <a:spcPts val="0"/>
              </a:spcAft>
              <a:buClr>
                <a:schemeClr val="dk1"/>
              </a:buClr>
              <a:buSzPts val="1800"/>
              <a:buFont typeface="Lexend"/>
              <a:buChar char="○"/>
            </a:pPr>
            <a:r>
              <a:rPr lang="en-US" sz="1800">
                <a:solidFill>
                  <a:schemeClr val="dk1"/>
                </a:solidFill>
                <a:latin typeface="Lexend"/>
                <a:ea typeface="Lexend"/>
                <a:cs typeface="Lexend"/>
                <a:sym typeface="Lexend"/>
              </a:rPr>
              <a:t>Has resource-based URLs</a:t>
            </a:r>
            <a:endParaRPr sz="1800">
              <a:solidFill>
                <a:schemeClr val="dk1"/>
              </a:solidFill>
              <a:latin typeface="Lexend"/>
              <a:ea typeface="Lexend"/>
              <a:cs typeface="Lexend"/>
              <a:sym typeface="Lexend"/>
            </a:endParaRPr>
          </a:p>
          <a:p>
            <a:pPr indent="-342900" lvl="1" marL="914400" rtl="0" algn="l">
              <a:lnSpc>
                <a:spcPct val="115000"/>
              </a:lnSpc>
              <a:spcBef>
                <a:spcPts val="0"/>
              </a:spcBef>
              <a:spcAft>
                <a:spcPts val="0"/>
              </a:spcAft>
              <a:buClr>
                <a:schemeClr val="dk1"/>
              </a:buClr>
              <a:buSzPts val="1800"/>
              <a:buFont typeface="Lexend"/>
              <a:buChar char="○"/>
            </a:pPr>
            <a:r>
              <a:rPr lang="en-US" sz="1800">
                <a:solidFill>
                  <a:schemeClr val="dk1"/>
                </a:solidFill>
                <a:latin typeface="Lexend"/>
                <a:ea typeface="Lexend"/>
                <a:cs typeface="Lexend"/>
                <a:sym typeface="Lexend"/>
              </a:rPr>
              <a:t>Properly uses HTTP methods and returns correct HTTP Status codes</a:t>
            </a:r>
            <a:endParaRPr sz="1800">
              <a:solidFill>
                <a:schemeClr val="dk1"/>
              </a:solidFill>
              <a:latin typeface="Lexend"/>
              <a:ea typeface="Lexend"/>
              <a:cs typeface="Lexend"/>
              <a:sym typeface="Lexend"/>
            </a:endParaRPr>
          </a:p>
          <a:p>
            <a:pPr indent="-342900" lvl="1" marL="914400" rtl="0" algn="l">
              <a:lnSpc>
                <a:spcPct val="115000"/>
              </a:lnSpc>
              <a:spcBef>
                <a:spcPts val="0"/>
              </a:spcBef>
              <a:spcAft>
                <a:spcPts val="0"/>
              </a:spcAft>
              <a:buClr>
                <a:schemeClr val="dk1"/>
              </a:buClr>
              <a:buSzPts val="1800"/>
              <a:buFont typeface="Lexend"/>
              <a:buChar char="○"/>
            </a:pPr>
            <a:r>
              <a:rPr lang="en-US" sz="1800">
                <a:solidFill>
                  <a:schemeClr val="dk1"/>
                </a:solidFill>
                <a:latin typeface="Lexend"/>
                <a:ea typeface="Lexend"/>
                <a:cs typeface="Lexend"/>
                <a:sym typeface="Lexend"/>
              </a:rPr>
              <a:t>Uses Stateless requests</a:t>
            </a:r>
            <a:endParaRPr sz="1800">
              <a:solidFill>
                <a:schemeClr val="dk1"/>
              </a:solidFill>
              <a:latin typeface="Lexend"/>
              <a:ea typeface="Lexend"/>
              <a:cs typeface="Lexend"/>
              <a:sym typeface="Lexend"/>
            </a:endParaRPr>
          </a:p>
          <a:p>
            <a:pPr indent="-342900" lvl="1" marL="914400" rtl="0" algn="l">
              <a:lnSpc>
                <a:spcPct val="115000"/>
              </a:lnSpc>
              <a:spcBef>
                <a:spcPts val="0"/>
              </a:spcBef>
              <a:spcAft>
                <a:spcPts val="0"/>
              </a:spcAft>
              <a:buClr>
                <a:schemeClr val="dk1"/>
              </a:buClr>
              <a:buSzPts val="1800"/>
              <a:buFont typeface="Lexend"/>
              <a:buChar char="○"/>
            </a:pPr>
            <a:r>
              <a:rPr lang="en-US" sz="1800">
                <a:solidFill>
                  <a:schemeClr val="dk1"/>
                </a:solidFill>
                <a:latin typeface="Lexend"/>
                <a:ea typeface="Lexend"/>
                <a:cs typeface="Lexend"/>
                <a:sym typeface="Lexend"/>
              </a:rPr>
              <a:t>Primarily uses JSON representation</a:t>
            </a:r>
            <a:endParaRPr sz="1800">
              <a:solidFill>
                <a:schemeClr val="dk1"/>
              </a:solidFill>
              <a:latin typeface="Lexend"/>
              <a:ea typeface="Lexend"/>
              <a:cs typeface="Lexend"/>
              <a:sym typeface="Lexend"/>
            </a:endParaRPr>
          </a:p>
          <a:p>
            <a:pPr indent="-342900" lvl="0" marL="457200" rtl="0" algn="l">
              <a:lnSpc>
                <a:spcPct val="115000"/>
              </a:lnSpc>
              <a:spcBef>
                <a:spcPts val="0"/>
              </a:spcBef>
              <a:spcAft>
                <a:spcPts val="0"/>
              </a:spcAft>
              <a:buClr>
                <a:schemeClr val="dk1"/>
              </a:buClr>
              <a:buSzPts val="1800"/>
              <a:buFont typeface="Lexend"/>
              <a:buChar char="●"/>
            </a:pPr>
            <a:r>
              <a:rPr lang="en-US" sz="1800">
                <a:solidFill>
                  <a:schemeClr val="dk1"/>
                </a:solidFill>
                <a:latin typeface="Lexend"/>
                <a:ea typeface="Lexend"/>
                <a:cs typeface="Lexend"/>
                <a:sym typeface="Lexend"/>
              </a:rPr>
              <a:t>What’s not RESTful:</a:t>
            </a:r>
            <a:endParaRPr sz="1800">
              <a:solidFill>
                <a:schemeClr val="dk1"/>
              </a:solidFill>
              <a:latin typeface="Lexend"/>
              <a:ea typeface="Lexend"/>
              <a:cs typeface="Lexend"/>
              <a:sym typeface="Lexend"/>
            </a:endParaRPr>
          </a:p>
          <a:p>
            <a:pPr indent="-342900" lvl="1" marL="914400" rtl="0" algn="l">
              <a:lnSpc>
                <a:spcPct val="115000"/>
              </a:lnSpc>
              <a:spcBef>
                <a:spcPts val="0"/>
              </a:spcBef>
              <a:spcAft>
                <a:spcPts val="0"/>
              </a:spcAft>
              <a:buClr>
                <a:schemeClr val="dk1"/>
              </a:buClr>
              <a:buSzPts val="1800"/>
              <a:buFont typeface="Lexend"/>
              <a:buChar char="○"/>
            </a:pPr>
            <a:r>
              <a:rPr lang="en-US" sz="1800">
                <a:solidFill>
                  <a:schemeClr val="dk1"/>
                </a:solidFill>
                <a:latin typeface="Lexend"/>
                <a:ea typeface="Lexend"/>
                <a:cs typeface="Lexend"/>
                <a:sym typeface="Lexend"/>
              </a:rPr>
              <a:t>Verbs in URIs. ex: /getStudent, /deleteUser,</a:t>
            </a:r>
            <a:endParaRPr sz="1800">
              <a:solidFill>
                <a:schemeClr val="dk1"/>
              </a:solidFill>
              <a:latin typeface="Lexend"/>
              <a:ea typeface="Lexend"/>
              <a:cs typeface="Lexend"/>
              <a:sym typeface="Lexend"/>
            </a:endParaRPr>
          </a:p>
          <a:p>
            <a:pPr indent="-342900" lvl="1" marL="914400" rtl="0" algn="l">
              <a:lnSpc>
                <a:spcPct val="115000"/>
              </a:lnSpc>
              <a:spcBef>
                <a:spcPts val="0"/>
              </a:spcBef>
              <a:spcAft>
                <a:spcPts val="0"/>
              </a:spcAft>
              <a:buClr>
                <a:schemeClr val="dk1"/>
              </a:buClr>
              <a:buSzPts val="1800"/>
              <a:buFont typeface="Lexend"/>
              <a:buChar char="○"/>
            </a:pPr>
            <a:r>
              <a:rPr lang="en-US" sz="1800">
                <a:solidFill>
                  <a:schemeClr val="dk1"/>
                </a:solidFill>
                <a:latin typeface="Lexend"/>
                <a:ea typeface="Lexend"/>
                <a:cs typeface="Lexend"/>
                <a:sym typeface="Lexend"/>
              </a:rPr>
              <a:t>Lazy or incorrect usage of HTTP Methods</a:t>
            </a:r>
            <a:endParaRPr sz="1800">
              <a:solidFill>
                <a:schemeClr val="dk1"/>
              </a:solidFill>
              <a:latin typeface="Lexend"/>
              <a:ea typeface="Lexend"/>
              <a:cs typeface="Lexend"/>
              <a:sym typeface="Lexend"/>
            </a:endParaRPr>
          </a:p>
          <a:p>
            <a:pPr indent="-342900" lvl="1" marL="914400" rtl="0" algn="l">
              <a:lnSpc>
                <a:spcPct val="115000"/>
              </a:lnSpc>
              <a:spcBef>
                <a:spcPts val="0"/>
              </a:spcBef>
              <a:spcAft>
                <a:spcPts val="0"/>
              </a:spcAft>
              <a:buClr>
                <a:schemeClr val="dk1"/>
              </a:buClr>
              <a:buSzPts val="1800"/>
              <a:buFont typeface="Lexend"/>
              <a:buChar char="○"/>
            </a:pPr>
            <a:r>
              <a:rPr lang="en-US" sz="1800">
                <a:solidFill>
                  <a:schemeClr val="dk1"/>
                </a:solidFill>
                <a:latin typeface="Lexend"/>
                <a:ea typeface="Lexend"/>
                <a:cs typeface="Lexend"/>
                <a:sym typeface="Lexend"/>
              </a:rPr>
              <a:t>Excessive use of status 200 or improper use of other HTTP statuses</a:t>
            </a:r>
            <a:endParaRPr sz="1800">
              <a:solidFill>
                <a:schemeClr val="dk1"/>
              </a:solidFill>
              <a:latin typeface="Lexend"/>
              <a:ea typeface="Lexend"/>
              <a:cs typeface="Lexend"/>
              <a:sym typeface="Lexend"/>
            </a:endParaRPr>
          </a:p>
          <a:p>
            <a:pPr indent="0" lvl="0" marL="457200" rtl="0" algn="l">
              <a:lnSpc>
                <a:spcPct val="115000"/>
              </a:lnSpc>
              <a:spcBef>
                <a:spcPts val="0"/>
              </a:spcBef>
              <a:spcAft>
                <a:spcPts val="0"/>
              </a:spcAft>
              <a:buNone/>
            </a:pPr>
            <a:r>
              <a:t/>
            </a:r>
            <a:endParaRPr sz="1800">
              <a:solidFill>
                <a:schemeClr val="dk1"/>
              </a:solidFill>
              <a:latin typeface="Lexend"/>
              <a:ea typeface="Lexend"/>
              <a:cs typeface="Lexend"/>
              <a:sym typeface="Lexen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g3c35b158342_0_135"/>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233" name="Google Shape;233;g3c35b158342_0_135"/>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234" name="Google Shape;234;g3c35b158342_0_135"/>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25779"/>
              <a:buFont typeface="Arial"/>
              <a:buNone/>
            </a:pPr>
            <a:r>
              <a:rPr lang="en-US"/>
              <a:t>Client - Server Architecture</a:t>
            </a:r>
            <a:endParaRPr/>
          </a:p>
          <a:p>
            <a:pPr indent="0" lvl="0" marL="0" rtl="0" algn="l">
              <a:spcBef>
                <a:spcPts val="0"/>
              </a:spcBef>
              <a:spcAft>
                <a:spcPts val="0"/>
              </a:spcAft>
              <a:buClr>
                <a:schemeClr val="dk1"/>
              </a:buClr>
              <a:buSzPct val="25779"/>
              <a:buFont typeface="Arial"/>
              <a:buNone/>
            </a:pPr>
            <a:r>
              <a:t/>
            </a:r>
            <a:endParaRPr/>
          </a:p>
          <a:p>
            <a:pPr indent="0" lvl="0" marL="0" marR="0" rtl="0" algn="l">
              <a:lnSpc>
                <a:spcPct val="90000"/>
              </a:lnSpc>
              <a:spcBef>
                <a:spcPts val="0"/>
              </a:spcBef>
              <a:spcAft>
                <a:spcPts val="0"/>
              </a:spcAft>
              <a:buClr>
                <a:srgbClr val="9B1D23"/>
              </a:buClr>
              <a:buSzPct val="124209"/>
              <a:buFont typeface="Arial Black"/>
              <a:buNone/>
            </a:pPr>
            <a:r>
              <a:t/>
            </a:r>
            <a:endParaRPr/>
          </a:p>
        </p:txBody>
      </p:sp>
      <p:sp>
        <p:nvSpPr>
          <p:cNvPr id="235" name="Google Shape;235;g3c35b158342_0_135"/>
          <p:cNvSpPr txBox="1"/>
          <p:nvPr/>
        </p:nvSpPr>
        <p:spPr>
          <a:xfrm>
            <a:off x="517400" y="1764525"/>
            <a:ext cx="10150500" cy="18471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0"/>
              </a:spcBef>
              <a:spcAft>
                <a:spcPts val="0"/>
              </a:spcAft>
              <a:buClr>
                <a:schemeClr val="dk1"/>
              </a:buClr>
              <a:buSzPts val="1600"/>
              <a:buFont typeface="Lexend"/>
              <a:buChar char="●"/>
            </a:pPr>
            <a:r>
              <a:rPr lang="en-US" sz="1600">
                <a:solidFill>
                  <a:schemeClr val="dk1"/>
                </a:solidFill>
                <a:latin typeface="Lexend"/>
                <a:ea typeface="Lexend"/>
                <a:cs typeface="Lexend"/>
                <a:sym typeface="Lexend"/>
              </a:rPr>
              <a:t>A messaging pattern describing the concept of “Clients” (laptops, smartphones, browsers) that request data from “Servers” (any computer system that provides a resource or a service) over a distributed network</a:t>
            </a:r>
            <a:endParaRPr sz="1600">
              <a:solidFill>
                <a:schemeClr val="dk1"/>
              </a:solidFill>
              <a:latin typeface="Lexend"/>
              <a:ea typeface="Lexend"/>
              <a:cs typeface="Lexend"/>
              <a:sym typeface="Lexend"/>
            </a:endParaRPr>
          </a:p>
          <a:p>
            <a:pPr indent="-330200" lvl="0" marL="457200" rtl="0" algn="l">
              <a:lnSpc>
                <a:spcPct val="115000"/>
              </a:lnSpc>
              <a:spcBef>
                <a:spcPts val="0"/>
              </a:spcBef>
              <a:spcAft>
                <a:spcPts val="0"/>
              </a:spcAft>
              <a:buClr>
                <a:schemeClr val="dk1"/>
              </a:buClr>
              <a:buSzPts val="1600"/>
              <a:buFont typeface="Lexend"/>
              <a:buChar char="●"/>
            </a:pPr>
            <a:r>
              <a:rPr lang="en-US" sz="1600">
                <a:solidFill>
                  <a:schemeClr val="dk1"/>
                </a:solidFill>
                <a:latin typeface="Lexend"/>
                <a:ea typeface="Lexend"/>
                <a:cs typeface="Lexend"/>
                <a:sym typeface="Lexend"/>
              </a:rPr>
              <a:t>Client - requests services or data</a:t>
            </a:r>
            <a:endParaRPr sz="1600">
              <a:solidFill>
                <a:schemeClr val="dk1"/>
              </a:solidFill>
              <a:latin typeface="Lexend"/>
              <a:ea typeface="Lexend"/>
              <a:cs typeface="Lexend"/>
              <a:sym typeface="Lexend"/>
            </a:endParaRPr>
          </a:p>
          <a:p>
            <a:pPr indent="-330200" lvl="0" marL="457200" rtl="0" algn="l">
              <a:lnSpc>
                <a:spcPct val="115000"/>
              </a:lnSpc>
              <a:spcBef>
                <a:spcPts val="0"/>
              </a:spcBef>
              <a:spcAft>
                <a:spcPts val="0"/>
              </a:spcAft>
              <a:buClr>
                <a:schemeClr val="dk1"/>
              </a:buClr>
              <a:buSzPts val="1600"/>
              <a:buFont typeface="Lexend"/>
              <a:buChar char="●"/>
            </a:pPr>
            <a:r>
              <a:rPr lang="en-US" sz="1600">
                <a:solidFill>
                  <a:schemeClr val="dk1"/>
                </a:solidFill>
                <a:latin typeface="Lexend"/>
                <a:ea typeface="Lexend"/>
                <a:cs typeface="Lexend"/>
                <a:sym typeface="Lexend"/>
              </a:rPr>
              <a:t>Server - processes the request and returns a response</a:t>
            </a:r>
            <a:endParaRPr sz="1600">
              <a:solidFill>
                <a:schemeClr val="dk1"/>
              </a:solidFill>
              <a:latin typeface="Lexend"/>
              <a:ea typeface="Lexend"/>
              <a:cs typeface="Lexend"/>
              <a:sym typeface="Lexend"/>
            </a:endParaRPr>
          </a:p>
          <a:p>
            <a:pPr indent="-330200" lvl="0" marL="457200" rtl="0" algn="l">
              <a:lnSpc>
                <a:spcPct val="115000"/>
              </a:lnSpc>
              <a:spcBef>
                <a:spcPts val="0"/>
              </a:spcBef>
              <a:spcAft>
                <a:spcPts val="0"/>
              </a:spcAft>
              <a:buClr>
                <a:schemeClr val="dk1"/>
              </a:buClr>
              <a:buSzPts val="1600"/>
              <a:buFont typeface="Lexend"/>
              <a:buChar char="●"/>
            </a:pPr>
            <a:r>
              <a:rPr lang="en-US" sz="1600">
                <a:solidFill>
                  <a:schemeClr val="dk1"/>
                </a:solidFill>
                <a:latin typeface="Lexend"/>
                <a:ea typeface="Lexend"/>
                <a:cs typeface="Lexend"/>
                <a:sym typeface="Lexend"/>
              </a:rPr>
              <a:t>HTTP is the standard on how these two components interact</a:t>
            </a:r>
            <a:endParaRPr sz="1600">
              <a:solidFill>
                <a:schemeClr val="dk1"/>
              </a:solidFill>
              <a:latin typeface="Lexend"/>
              <a:ea typeface="Lexend"/>
              <a:cs typeface="Lexend"/>
              <a:sym typeface="Lexend"/>
            </a:endParaRPr>
          </a:p>
        </p:txBody>
      </p:sp>
      <p:pic>
        <p:nvPicPr>
          <p:cNvPr id="236" name="Google Shape;236;g3c35b158342_0_135"/>
          <p:cNvPicPr preferRelativeResize="0"/>
          <p:nvPr/>
        </p:nvPicPr>
        <p:blipFill>
          <a:blip r:embed="rId3">
            <a:alphaModFix/>
          </a:blip>
          <a:stretch>
            <a:fillRect/>
          </a:stretch>
        </p:blipFill>
        <p:spPr>
          <a:xfrm>
            <a:off x="3801638" y="3479425"/>
            <a:ext cx="4210126" cy="2526075"/>
          </a:xfrm>
          <a:prstGeom prst="rect">
            <a:avLst/>
          </a:prstGeom>
          <a:noFill/>
          <a:ln>
            <a:noFill/>
          </a:ln>
        </p:spPr>
      </p:pic>
      <p:sp>
        <p:nvSpPr>
          <p:cNvPr id="237" name="Google Shape;237;g3c35b158342_0_135"/>
          <p:cNvSpPr txBox="1"/>
          <p:nvPr/>
        </p:nvSpPr>
        <p:spPr>
          <a:xfrm>
            <a:off x="831438" y="5948763"/>
            <a:ext cx="101505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a:solidFill>
                  <a:schemeClr val="dk1"/>
                </a:solidFill>
                <a:latin typeface="Lexend"/>
                <a:ea typeface="Lexend"/>
                <a:cs typeface="Lexend"/>
                <a:sym typeface="Lexend"/>
              </a:rPr>
              <a:t> taken from https://en.wikipedia.org/wiki/Client%E2%80%93server_model#/media/File:Client-server-model.svg</a:t>
            </a:r>
            <a:endParaRPr>
              <a:solidFill>
                <a:schemeClr val="dk1"/>
              </a:solidFill>
              <a:latin typeface="Lexend"/>
              <a:ea typeface="Lexend"/>
              <a:cs typeface="Lexend"/>
              <a:sym typeface="Lexen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g3bcf8abf552_1_23"/>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244" name="Google Shape;244;g3bcf8abf552_1_23"/>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245" name="Google Shape;245;g3bcf8abf552_1_23"/>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25779"/>
              <a:buFont typeface="Arial"/>
              <a:buNone/>
            </a:pPr>
            <a:r>
              <a:rPr lang="en-US"/>
              <a:t>HTTP</a:t>
            </a:r>
            <a:endParaRPr/>
          </a:p>
          <a:p>
            <a:pPr indent="0" lvl="0" marL="0" rtl="0" algn="l">
              <a:spcBef>
                <a:spcPts val="0"/>
              </a:spcBef>
              <a:spcAft>
                <a:spcPts val="0"/>
              </a:spcAft>
              <a:buClr>
                <a:schemeClr val="dk1"/>
              </a:buClr>
              <a:buSzPct val="25779"/>
              <a:buFont typeface="Arial"/>
              <a:buNone/>
            </a:pPr>
            <a:r>
              <a:t/>
            </a:r>
            <a:endParaRPr/>
          </a:p>
          <a:p>
            <a:pPr indent="0" lvl="0" marL="0" marR="0" rtl="0" algn="l">
              <a:lnSpc>
                <a:spcPct val="90000"/>
              </a:lnSpc>
              <a:spcBef>
                <a:spcPts val="0"/>
              </a:spcBef>
              <a:spcAft>
                <a:spcPts val="0"/>
              </a:spcAft>
              <a:buClr>
                <a:srgbClr val="9B1D23"/>
              </a:buClr>
              <a:buSzPct val="124209"/>
              <a:buFont typeface="Arial Black"/>
              <a:buNone/>
            </a:pPr>
            <a:r>
              <a:t/>
            </a:r>
            <a:endParaRPr/>
          </a:p>
        </p:txBody>
      </p:sp>
      <p:sp>
        <p:nvSpPr>
          <p:cNvPr id="246" name="Google Shape;246;g3bcf8abf552_1_23"/>
          <p:cNvSpPr txBox="1"/>
          <p:nvPr/>
        </p:nvSpPr>
        <p:spPr>
          <a:xfrm>
            <a:off x="517400" y="1764525"/>
            <a:ext cx="10150500" cy="3678900"/>
          </a:xfrm>
          <a:prstGeom prst="rect">
            <a:avLst/>
          </a:prstGeom>
          <a:noFill/>
          <a:ln>
            <a:noFill/>
          </a:ln>
        </p:spPr>
        <p:txBody>
          <a:bodyPr anchorCtr="0" anchor="t" bIns="91425" lIns="91425" spcFirstLastPara="1" rIns="91425" wrap="square" tIns="91425">
            <a:spAutoFit/>
          </a:bodyPr>
          <a:lstStyle/>
          <a:p>
            <a:pPr indent="-355600" lvl="0" marL="45720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HTTP stands for </a:t>
            </a:r>
            <a:r>
              <a:rPr b="1" lang="en-US" sz="2000">
                <a:solidFill>
                  <a:schemeClr val="dk1"/>
                </a:solidFill>
                <a:latin typeface="Lexend"/>
                <a:ea typeface="Lexend"/>
                <a:cs typeface="Lexend"/>
                <a:sym typeface="Lexend"/>
              </a:rPr>
              <a:t>H</a:t>
            </a:r>
            <a:r>
              <a:rPr lang="en-US" sz="2000">
                <a:solidFill>
                  <a:schemeClr val="dk1"/>
                </a:solidFill>
                <a:latin typeface="Lexend"/>
                <a:ea typeface="Lexend"/>
                <a:cs typeface="Lexend"/>
                <a:sym typeface="Lexend"/>
              </a:rPr>
              <a:t>yper</a:t>
            </a:r>
            <a:r>
              <a:rPr b="1" lang="en-US" sz="2000">
                <a:solidFill>
                  <a:schemeClr val="dk1"/>
                </a:solidFill>
                <a:latin typeface="Lexend"/>
                <a:ea typeface="Lexend"/>
                <a:cs typeface="Lexend"/>
                <a:sym typeface="Lexend"/>
              </a:rPr>
              <a:t>t</a:t>
            </a:r>
            <a:r>
              <a:rPr lang="en-US" sz="2000">
                <a:solidFill>
                  <a:schemeClr val="dk1"/>
                </a:solidFill>
                <a:latin typeface="Lexend"/>
                <a:ea typeface="Lexend"/>
                <a:cs typeface="Lexend"/>
                <a:sym typeface="Lexend"/>
              </a:rPr>
              <a:t>ext </a:t>
            </a:r>
            <a:r>
              <a:rPr b="1" lang="en-US" sz="2000">
                <a:solidFill>
                  <a:schemeClr val="dk1"/>
                </a:solidFill>
                <a:latin typeface="Lexend"/>
                <a:ea typeface="Lexend"/>
                <a:cs typeface="Lexend"/>
                <a:sym typeface="Lexend"/>
              </a:rPr>
              <a:t>T</a:t>
            </a:r>
            <a:r>
              <a:rPr lang="en-US" sz="2000">
                <a:solidFill>
                  <a:schemeClr val="dk1"/>
                </a:solidFill>
                <a:latin typeface="Lexend"/>
                <a:ea typeface="Lexend"/>
                <a:cs typeface="Lexend"/>
                <a:sym typeface="Lexend"/>
              </a:rPr>
              <a:t>ransfer </a:t>
            </a:r>
            <a:r>
              <a:rPr b="1" lang="en-US" sz="2000">
                <a:solidFill>
                  <a:schemeClr val="dk1"/>
                </a:solidFill>
                <a:latin typeface="Lexend"/>
                <a:ea typeface="Lexend"/>
                <a:cs typeface="Lexend"/>
                <a:sym typeface="Lexend"/>
              </a:rPr>
              <a:t>P</a:t>
            </a:r>
            <a:r>
              <a:rPr lang="en-US" sz="2000">
                <a:solidFill>
                  <a:schemeClr val="dk1"/>
                </a:solidFill>
                <a:latin typeface="Lexend"/>
                <a:ea typeface="Lexend"/>
                <a:cs typeface="Lexend"/>
                <a:sym typeface="Lexend"/>
              </a:rPr>
              <a:t>rotocol</a:t>
            </a:r>
            <a:endParaRPr sz="2000">
              <a:solidFill>
                <a:schemeClr val="dk1"/>
              </a:solidFill>
              <a:latin typeface="Lexend"/>
              <a:ea typeface="Lexend"/>
              <a:cs typeface="Lexend"/>
              <a:sym typeface="Lexend"/>
            </a:endParaRPr>
          </a:p>
          <a:p>
            <a:pPr indent="-355600" lvl="0" marL="45720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An application layer protocol for designing how applications exchange data and documents over the web via the TCP/IP model. (Other layers include the Transport Layer, Internet Layer, and the Link/Network Layer).</a:t>
            </a:r>
            <a:endParaRPr sz="2000">
              <a:solidFill>
                <a:schemeClr val="dk1"/>
              </a:solidFill>
              <a:latin typeface="Lexend"/>
              <a:ea typeface="Lexend"/>
              <a:cs typeface="Lexend"/>
              <a:sym typeface="Lexend"/>
            </a:endParaRPr>
          </a:p>
          <a:p>
            <a:pPr indent="-355600" lvl="0" marL="45720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HTTP defines two kinds of messages, an HTTP Request and an HTTP Response</a:t>
            </a:r>
            <a:endParaRPr sz="2000">
              <a:solidFill>
                <a:schemeClr val="dk1"/>
              </a:solidFill>
              <a:latin typeface="Lexend"/>
              <a:ea typeface="Lexend"/>
              <a:cs typeface="Lexend"/>
              <a:sym typeface="Lexend"/>
            </a:endParaRPr>
          </a:p>
          <a:p>
            <a:pPr indent="-355600" lvl="0" marL="45720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An HTTP Request is composed of the URL (Universal Resource Locator), Method, Headers, Request body. Sent by the Client</a:t>
            </a:r>
            <a:endParaRPr sz="2000">
              <a:solidFill>
                <a:schemeClr val="dk1"/>
              </a:solidFill>
              <a:latin typeface="Lexend"/>
              <a:ea typeface="Lexend"/>
              <a:cs typeface="Lexend"/>
              <a:sym typeface="Lexend"/>
            </a:endParaRPr>
          </a:p>
          <a:p>
            <a:pPr indent="-355600" lvl="0" marL="45720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An HTTP Response is composed of the Status, Headers, and Response Body. Sent by the Server</a:t>
            </a:r>
            <a:endParaRPr sz="2000">
              <a:solidFill>
                <a:schemeClr val="dk1"/>
              </a:solidFill>
              <a:latin typeface="Lexend"/>
              <a:ea typeface="Lexend"/>
              <a:cs typeface="Lexend"/>
              <a:sym typeface="Lexen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g3bcf8abf552_1_12"/>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253" name="Google Shape;253;g3bcf8abf552_1_12"/>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254" name="Google Shape;254;g3bcf8abf552_1_12"/>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25779"/>
              <a:buFont typeface="Arial"/>
              <a:buNone/>
            </a:pPr>
            <a:r>
              <a:rPr lang="en-US"/>
              <a:t>HTTP Messages</a:t>
            </a:r>
            <a:endParaRPr/>
          </a:p>
          <a:p>
            <a:pPr indent="0" lvl="0" marL="0" rtl="0" algn="l">
              <a:spcBef>
                <a:spcPts val="0"/>
              </a:spcBef>
              <a:spcAft>
                <a:spcPts val="0"/>
              </a:spcAft>
              <a:buClr>
                <a:schemeClr val="dk1"/>
              </a:buClr>
              <a:buSzPct val="25779"/>
              <a:buFont typeface="Arial"/>
              <a:buNone/>
            </a:pPr>
            <a:r>
              <a:t/>
            </a:r>
            <a:endParaRPr/>
          </a:p>
          <a:p>
            <a:pPr indent="0" lvl="0" marL="0" marR="0" rtl="0" algn="l">
              <a:lnSpc>
                <a:spcPct val="90000"/>
              </a:lnSpc>
              <a:spcBef>
                <a:spcPts val="0"/>
              </a:spcBef>
              <a:spcAft>
                <a:spcPts val="0"/>
              </a:spcAft>
              <a:buClr>
                <a:srgbClr val="9B1D23"/>
              </a:buClr>
              <a:buSzPct val="124209"/>
              <a:buFont typeface="Arial Black"/>
              <a:buNone/>
            </a:pPr>
            <a:r>
              <a:t/>
            </a:r>
            <a:endParaRPr/>
          </a:p>
        </p:txBody>
      </p:sp>
      <p:sp>
        <p:nvSpPr>
          <p:cNvPr id="255" name="Google Shape;255;g3bcf8abf552_1_12"/>
          <p:cNvSpPr txBox="1"/>
          <p:nvPr/>
        </p:nvSpPr>
        <p:spPr>
          <a:xfrm>
            <a:off x="706150" y="5539575"/>
            <a:ext cx="10150500" cy="4311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0"/>
              </a:spcBef>
              <a:spcAft>
                <a:spcPts val="0"/>
              </a:spcAft>
              <a:buClr>
                <a:schemeClr val="dk1"/>
              </a:buClr>
              <a:buSzPts val="1600"/>
              <a:buFont typeface="Lexend"/>
              <a:buChar char="●"/>
            </a:pPr>
            <a:r>
              <a:rPr lang="en-US" sz="1600">
                <a:solidFill>
                  <a:schemeClr val="dk1"/>
                </a:solidFill>
                <a:latin typeface="Lexend"/>
                <a:ea typeface="Lexend"/>
                <a:cs typeface="Lexend"/>
                <a:sym typeface="Lexend"/>
              </a:rPr>
              <a:t>illustration taken from </a:t>
            </a:r>
            <a:r>
              <a:rPr i="1" lang="en-US" sz="1600">
                <a:solidFill>
                  <a:schemeClr val="dk1"/>
                </a:solidFill>
                <a:latin typeface="Lexend"/>
                <a:ea typeface="Lexend"/>
                <a:cs typeface="Lexend"/>
                <a:sym typeface="Lexend"/>
              </a:rPr>
              <a:t>https://developer.mozilla.org/en-US/docs/Web/HTTP/Guides/Messages</a:t>
            </a:r>
            <a:endParaRPr i="1" sz="1600">
              <a:solidFill>
                <a:schemeClr val="dk1"/>
              </a:solidFill>
              <a:latin typeface="Lexend"/>
              <a:ea typeface="Lexend"/>
              <a:cs typeface="Lexend"/>
              <a:sym typeface="Lexend"/>
            </a:endParaRPr>
          </a:p>
        </p:txBody>
      </p:sp>
      <p:pic>
        <p:nvPicPr>
          <p:cNvPr id="256" name="Google Shape;256;g3bcf8abf552_1_12"/>
          <p:cNvPicPr preferRelativeResize="0"/>
          <p:nvPr/>
        </p:nvPicPr>
        <p:blipFill>
          <a:blip r:embed="rId3">
            <a:alphaModFix/>
          </a:blip>
          <a:stretch>
            <a:fillRect/>
          </a:stretch>
        </p:blipFill>
        <p:spPr>
          <a:xfrm>
            <a:off x="821175" y="1584875"/>
            <a:ext cx="10549651" cy="38982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g3c35b158342_0_217"/>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263" name="Google Shape;263;g3c35b158342_0_217"/>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264" name="Google Shape;264;g3c35b158342_0_217"/>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25779"/>
              <a:buFont typeface="Arial"/>
              <a:buNone/>
            </a:pPr>
            <a:r>
              <a:rPr lang="en-US"/>
              <a:t>HTTP Methods </a:t>
            </a:r>
            <a:endParaRPr/>
          </a:p>
          <a:p>
            <a:pPr indent="0" lvl="0" marL="0" marR="0" rtl="0" algn="l">
              <a:lnSpc>
                <a:spcPct val="90000"/>
              </a:lnSpc>
              <a:spcBef>
                <a:spcPts val="0"/>
              </a:spcBef>
              <a:spcAft>
                <a:spcPts val="0"/>
              </a:spcAft>
              <a:buClr>
                <a:srgbClr val="9B1D23"/>
              </a:buClr>
              <a:buSzPct val="124209"/>
              <a:buFont typeface="Arial Black"/>
              <a:buNone/>
            </a:pPr>
            <a:r>
              <a:t/>
            </a:r>
            <a:endParaRPr/>
          </a:p>
        </p:txBody>
      </p:sp>
      <p:sp>
        <p:nvSpPr>
          <p:cNvPr id="265" name="Google Shape;265;g3c35b158342_0_217"/>
          <p:cNvSpPr txBox="1"/>
          <p:nvPr/>
        </p:nvSpPr>
        <p:spPr>
          <a:xfrm>
            <a:off x="517400" y="1764525"/>
            <a:ext cx="10150500" cy="1554600"/>
          </a:xfrm>
          <a:prstGeom prst="rect">
            <a:avLst/>
          </a:prstGeom>
          <a:noFill/>
          <a:ln>
            <a:noFill/>
          </a:ln>
        </p:spPr>
        <p:txBody>
          <a:bodyPr anchorCtr="0" anchor="t" bIns="91425" lIns="91425" spcFirstLastPara="1" rIns="91425" wrap="square" tIns="91425">
            <a:spAutoFit/>
          </a:bodyPr>
          <a:lstStyle/>
          <a:p>
            <a:pPr indent="-355600" lvl="0" marL="45720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Verbs or Actions that tell the server what action the clients want to perform on the resource.</a:t>
            </a:r>
            <a:endParaRPr sz="2000">
              <a:solidFill>
                <a:schemeClr val="dk1"/>
              </a:solidFill>
              <a:latin typeface="Lexend"/>
              <a:ea typeface="Lexend"/>
              <a:cs typeface="Lexend"/>
              <a:sym typeface="Lexend"/>
            </a:endParaRPr>
          </a:p>
          <a:p>
            <a:pPr indent="-355600" lvl="0" marL="45720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These actions can vary from retrieval, creation, update, deletion of resources.</a:t>
            </a:r>
            <a:endParaRPr sz="2000">
              <a:solidFill>
                <a:schemeClr val="dk1"/>
              </a:solidFill>
              <a:latin typeface="Lexend"/>
              <a:ea typeface="Lexend"/>
              <a:cs typeface="Lexend"/>
              <a:sym typeface="Lexen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g3bcf8abf552_1_4"/>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272" name="Google Shape;272;g3bcf8abf552_1_4"/>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273" name="Google Shape;273;g3bcf8abf552_1_4"/>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25779"/>
              <a:buFont typeface="Arial"/>
              <a:buNone/>
            </a:pPr>
            <a:r>
              <a:rPr lang="en-US"/>
              <a:t>HTTP Methods (Common)</a:t>
            </a:r>
            <a:endParaRPr/>
          </a:p>
          <a:p>
            <a:pPr indent="0" lvl="0" marL="0" rtl="0" algn="l">
              <a:spcBef>
                <a:spcPts val="0"/>
              </a:spcBef>
              <a:spcAft>
                <a:spcPts val="0"/>
              </a:spcAft>
              <a:buClr>
                <a:schemeClr val="dk1"/>
              </a:buClr>
              <a:buSzPct val="25779"/>
              <a:buFont typeface="Arial"/>
              <a:buNone/>
            </a:pPr>
            <a:r>
              <a:t/>
            </a:r>
            <a:endParaRPr/>
          </a:p>
          <a:p>
            <a:pPr indent="0" lvl="0" marL="0" marR="0" rtl="0" algn="l">
              <a:lnSpc>
                <a:spcPct val="90000"/>
              </a:lnSpc>
              <a:spcBef>
                <a:spcPts val="0"/>
              </a:spcBef>
              <a:spcAft>
                <a:spcPts val="0"/>
              </a:spcAft>
              <a:buClr>
                <a:srgbClr val="9B1D23"/>
              </a:buClr>
              <a:buSzPct val="124209"/>
              <a:buFont typeface="Arial Black"/>
              <a:buNone/>
            </a:pPr>
            <a:r>
              <a:t/>
            </a:r>
            <a:endParaRPr/>
          </a:p>
        </p:txBody>
      </p:sp>
      <p:sp>
        <p:nvSpPr>
          <p:cNvPr id="274" name="Google Shape;274;g3bcf8abf552_1_4"/>
          <p:cNvSpPr txBox="1"/>
          <p:nvPr/>
        </p:nvSpPr>
        <p:spPr>
          <a:xfrm>
            <a:off x="517400" y="1764525"/>
            <a:ext cx="10150500" cy="3678900"/>
          </a:xfrm>
          <a:prstGeom prst="rect">
            <a:avLst/>
          </a:prstGeom>
          <a:noFill/>
          <a:ln>
            <a:noFill/>
          </a:ln>
        </p:spPr>
        <p:txBody>
          <a:bodyPr anchorCtr="0" anchor="t" bIns="91425" lIns="91425" spcFirstLastPara="1" rIns="91425" wrap="square" tIns="91425">
            <a:spAutoFit/>
          </a:bodyPr>
          <a:lstStyle/>
          <a:p>
            <a:pPr indent="-355600" lvl="0" marL="457200" rtl="0" algn="l">
              <a:lnSpc>
                <a:spcPct val="115000"/>
              </a:lnSpc>
              <a:spcBef>
                <a:spcPts val="0"/>
              </a:spcBef>
              <a:spcAft>
                <a:spcPts val="0"/>
              </a:spcAft>
              <a:buClr>
                <a:schemeClr val="dk1"/>
              </a:buClr>
              <a:buSzPts val="2000"/>
              <a:buFont typeface="Lexend"/>
              <a:buAutoNum type="arabicPeriod"/>
            </a:pPr>
            <a:r>
              <a:rPr b="1" lang="en-US" sz="2000">
                <a:solidFill>
                  <a:schemeClr val="dk1"/>
                </a:solidFill>
                <a:latin typeface="Lexend"/>
                <a:ea typeface="Lexend"/>
                <a:cs typeface="Lexend"/>
                <a:sym typeface="Lexend"/>
              </a:rPr>
              <a:t>GET</a:t>
            </a:r>
            <a:r>
              <a:rPr lang="en-US" sz="2000">
                <a:solidFill>
                  <a:schemeClr val="dk1"/>
                </a:solidFill>
                <a:latin typeface="Lexend"/>
                <a:ea typeface="Lexend"/>
                <a:cs typeface="Lexend"/>
                <a:sym typeface="Lexend"/>
              </a:rPr>
              <a:t> - the client tells the server to RETRIEVE a resource representation. There is no request body for this request method.</a:t>
            </a:r>
            <a:endParaRPr sz="2000">
              <a:solidFill>
                <a:schemeClr val="dk1"/>
              </a:solidFill>
              <a:latin typeface="Lexend"/>
              <a:ea typeface="Lexend"/>
              <a:cs typeface="Lexend"/>
              <a:sym typeface="Lexend"/>
            </a:endParaRPr>
          </a:p>
          <a:p>
            <a:pPr indent="-355600" lvl="0" marL="457200" rtl="0" algn="l">
              <a:lnSpc>
                <a:spcPct val="115000"/>
              </a:lnSpc>
              <a:spcBef>
                <a:spcPts val="0"/>
              </a:spcBef>
              <a:spcAft>
                <a:spcPts val="0"/>
              </a:spcAft>
              <a:buClr>
                <a:schemeClr val="dk1"/>
              </a:buClr>
              <a:buSzPts val="2000"/>
              <a:buFont typeface="Lexend"/>
              <a:buAutoNum type="arabicPeriod"/>
            </a:pPr>
            <a:r>
              <a:rPr b="1" lang="en-US" sz="2000">
                <a:solidFill>
                  <a:schemeClr val="dk1"/>
                </a:solidFill>
                <a:latin typeface="Lexend"/>
                <a:ea typeface="Lexend"/>
                <a:cs typeface="Lexend"/>
                <a:sym typeface="Lexend"/>
              </a:rPr>
              <a:t>POST</a:t>
            </a:r>
            <a:r>
              <a:rPr lang="en-US" sz="2000">
                <a:solidFill>
                  <a:schemeClr val="dk1"/>
                </a:solidFill>
                <a:latin typeface="Lexend"/>
                <a:ea typeface="Lexend"/>
                <a:cs typeface="Lexend"/>
                <a:sym typeface="Lexend"/>
              </a:rPr>
              <a:t> - the client tells the server to PROCESS the data. Often used for creation of the resource or entity.</a:t>
            </a:r>
            <a:endParaRPr sz="2000">
              <a:solidFill>
                <a:schemeClr val="dk1"/>
              </a:solidFill>
              <a:latin typeface="Lexend"/>
              <a:ea typeface="Lexend"/>
              <a:cs typeface="Lexend"/>
              <a:sym typeface="Lexend"/>
            </a:endParaRPr>
          </a:p>
          <a:p>
            <a:pPr indent="-355600" lvl="0" marL="457200" rtl="0" algn="l">
              <a:lnSpc>
                <a:spcPct val="115000"/>
              </a:lnSpc>
              <a:spcBef>
                <a:spcPts val="0"/>
              </a:spcBef>
              <a:spcAft>
                <a:spcPts val="0"/>
              </a:spcAft>
              <a:buClr>
                <a:schemeClr val="dk1"/>
              </a:buClr>
              <a:buSzPts val="2000"/>
              <a:buFont typeface="Lexend"/>
              <a:buAutoNum type="arabicPeriod"/>
            </a:pPr>
            <a:r>
              <a:rPr b="1" lang="en-US" sz="2000">
                <a:solidFill>
                  <a:schemeClr val="dk1"/>
                </a:solidFill>
                <a:latin typeface="Lexend"/>
                <a:ea typeface="Lexend"/>
                <a:cs typeface="Lexend"/>
                <a:sym typeface="Lexend"/>
              </a:rPr>
              <a:t>PUT</a:t>
            </a:r>
            <a:r>
              <a:rPr lang="en-US" sz="2000">
                <a:solidFill>
                  <a:schemeClr val="dk1"/>
                </a:solidFill>
                <a:latin typeface="Lexend"/>
                <a:ea typeface="Lexend"/>
                <a:cs typeface="Lexend"/>
                <a:sym typeface="Lexend"/>
              </a:rPr>
              <a:t> - the client tells the server to UPDATE (or even create) the resource with the provided state based on the targeted entity identifier.</a:t>
            </a:r>
            <a:endParaRPr sz="2000">
              <a:solidFill>
                <a:schemeClr val="dk1"/>
              </a:solidFill>
              <a:latin typeface="Lexend"/>
              <a:ea typeface="Lexend"/>
              <a:cs typeface="Lexend"/>
              <a:sym typeface="Lexend"/>
            </a:endParaRPr>
          </a:p>
          <a:p>
            <a:pPr indent="-355600" lvl="0" marL="457200" rtl="0" algn="l">
              <a:lnSpc>
                <a:spcPct val="115000"/>
              </a:lnSpc>
              <a:spcBef>
                <a:spcPts val="0"/>
              </a:spcBef>
              <a:spcAft>
                <a:spcPts val="0"/>
              </a:spcAft>
              <a:buClr>
                <a:schemeClr val="dk1"/>
              </a:buClr>
              <a:buSzPts val="2000"/>
              <a:buFont typeface="Lexend"/>
              <a:buAutoNum type="arabicPeriod"/>
            </a:pPr>
            <a:r>
              <a:rPr b="1" lang="en-US" sz="2000">
                <a:solidFill>
                  <a:schemeClr val="dk1"/>
                </a:solidFill>
                <a:latin typeface="Lexend"/>
                <a:ea typeface="Lexend"/>
                <a:cs typeface="Lexend"/>
                <a:sym typeface="Lexend"/>
              </a:rPr>
              <a:t>DELETE</a:t>
            </a:r>
            <a:r>
              <a:rPr lang="en-US" sz="2000">
                <a:solidFill>
                  <a:schemeClr val="dk1"/>
                </a:solidFill>
                <a:latin typeface="Lexend"/>
                <a:ea typeface="Lexend"/>
                <a:cs typeface="Lexend"/>
                <a:sym typeface="Lexend"/>
              </a:rPr>
              <a:t> - the client tells the server to DELETE the entity. The request body is not required (and heavily discouraged from being used) with this method.</a:t>
            </a:r>
            <a:endParaRPr sz="2000">
              <a:solidFill>
                <a:schemeClr val="dk1"/>
              </a:solidFill>
              <a:latin typeface="Lexend"/>
              <a:ea typeface="Lexend"/>
              <a:cs typeface="Lexend"/>
              <a:sym typeface="Lexend"/>
            </a:endParaRPr>
          </a:p>
          <a:p>
            <a:pPr indent="-355600" lvl="0" marL="457200" rtl="0" algn="l">
              <a:lnSpc>
                <a:spcPct val="115000"/>
              </a:lnSpc>
              <a:spcBef>
                <a:spcPts val="0"/>
              </a:spcBef>
              <a:spcAft>
                <a:spcPts val="0"/>
              </a:spcAft>
              <a:buClr>
                <a:schemeClr val="dk1"/>
              </a:buClr>
              <a:buSzPts val="2000"/>
              <a:buFont typeface="Lexend"/>
              <a:buAutoNum type="arabicPeriod"/>
            </a:pPr>
            <a:r>
              <a:rPr b="1" lang="en-US" sz="2000">
                <a:solidFill>
                  <a:schemeClr val="dk1"/>
                </a:solidFill>
                <a:latin typeface="Lexend"/>
                <a:ea typeface="Lexend"/>
                <a:cs typeface="Lexend"/>
                <a:sym typeface="Lexend"/>
              </a:rPr>
              <a:t>PATCH</a:t>
            </a:r>
            <a:r>
              <a:rPr lang="en-US" sz="2000">
                <a:solidFill>
                  <a:schemeClr val="dk1"/>
                </a:solidFill>
                <a:latin typeface="Lexend"/>
                <a:ea typeface="Lexend"/>
                <a:cs typeface="Lexend"/>
                <a:sym typeface="Lexend"/>
              </a:rPr>
              <a:t> - the client tells the server to perform a PARTIAL UPDATE based on the provided request body</a:t>
            </a:r>
            <a:endParaRPr sz="2000">
              <a:solidFill>
                <a:schemeClr val="dk1"/>
              </a:solidFill>
              <a:latin typeface="Lexend"/>
              <a:ea typeface="Lexend"/>
              <a:cs typeface="Lexend"/>
              <a:sym typeface="Lexen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g3c35b158342_0_241"/>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281" name="Google Shape;281;g3c35b158342_0_241"/>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282" name="Google Shape;282;g3c35b158342_0_241"/>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25779"/>
              <a:buFont typeface="Arial"/>
              <a:buNone/>
            </a:pPr>
            <a:r>
              <a:rPr lang="en-US"/>
              <a:t>Other HTTP Methods</a:t>
            </a:r>
            <a:endParaRPr/>
          </a:p>
        </p:txBody>
      </p:sp>
      <p:sp>
        <p:nvSpPr>
          <p:cNvPr id="283" name="Google Shape;283;g3c35b158342_0_241"/>
          <p:cNvSpPr txBox="1"/>
          <p:nvPr/>
        </p:nvSpPr>
        <p:spPr>
          <a:xfrm>
            <a:off x="517400" y="1764525"/>
            <a:ext cx="10150500" cy="2262600"/>
          </a:xfrm>
          <a:prstGeom prst="rect">
            <a:avLst/>
          </a:prstGeom>
          <a:noFill/>
          <a:ln>
            <a:noFill/>
          </a:ln>
        </p:spPr>
        <p:txBody>
          <a:bodyPr anchorCtr="0" anchor="t" bIns="91425" lIns="91425" spcFirstLastPara="1" rIns="91425" wrap="square" tIns="91425">
            <a:spAutoFit/>
          </a:bodyPr>
          <a:lstStyle/>
          <a:p>
            <a:pPr indent="-355600" lvl="0" marL="457200" rtl="0" algn="l">
              <a:lnSpc>
                <a:spcPct val="115000"/>
              </a:lnSpc>
              <a:spcBef>
                <a:spcPts val="0"/>
              </a:spcBef>
              <a:spcAft>
                <a:spcPts val="0"/>
              </a:spcAft>
              <a:buClr>
                <a:schemeClr val="dk1"/>
              </a:buClr>
              <a:buSzPts val="2000"/>
              <a:buFont typeface="Lexend"/>
              <a:buAutoNum type="arabicPeriod"/>
            </a:pPr>
            <a:r>
              <a:rPr b="1" lang="en-US" sz="2000">
                <a:solidFill>
                  <a:schemeClr val="dk1"/>
                </a:solidFill>
                <a:latin typeface="Lexend"/>
                <a:ea typeface="Lexend"/>
                <a:cs typeface="Lexend"/>
                <a:sym typeface="Lexend"/>
              </a:rPr>
              <a:t>HEAD</a:t>
            </a:r>
            <a:r>
              <a:rPr lang="en-US" sz="2000">
                <a:solidFill>
                  <a:schemeClr val="dk1"/>
                </a:solidFill>
                <a:latin typeface="Lexend"/>
                <a:ea typeface="Lexend"/>
                <a:cs typeface="Lexend"/>
                <a:sym typeface="Lexend"/>
              </a:rPr>
              <a:t> - similar to GET but without the response body. Retrieves the headers.</a:t>
            </a:r>
            <a:endParaRPr sz="2000">
              <a:solidFill>
                <a:schemeClr val="dk1"/>
              </a:solidFill>
              <a:latin typeface="Lexend"/>
              <a:ea typeface="Lexend"/>
              <a:cs typeface="Lexend"/>
              <a:sym typeface="Lexend"/>
            </a:endParaRPr>
          </a:p>
          <a:p>
            <a:pPr indent="-355600" lvl="0" marL="457200" rtl="0" algn="l">
              <a:lnSpc>
                <a:spcPct val="115000"/>
              </a:lnSpc>
              <a:spcBef>
                <a:spcPts val="0"/>
              </a:spcBef>
              <a:spcAft>
                <a:spcPts val="0"/>
              </a:spcAft>
              <a:buClr>
                <a:schemeClr val="dk1"/>
              </a:buClr>
              <a:buSzPts val="2000"/>
              <a:buFont typeface="Lexend"/>
              <a:buAutoNum type="arabicPeriod"/>
            </a:pPr>
            <a:r>
              <a:rPr b="1" lang="en-US" sz="2000">
                <a:solidFill>
                  <a:schemeClr val="dk1"/>
                </a:solidFill>
                <a:latin typeface="Lexend"/>
                <a:ea typeface="Lexend"/>
                <a:cs typeface="Lexend"/>
                <a:sym typeface="Lexend"/>
              </a:rPr>
              <a:t>OPTIONS</a:t>
            </a:r>
            <a:r>
              <a:rPr lang="en-US" sz="2000">
                <a:solidFill>
                  <a:schemeClr val="dk1"/>
                </a:solidFill>
                <a:latin typeface="Lexend"/>
                <a:ea typeface="Lexend"/>
                <a:cs typeface="Lexend"/>
                <a:sym typeface="Lexend"/>
              </a:rPr>
              <a:t> - asks the server what other METHOD can be done on the resource.</a:t>
            </a:r>
            <a:endParaRPr sz="2000">
              <a:solidFill>
                <a:schemeClr val="dk1"/>
              </a:solidFill>
              <a:latin typeface="Lexend"/>
              <a:ea typeface="Lexend"/>
              <a:cs typeface="Lexend"/>
              <a:sym typeface="Lexend"/>
            </a:endParaRPr>
          </a:p>
          <a:p>
            <a:pPr indent="-355600" lvl="0" marL="457200" rtl="0" algn="l">
              <a:lnSpc>
                <a:spcPct val="115000"/>
              </a:lnSpc>
              <a:spcBef>
                <a:spcPts val="0"/>
              </a:spcBef>
              <a:spcAft>
                <a:spcPts val="0"/>
              </a:spcAft>
              <a:buClr>
                <a:schemeClr val="dk1"/>
              </a:buClr>
              <a:buSzPts val="2000"/>
              <a:buFont typeface="Lexend"/>
              <a:buAutoNum type="arabicPeriod"/>
            </a:pPr>
            <a:r>
              <a:rPr b="1" lang="en-US" sz="2000">
                <a:solidFill>
                  <a:schemeClr val="dk1"/>
                </a:solidFill>
                <a:latin typeface="Lexend"/>
                <a:ea typeface="Lexend"/>
                <a:cs typeface="Lexend"/>
                <a:sym typeface="Lexend"/>
              </a:rPr>
              <a:t>TRACE</a:t>
            </a:r>
            <a:r>
              <a:rPr lang="en-US" sz="2000">
                <a:solidFill>
                  <a:schemeClr val="dk1"/>
                </a:solidFill>
                <a:latin typeface="Lexend"/>
                <a:ea typeface="Lexend"/>
                <a:cs typeface="Lexend"/>
                <a:sym typeface="Lexend"/>
              </a:rPr>
              <a:t> - Echoes the received request back to the client. Commonly used for debugging.</a:t>
            </a:r>
            <a:endParaRPr sz="2000">
              <a:solidFill>
                <a:schemeClr val="dk1"/>
              </a:solidFill>
              <a:latin typeface="Lexend"/>
              <a:ea typeface="Lexend"/>
              <a:cs typeface="Lexend"/>
              <a:sym typeface="Lexend"/>
            </a:endParaRPr>
          </a:p>
          <a:p>
            <a:pPr indent="-355600" lvl="0" marL="457200" rtl="0" algn="l">
              <a:lnSpc>
                <a:spcPct val="115000"/>
              </a:lnSpc>
              <a:spcBef>
                <a:spcPts val="0"/>
              </a:spcBef>
              <a:spcAft>
                <a:spcPts val="0"/>
              </a:spcAft>
              <a:buClr>
                <a:schemeClr val="dk1"/>
              </a:buClr>
              <a:buSzPts val="2000"/>
              <a:buFont typeface="Lexend"/>
              <a:buAutoNum type="arabicPeriod"/>
            </a:pPr>
            <a:r>
              <a:rPr b="1" lang="en-US" sz="2000">
                <a:solidFill>
                  <a:schemeClr val="dk1"/>
                </a:solidFill>
                <a:latin typeface="Lexend"/>
                <a:ea typeface="Lexend"/>
                <a:cs typeface="Lexend"/>
                <a:sym typeface="Lexend"/>
              </a:rPr>
              <a:t>CONNECT</a:t>
            </a:r>
            <a:r>
              <a:rPr lang="en-US" sz="2000">
                <a:solidFill>
                  <a:schemeClr val="dk1"/>
                </a:solidFill>
                <a:latin typeface="Lexend"/>
                <a:ea typeface="Lexend"/>
                <a:cs typeface="Lexend"/>
                <a:sym typeface="Lexend"/>
              </a:rPr>
              <a:t> - establishes a tunnel to the server.</a:t>
            </a:r>
            <a:endParaRPr sz="2000">
              <a:solidFill>
                <a:schemeClr val="dk1"/>
              </a:solidFill>
              <a:latin typeface="Lexend"/>
              <a:ea typeface="Lexend"/>
              <a:cs typeface="Lexend"/>
              <a:sym typeface="Lexen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g3c35b158342_0_143"/>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290" name="Google Shape;290;g3c35b158342_0_143"/>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291" name="Google Shape;291;g3c35b158342_0_143"/>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rgbClr val="9B1D23"/>
              </a:buClr>
              <a:buSzPct val="124209"/>
              <a:buFont typeface="Arial Black"/>
              <a:buNone/>
            </a:pPr>
            <a:r>
              <a:rPr lang="en-US"/>
              <a:t>URL</a:t>
            </a:r>
            <a:endParaRPr/>
          </a:p>
        </p:txBody>
      </p:sp>
      <p:sp>
        <p:nvSpPr>
          <p:cNvPr id="292" name="Google Shape;292;g3c35b158342_0_143"/>
          <p:cNvSpPr txBox="1"/>
          <p:nvPr/>
        </p:nvSpPr>
        <p:spPr>
          <a:xfrm>
            <a:off x="517400" y="1764525"/>
            <a:ext cx="10150500" cy="4316100"/>
          </a:xfrm>
          <a:prstGeom prst="rect">
            <a:avLst/>
          </a:prstGeom>
          <a:noFill/>
          <a:ln>
            <a:noFill/>
          </a:ln>
        </p:spPr>
        <p:txBody>
          <a:bodyPr anchorCtr="0" anchor="t" bIns="91425" lIns="91425" spcFirstLastPara="1" rIns="91425" wrap="square" tIns="91425">
            <a:spAutoFit/>
          </a:bodyPr>
          <a:lstStyle/>
          <a:p>
            <a:pPr indent="-355600" lvl="0" marL="45720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URL stands for Uniform Resource Locator. URL is a type of URI (Universal Resource Identifier). All URLs are URI but not all URIs are URLs.</a:t>
            </a:r>
            <a:endParaRPr sz="2000">
              <a:solidFill>
                <a:schemeClr val="dk1"/>
              </a:solidFill>
              <a:latin typeface="Lexend"/>
              <a:ea typeface="Lexend"/>
              <a:cs typeface="Lexend"/>
              <a:sym typeface="Lexend"/>
            </a:endParaRPr>
          </a:p>
          <a:p>
            <a:pPr indent="-355600" lvl="0" marL="45720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It is the complete address of a resource. It’s the mechanism commonly used by browsers to retrieve web pages and other resources.</a:t>
            </a:r>
            <a:endParaRPr sz="2000">
              <a:solidFill>
                <a:schemeClr val="dk1"/>
              </a:solidFill>
              <a:latin typeface="Lexend"/>
              <a:ea typeface="Lexend"/>
              <a:cs typeface="Lexend"/>
              <a:sym typeface="Lexend"/>
            </a:endParaRPr>
          </a:p>
          <a:p>
            <a:pPr indent="-355600" lvl="0" marL="45720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Given the URL:  </a:t>
            </a:r>
            <a:r>
              <a:rPr lang="en-US" sz="1600">
                <a:solidFill>
                  <a:srgbClr val="980000"/>
                </a:solidFill>
                <a:highlight>
                  <a:schemeClr val="dk1"/>
                </a:highlight>
                <a:latin typeface="Lexend"/>
                <a:ea typeface="Lexend"/>
                <a:cs typeface="Lexend"/>
                <a:sym typeface="Lexend"/>
              </a:rPr>
              <a:t>https</a:t>
            </a:r>
            <a:r>
              <a:rPr lang="en-US" sz="1600">
                <a:solidFill>
                  <a:schemeClr val="lt1"/>
                </a:solidFill>
                <a:highlight>
                  <a:schemeClr val="dk1"/>
                </a:highlight>
                <a:latin typeface="Lexend"/>
                <a:ea typeface="Lexend"/>
                <a:cs typeface="Lexend"/>
                <a:sym typeface="Lexend"/>
              </a:rPr>
              <a:t>://</a:t>
            </a:r>
            <a:r>
              <a:rPr lang="en-US" sz="1600">
                <a:solidFill>
                  <a:srgbClr val="FF0000"/>
                </a:solidFill>
                <a:highlight>
                  <a:schemeClr val="dk1"/>
                </a:highlight>
                <a:latin typeface="Lexend"/>
                <a:ea typeface="Lexend"/>
                <a:cs typeface="Lexend"/>
                <a:sym typeface="Lexend"/>
              </a:rPr>
              <a:t>example.com</a:t>
            </a:r>
            <a:r>
              <a:rPr lang="en-US" sz="1600">
                <a:solidFill>
                  <a:schemeClr val="lt1"/>
                </a:solidFill>
                <a:highlight>
                  <a:schemeClr val="dk1"/>
                </a:highlight>
                <a:latin typeface="Lexend"/>
                <a:ea typeface="Lexend"/>
                <a:cs typeface="Lexend"/>
                <a:sym typeface="Lexend"/>
              </a:rPr>
              <a:t>:</a:t>
            </a:r>
            <a:r>
              <a:rPr lang="en-US" sz="1600">
                <a:solidFill>
                  <a:srgbClr val="FF9900"/>
                </a:solidFill>
                <a:highlight>
                  <a:schemeClr val="dk1"/>
                </a:highlight>
                <a:latin typeface="Lexend"/>
                <a:ea typeface="Lexend"/>
                <a:cs typeface="Lexend"/>
                <a:sym typeface="Lexend"/>
              </a:rPr>
              <a:t>80</a:t>
            </a:r>
            <a:r>
              <a:rPr lang="en-US" sz="1600">
                <a:solidFill>
                  <a:srgbClr val="FFFF00"/>
                </a:solidFill>
                <a:highlight>
                  <a:schemeClr val="dk1"/>
                </a:highlight>
                <a:latin typeface="Lexend"/>
                <a:ea typeface="Lexend"/>
                <a:cs typeface="Lexend"/>
                <a:sym typeface="Lexend"/>
              </a:rPr>
              <a:t>/api/a/resource</a:t>
            </a:r>
            <a:r>
              <a:rPr lang="en-US" sz="1600">
                <a:solidFill>
                  <a:srgbClr val="00FF00"/>
                </a:solidFill>
                <a:highlight>
                  <a:schemeClr val="dk1"/>
                </a:highlight>
                <a:latin typeface="Lexend"/>
                <a:ea typeface="Lexend"/>
                <a:cs typeface="Lexend"/>
                <a:sym typeface="Lexend"/>
              </a:rPr>
              <a:t>?search=value&amp;sort=asc</a:t>
            </a:r>
            <a:r>
              <a:rPr lang="en-US" sz="1600">
                <a:solidFill>
                  <a:srgbClr val="00FFFF"/>
                </a:solidFill>
                <a:highlight>
                  <a:schemeClr val="dk1"/>
                </a:highlight>
                <a:latin typeface="Lexend"/>
                <a:ea typeface="Lexend"/>
                <a:cs typeface="Lexend"/>
                <a:sym typeface="Lexend"/>
              </a:rPr>
              <a:t>#AHeaderInTheDocument</a:t>
            </a:r>
            <a:endParaRPr sz="1600">
              <a:solidFill>
                <a:srgbClr val="00FFFF"/>
              </a:solidFill>
              <a:highlight>
                <a:schemeClr val="dk1"/>
              </a:highlight>
              <a:latin typeface="Lexend"/>
              <a:ea typeface="Lexend"/>
              <a:cs typeface="Lexend"/>
              <a:sym typeface="Lexend"/>
            </a:endParaRPr>
          </a:p>
          <a:p>
            <a:pPr indent="-355600" lvl="1" marL="914400" rtl="0" algn="l">
              <a:lnSpc>
                <a:spcPct val="115000"/>
              </a:lnSpc>
              <a:spcBef>
                <a:spcPts val="0"/>
              </a:spcBef>
              <a:spcAft>
                <a:spcPts val="0"/>
              </a:spcAft>
              <a:buClr>
                <a:schemeClr val="dk1"/>
              </a:buClr>
              <a:buSzPts val="2000"/>
              <a:buFont typeface="Lexend"/>
              <a:buChar char="○"/>
            </a:pPr>
            <a:r>
              <a:rPr lang="en-US" sz="2000">
                <a:solidFill>
                  <a:srgbClr val="980000"/>
                </a:solidFill>
                <a:latin typeface="Lexend"/>
                <a:ea typeface="Lexend"/>
                <a:cs typeface="Lexend"/>
                <a:sym typeface="Lexend"/>
              </a:rPr>
              <a:t>Scheme</a:t>
            </a:r>
            <a:r>
              <a:rPr lang="en-US" sz="2000">
                <a:solidFill>
                  <a:schemeClr val="dk1"/>
                </a:solidFill>
                <a:latin typeface="Lexend"/>
                <a:ea typeface="Lexend"/>
                <a:cs typeface="Lexend"/>
                <a:sym typeface="Lexend"/>
              </a:rPr>
              <a:t>: http</a:t>
            </a:r>
            <a:endParaRPr sz="2000">
              <a:solidFill>
                <a:schemeClr val="dk1"/>
              </a:solidFill>
              <a:latin typeface="Lexend"/>
              <a:ea typeface="Lexend"/>
              <a:cs typeface="Lexend"/>
              <a:sym typeface="Lexend"/>
            </a:endParaRPr>
          </a:p>
          <a:p>
            <a:pPr indent="-355600" lvl="1" marL="914400" rtl="0" algn="l">
              <a:lnSpc>
                <a:spcPct val="115000"/>
              </a:lnSpc>
              <a:spcBef>
                <a:spcPts val="0"/>
              </a:spcBef>
              <a:spcAft>
                <a:spcPts val="0"/>
              </a:spcAft>
              <a:buClr>
                <a:schemeClr val="dk1"/>
              </a:buClr>
              <a:buSzPts val="2000"/>
              <a:buFont typeface="Lexend"/>
              <a:buChar char="○"/>
            </a:pPr>
            <a:r>
              <a:rPr lang="en-US" sz="2000">
                <a:solidFill>
                  <a:srgbClr val="FF0000"/>
                </a:solidFill>
                <a:latin typeface="Lexend"/>
                <a:ea typeface="Lexend"/>
                <a:cs typeface="Lexend"/>
                <a:sym typeface="Lexend"/>
              </a:rPr>
              <a:t>Domain Name</a:t>
            </a:r>
            <a:r>
              <a:rPr lang="en-US" sz="2000">
                <a:solidFill>
                  <a:schemeClr val="dk1"/>
                </a:solidFill>
                <a:latin typeface="Lexend"/>
                <a:ea typeface="Lexend"/>
                <a:cs typeface="Lexend"/>
                <a:sym typeface="Lexend"/>
              </a:rPr>
              <a:t>: example.com</a:t>
            </a:r>
            <a:endParaRPr sz="2000">
              <a:solidFill>
                <a:schemeClr val="dk1"/>
              </a:solidFill>
              <a:latin typeface="Lexend"/>
              <a:ea typeface="Lexend"/>
              <a:cs typeface="Lexend"/>
              <a:sym typeface="Lexend"/>
            </a:endParaRPr>
          </a:p>
          <a:p>
            <a:pPr indent="-355600" lvl="1" marL="914400" rtl="0" algn="l">
              <a:lnSpc>
                <a:spcPct val="115000"/>
              </a:lnSpc>
              <a:spcBef>
                <a:spcPts val="0"/>
              </a:spcBef>
              <a:spcAft>
                <a:spcPts val="0"/>
              </a:spcAft>
              <a:buClr>
                <a:schemeClr val="dk1"/>
              </a:buClr>
              <a:buSzPts val="2000"/>
              <a:buFont typeface="Lexend"/>
              <a:buChar char="○"/>
            </a:pPr>
            <a:r>
              <a:rPr lang="en-US" sz="2000">
                <a:solidFill>
                  <a:srgbClr val="FF9900"/>
                </a:solidFill>
                <a:latin typeface="Lexend"/>
                <a:ea typeface="Lexend"/>
                <a:cs typeface="Lexend"/>
                <a:sym typeface="Lexend"/>
              </a:rPr>
              <a:t>Port</a:t>
            </a:r>
            <a:r>
              <a:rPr lang="en-US" sz="2000">
                <a:solidFill>
                  <a:schemeClr val="dk1"/>
                </a:solidFill>
                <a:latin typeface="Lexend"/>
                <a:ea typeface="Lexend"/>
                <a:cs typeface="Lexend"/>
                <a:sym typeface="Lexend"/>
              </a:rPr>
              <a:t>: 80</a:t>
            </a:r>
            <a:endParaRPr sz="2000">
              <a:solidFill>
                <a:schemeClr val="dk1"/>
              </a:solidFill>
              <a:latin typeface="Lexend"/>
              <a:ea typeface="Lexend"/>
              <a:cs typeface="Lexend"/>
              <a:sym typeface="Lexend"/>
            </a:endParaRPr>
          </a:p>
          <a:p>
            <a:pPr indent="-355600" lvl="1" marL="914400" rtl="0" algn="l">
              <a:lnSpc>
                <a:spcPct val="115000"/>
              </a:lnSpc>
              <a:spcBef>
                <a:spcPts val="0"/>
              </a:spcBef>
              <a:spcAft>
                <a:spcPts val="0"/>
              </a:spcAft>
              <a:buClr>
                <a:schemeClr val="dk1"/>
              </a:buClr>
              <a:buSzPts val="2000"/>
              <a:buFont typeface="Lexend"/>
              <a:buChar char="○"/>
            </a:pPr>
            <a:r>
              <a:rPr lang="en-US" sz="2000">
                <a:solidFill>
                  <a:srgbClr val="FFFF00"/>
                </a:solidFill>
                <a:latin typeface="Lexend"/>
                <a:ea typeface="Lexend"/>
                <a:cs typeface="Lexend"/>
                <a:sym typeface="Lexend"/>
              </a:rPr>
              <a:t>Path to file</a:t>
            </a:r>
            <a:r>
              <a:rPr lang="en-US" sz="2000">
                <a:solidFill>
                  <a:schemeClr val="dk1"/>
                </a:solidFill>
                <a:latin typeface="Lexend"/>
                <a:ea typeface="Lexend"/>
                <a:cs typeface="Lexend"/>
                <a:sym typeface="Lexend"/>
              </a:rPr>
              <a:t>: /api/a/resource</a:t>
            </a:r>
            <a:endParaRPr sz="2000">
              <a:solidFill>
                <a:schemeClr val="dk1"/>
              </a:solidFill>
              <a:latin typeface="Lexend"/>
              <a:ea typeface="Lexend"/>
              <a:cs typeface="Lexend"/>
              <a:sym typeface="Lexend"/>
            </a:endParaRPr>
          </a:p>
          <a:p>
            <a:pPr indent="-355600" lvl="1" marL="914400" rtl="0" algn="l">
              <a:lnSpc>
                <a:spcPct val="115000"/>
              </a:lnSpc>
              <a:spcBef>
                <a:spcPts val="0"/>
              </a:spcBef>
              <a:spcAft>
                <a:spcPts val="0"/>
              </a:spcAft>
              <a:buClr>
                <a:schemeClr val="dk1"/>
              </a:buClr>
              <a:buSzPts val="2000"/>
              <a:buFont typeface="Lexend"/>
              <a:buChar char="○"/>
            </a:pPr>
            <a:r>
              <a:rPr lang="en-US" sz="2000">
                <a:solidFill>
                  <a:srgbClr val="00FF00"/>
                </a:solidFill>
                <a:latin typeface="Lexend"/>
                <a:ea typeface="Lexend"/>
                <a:cs typeface="Lexend"/>
                <a:sym typeface="Lexend"/>
              </a:rPr>
              <a:t>Query Parameters</a:t>
            </a:r>
            <a:r>
              <a:rPr lang="en-US" sz="2000">
                <a:solidFill>
                  <a:schemeClr val="dk1"/>
                </a:solidFill>
                <a:latin typeface="Lexend"/>
                <a:ea typeface="Lexend"/>
                <a:cs typeface="Lexend"/>
                <a:sym typeface="Lexend"/>
              </a:rPr>
              <a:t>: ?search=value&amp;sort=asc</a:t>
            </a:r>
            <a:endParaRPr sz="2000">
              <a:solidFill>
                <a:schemeClr val="dk1"/>
              </a:solidFill>
              <a:latin typeface="Lexend"/>
              <a:ea typeface="Lexend"/>
              <a:cs typeface="Lexend"/>
              <a:sym typeface="Lexend"/>
            </a:endParaRPr>
          </a:p>
          <a:p>
            <a:pPr indent="-355600" lvl="1" marL="914400" rtl="0" algn="l">
              <a:lnSpc>
                <a:spcPct val="115000"/>
              </a:lnSpc>
              <a:spcBef>
                <a:spcPts val="0"/>
              </a:spcBef>
              <a:spcAft>
                <a:spcPts val="0"/>
              </a:spcAft>
              <a:buClr>
                <a:schemeClr val="dk1"/>
              </a:buClr>
              <a:buSzPts val="2000"/>
              <a:buFont typeface="Lexend"/>
              <a:buChar char="○"/>
            </a:pPr>
            <a:r>
              <a:rPr lang="en-US" sz="2000">
                <a:solidFill>
                  <a:srgbClr val="00FFFF"/>
                </a:solidFill>
                <a:latin typeface="Lexend"/>
                <a:ea typeface="Lexend"/>
                <a:cs typeface="Lexend"/>
                <a:sym typeface="Lexend"/>
              </a:rPr>
              <a:t>Anchor</a:t>
            </a:r>
            <a:r>
              <a:rPr lang="en-US" sz="2000">
                <a:solidFill>
                  <a:schemeClr val="dk1"/>
                </a:solidFill>
                <a:latin typeface="Lexend"/>
                <a:ea typeface="Lexend"/>
                <a:cs typeface="Lexend"/>
                <a:sym typeface="Lexend"/>
              </a:rPr>
              <a:t>: #AHeaderInTheDocument</a:t>
            </a:r>
            <a:endParaRPr sz="2000">
              <a:solidFill>
                <a:schemeClr val="dk1"/>
              </a:solidFill>
              <a:latin typeface="Lexend"/>
              <a:ea typeface="Lexend"/>
              <a:cs typeface="Lexend"/>
              <a:sym typeface="Lexen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g3bcf28977ef_0_0"/>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299" name="Google Shape;299;g3bcf28977ef_0_0"/>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300" name="Google Shape;300;g3bcf28977ef_0_0"/>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rgbClr val="9B1D23"/>
              </a:buClr>
              <a:buSzPct val="124209"/>
              <a:buFont typeface="Arial Black"/>
              <a:buNone/>
            </a:pPr>
            <a:r>
              <a:rPr lang="en-US"/>
              <a:t>URL - Request Parameters</a:t>
            </a:r>
            <a:endParaRPr/>
          </a:p>
        </p:txBody>
      </p:sp>
      <p:sp>
        <p:nvSpPr>
          <p:cNvPr id="301" name="Google Shape;301;g3bcf28977ef_0_0"/>
          <p:cNvSpPr txBox="1"/>
          <p:nvPr/>
        </p:nvSpPr>
        <p:spPr>
          <a:xfrm>
            <a:off x="517400" y="1764525"/>
            <a:ext cx="10150500" cy="912600"/>
          </a:xfrm>
          <a:prstGeom prst="rect">
            <a:avLst/>
          </a:prstGeom>
          <a:noFill/>
          <a:ln>
            <a:noFill/>
          </a:ln>
        </p:spPr>
        <p:txBody>
          <a:bodyPr anchorCtr="0" anchor="t" bIns="91425" lIns="91425" spcFirstLastPara="1" rIns="91425" wrap="square" tIns="91425">
            <a:spAutoFit/>
          </a:bodyPr>
          <a:lstStyle/>
          <a:p>
            <a:pPr indent="-368300" lvl="0" marL="457200" rtl="0" algn="l">
              <a:lnSpc>
                <a:spcPct val="115000"/>
              </a:lnSpc>
              <a:spcBef>
                <a:spcPts val="0"/>
              </a:spcBef>
              <a:spcAft>
                <a:spcPts val="0"/>
              </a:spcAft>
              <a:buClr>
                <a:schemeClr val="dk1"/>
              </a:buClr>
              <a:buSzPts val="2200"/>
              <a:buFont typeface="Lexend"/>
              <a:buAutoNum type="arabicPeriod"/>
            </a:pPr>
            <a:r>
              <a:rPr b="1" lang="en-US" sz="2200">
                <a:solidFill>
                  <a:schemeClr val="dk1"/>
                </a:solidFill>
                <a:latin typeface="Lexend"/>
                <a:ea typeface="Lexend"/>
                <a:cs typeface="Lexend"/>
                <a:sym typeface="Lexend"/>
              </a:rPr>
              <a:t>Query Parameter</a:t>
            </a:r>
            <a:endParaRPr b="1" sz="2200">
              <a:solidFill>
                <a:schemeClr val="dk1"/>
              </a:solidFill>
              <a:latin typeface="Lexend"/>
              <a:ea typeface="Lexend"/>
              <a:cs typeface="Lexend"/>
              <a:sym typeface="Lexend"/>
            </a:endParaRPr>
          </a:p>
          <a:p>
            <a:pPr indent="-368300" lvl="0" marL="457200" rtl="0" algn="l">
              <a:lnSpc>
                <a:spcPct val="115000"/>
              </a:lnSpc>
              <a:spcBef>
                <a:spcPts val="0"/>
              </a:spcBef>
              <a:spcAft>
                <a:spcPts val="0"/>
              </a:spcAft>
              <a:buClr>
                <a:schemeClr val="dk1"/>
              </a:buClr>
              <a:buSzPts val="2200"/>
              <a:buFont typeface="Lexend"/>
              <a:buAutoNum type="arabicPeriod"/>
            </a:pPr>
            <a:r>
              <a:rPr b="1" lang="en-US" sz="2200">
                <a:solidFill>
                  <a:schemeClr val="dk1"/>
                </a:solidFill>
                <a:latin typeface="Lexend"/>
                <a:ea typeface="Lexend"/>
                <a:cs typeface="Lexend"/>
                <a:sym typeface="Lexend"/>
              </a:rPr>
              <a:t>URI Parameter / Path Parameter / Route Parameters</a:t>
            </a:r>
            <a:endParaRPr b="1" sz="2200">
              <a:solidFill>
                <a:schemeClr val="dk1"/>
              </a:solidFill>
              <a:latin typeface="Lexend"/>
              <a:ea typeface="Lexend"/>
              <a:cs typeface="Lexend"/>
              <a:sym typeface="Lexen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g3bcf28977ef_0_8"/>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308" name="Google Shape;308;g3bcf28977ef_0_8"/>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309" name="Google Shape;309;g3bcf28977ef_0_8"/>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rgbClr val="9B1D23"/>
              </a:buClr>
              <a:buSzPct val="124209"/>
              <a:buFont typeface="Arial Black"/>
              <a:buNone/>
            </a:pPr>
            <a:r>
              <a:rPr lang="en-US"/>
              <a:t>URL - </a:t>
            </a:r>
            <a:r>
              <a:rPr lang="en-US"/>
              <a:t>Query Parameter</a:t>
            </a:r>
            <a:endParaRPr/>
          </a:p>
        </p:txBody>
      </p:sp>
      <p:sp>
        <p:nvSpPr>
          <p:cNvPr id="310" name="Google Shape;310;g3bcf28977ef_0_8"/>
          <p:cNvSpPr txBox="1"/>
          <p:nvPr/>
        </p:nvSpPr>
        <p:spPr>
          <a:xfrm>
            <a:off x="517400" y="1764525"/>
            <a:ext cx="10150500" cy="3992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2000">
                <a:solidFill>
                  <a:schemeClr val="dk1"/>
                </a:solidFill>
                <a:latin typeface="Lexend"/>
                <a:ea typeface="Lexend"/>
                <a:cs typeface="Lexend"/>
                <a:sym typeface="Lexend"/>
              </a:rPr>
              <a:t>https://example.com:80/api/persons</a:t>
            </a:r>
            <a:r>
              <a:rPr lang="en-US" sz="2000">
                <a:solidFill>
                  <a:srgbClr val="980000"/>
                </a:solidFill>
                <a:latin typeface="Lexend"/>
                <a:ea typeface="Lexend"/>
                <a:cs typeface="Lexend"/>
                <a:sym typeface="Lexend"/>
              </a:rPr>
              <a:t>?query=james&amp;sort=asc&amp;size=10&amp;page=0</a:t>
            </a:r>
            <a:endParaRPr sz="20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t/>
            </a:r>
            <a:endParaRPr sz="2200">
              <a:solidFill>
                <a:schemeClr val="dk1"/>
              </a:solidFill>
              <a:latin typeface="Lexend"/>
              <a:ea typeface="Lexend"/>
              <a:cs typeface="Lexend"/>
              <a:sym typeface="Lexend"/>
            </a:endParaRPr>
          </a:p>
          <a:p>
            <a:pPr indent="-368300" lvl="0" marL="457200" rtl="0" algn="l">
              <a:lnSpc>
                <a:spcPct val="115000"/>
              </a:lnSpc>
              <a:spcBef>
                <a:spcPts val="0"/>
              </a:spcBef>
              <a:spcAft>
                <a:spcPts val="0"/>
              </a:spcAft>
              <a:buClr>
                <a:schemeClr val="dk1"/>
              </a:buClr>
              <a:buSzPts val="2200"/>
              <a:buFont typeface="Lexend"/>
              <a:buChar char="-"/>
            </a:pPr>
            <a:r>
              <a:rPr lang="en-US" sz="2200">
                <a:solidFill>
                  <a:schemeClr val="dk1"/>
                </a:solidFill>
                <a:latin typeface="Lexend"/>
                <a:ea typeface="Lexend"/>
                <a:cs typeface="Lexend"/>
                <a:sym typeface="Lexend"/>
              </a:rPr>
              <a:t>Query Parameters are appended to a resource path using the symbol “</a:t>
            </a:r>
            <a:r>
              <a:rPr b="1" lang="en-US" sz="2200">
                <a:solidFill>
                  <a:schemeClr val="dk1"/>
                </a:solidFill>
                <a:latin typeface="Lexend"/>
                <a:ea typeface="Lexend"/>
                <a:cs typeface="Lexend"/>
                <a:sym typeface="Lexend"/>
              </a:rPr>
              <a:t>?”. </a:t>
            </a:r>
            <a:r>
              <a:rPr lang="en-US" sz="2200">
                <a:solidFill>
                  <a:schemeClr val="dk1"/>
                </a:solidFill>
                <a:latin typeface="Lexend"/>
                <a:ea typeface="Lexend"/>
                <a:cs typeface="Lexend"/>
                <a:sym typeface="Lexend"/>
              </a:rPr>
              <a:t>It is used to assign values to specific parameters that may be processed by the API</a:t>
            </a:r>
            <a:endParaRPr sz="2200">
              <a:solidFill>
                <a:schemeClr val="dk1"/>
              </a:solidFill>
              <a:latin typeface="Lexend"/>
              <a:ea typeface="Lexend"/>
              <a:cs typeface="Lexend"/>
              <a:sym typeface="Lexend"/>
            </a:endParaRPr>
          </a:p>
          <a:p>
            <a:pPr indent="-368300" lvl="0" marL="457200" rtl="0" algn="l">
              <a:lnSpc>
                <a:spcPct val="115000"/>
              </a:lnSpc>
              <a:spcBef>
                <a:spcPts val="0"/>
              </a:spcBef>
              <a:spcAft>
                <a:spcPts val="0"/>
              </a:spcAft>
              <a:buClr>
                <a:schemeClr val="dk1"/>
              </a:buClr>
              <a:buSzPts val="2200"/>
              <a:buFont typeface="Lexend"/>
              <a:buChar char="-"/>
            </a:pPr>
            <a:r>
              <a:rPr lang="en-US" sz="2200">
                <a:solidFill>
                  <a:schemeClr val="dk1"/>
                </a:solidFill>
                <a:latin typeface="Lexend"/>
                <a:ea typeface="Lexend"/>
                <a:cs typeface="Lexend"/>
                <a:sym typeface="Lexend"/>
              </a:rPr>
              <a:t>It is usually used by the client to pass values that can be used for filtering, sorting, searching, and paginating the resource</a:t>
            </a:r>
            <a:endParaRPr sz="2200">
              <a:solidFill>
                <a:schemeClr val="dk1"/>
              </a:solidFill>
              <a:latin typeface="Lexend"/>
              <a:ea typeface="Lexend"/>
              <a:cs typeface="Lexend"/>
              <a:sym typeface="Lexend"/>
            </a:endParaRPr>
          </a:p>
          <a:p>
            <a:pPr indent="-368300" lvl="0" marL="457200" rtl="0" algn="l">
              <a:lnSpc>
                <a:spcPct val="115000"/>
              </a:lnSpc>
              <a:spcBef>
                <a:spcPts val="0"/>
              </a:spcBef>
              <a:spcAft>
                <a:spcPts val="0"/>
              </a:spcAft>
              <a:buClr>
                <a:schemeClr val="dk1"/>
              </a:buClr>
              <a:buSzPts val="2200"/>
              <a:buFont typeface="Lexend"/>
              <a:buChar char="-"/>
            </a:pPr>
            <a:r>
              <a:rPr lang="en-US" sz="2200">
                <a:solidFill>
                  <a:schemeClr val="dk1"/>
                </a:solidFill>
                <a:latin typeface="Lexend"/>
                <a:ea typeface="Lexend"/>
                <a:cs typeface="Lexend"/>
                <a:sym typeface="Lexend"/>
              </a:rPr>
              <a:t>The example above returns a list of containing the name “</a:t>
            </a:r>
            <a:r>
              <a:rPr lang="en-US" sz="2200">
                <a:solidFill>
                  <a:srgbClr val="9B1D23"/>
                </a:solidFill>
                <a:latin typeface="Lexend"/>
                <a:ea typeface="Lexend"/>
                <a:cs typeface="Lexend"/>
                <a:sym typeface="Lexend"/>
              </a:rPr>
              <a:t>James</a:t>
            </a:r>
            <a:r>
              <a:rPr lang="en-US" sz="2200">
                <a:solidFill>
                  <a:schemeClr val="dk1"/>
                </a:solidFill>
                <a:latin typeface="Lexend"/>
                <a:ea typeface="Lexend"/>
                <a:cs typeface="Lexend"/>
                <a:sym typeface="Lexend"/>
              </a:rPr>
              <a:t>”, paginated with a limit of </a:t>
            </a:r>
            <a:r>
              <a:rPr lang="en-US" sz="2200">
                <a:solidFill>
                  <a:schemeClr val="dk2"/>
                </a:solidFill>
                <a:latin typeface="Lexend"/>
                <a:ea typeface="Lexend"/>
                <a:cs typeface="Lexend"/>
                <a:sym typeface="Lexend"/>
              </a:rPr>
              <a:t>10</a:t>
            </a:r>
            <a:r>
              <a:rPr lang="en-US" sz="2200">
                <a:solidFill>
                  <a:schemeClr val="dk1"/>
                </a:solidFill>
                <a:latin typeface="Lexend"/>
                <a:ea typeface="Lexend"/>
                <a:cs typeface="Lexend"/>
                <a:sym typeface="Lexend"/>
              </a:rPr>
              <a:t> per page and the </a:t>
            </a:r>
            <a:r>
              <a:rPr lang="en-US" sz="2200">
                <a:solidFill>
                  <a:srgbClr val="9B1D23"/>
                </a:solidFill>
                <a:latin typeface="Lexend"/>
                <a:ea typeface="Lexend"/>
                <a:cs typeface="Lexend"/>
                <a:sym typeface="Lexend"/>
              </a:rPr>
              <a:t>first</a:t>
            </a:r>
            <a:r>
              <a:rPr lang="en-US" sz="2200">
                <a:solidFill>
                  <a:schemeClr val="dk1"/>
                </a:solidFill>
                <a:latin typeface="Lexend"/>
                <a:ea typeface="Lexend"/>
                <a:cs typeface="Lexend"/>
                <a:sym typeface="Lexend"/>
              </a:rPr>
              <a:t> page retrieved in </a:t>
            </a:r>
            <a:r>
              <a:rPr lang="en-US" sz="2200">
                <a:solidFill>
                  <a:srgbClr val="9B1D23"/>
                </a:solidFill>
                <a:latin typeface="Lexend"/>
                <a:ea typeface="Lexend"/>
                <a:cs typeface="Lexend"/>
                <a:sym typeface="Lexend"/>
              </a:rPr>
              <a:t>ascending</a:t>
            </a:r>
            <a:r>
              <a:rPr lang="en-US" sz="2200">
                <a:solidFill>
                  <a:schemeClr val="dk1"/>
                </a:solidFill>
                <a:latin typeface="Lexend"/>
                <a:ea typeface="Lexend"/>
                <a:cs typeface="Lexend"/>
                <a:sym typeface="Lexend"/>
              </a:rPr>
              <a:t> order</a:t>
            </a:r>
            <a:endParaRPr sz="2200">
              <a:solidFill>
                <a:schemeClr val="dk1"/>
              </a:solidFill>
              <a:latin typeface="Lexend"/>
              <a:ea typeface="Lexend"/>
              <a:cs typeface="Lexend"/>
              <a:sym typeface="Lexen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g3bcf28977ef_0_17"/>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317" name="Google Shape;317;g3bcf28977ef_0_17"/>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318" name="Google Shape;318;g3bcf28977ef_0_17"/>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rgbClr val="9B1D23"/>
              </a:buClr>
              <a:buSzPct val="124209"/>
              <a:buFont typeface="Arial Black"/>
              <a:buNone/>
            </a:pPr>
            <a:r>
              <a:rPr lang="en-US"/>
              <a:t>URL - URI Parameter</a:t>
            </a:r>
            <a:endParaRPr/>
          </a:p>
        </p:txBody>
      </p:sp>
      <p:sp>
        <p:nvSpPr>
          <p:cNvPr id="319" name="Google Shape;319;g3bcf28977ef_0_17"/>
          <p:cNvSpPr txBox="1"/>
          <p:nvPr/>
        </p:nvSpPr>
        <p:spPr>
          <a:xfrm>
            <a:off x="517400" y="1764525"/>
            <a:ext cx="10150500" cy="4037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1800">
                <a:solidFill>
                  <a:schemeClr val="dk1"/>
                </a:solidFill>
                <a:latin typeface="Lexend"/>
                <a:ea typeface="Lexend"/>
                <a:cs typeface="Lexend"/>
                <a:sym typeface="Lexend"/>
              </a:rPr>
              <a:t>https://example.com:80/api/person/</a:t>
            </a:r>
            <a:r>
              <a:rPr lang="en-US" sz="1800">
                <a:solidFill>
                  <a:schemeClr val="dk2"/>
                </a:solidFill>
                <a:latin typeface="Lexend"/>
                <a:ea typeface="Lexend"/>
                <a:cs typeface="Lexend"/>
                <a:sym typeface="Lexend"/>
              </a:rPr>
              <a:t>1571</a:t>
            </a:r>
            <a:r>
              <a:rPr lang="en-US" sz="1800">
                <a:solidFill>
                  <a:schemeClr val="dk1"/>
                </a:solidFill>
                <a:latin typeface="Lexend"/>
                <a:ea typeface="Lexend"/>
                <a:cs typeface="Lexend"/>
                <a:sym typeface="Lexend"/>
              </a:rPr>
              <a:t>/contacts</a:t>
            </a:r>
            <a:endParaRPr sz="18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rPr lang="en-US" sz="1800">
                <a:solidFill>
                  <a:schemeClr val="dk1"/>
                </a:solidFill>
                <a:latin typeface="Lexend"/>
                <a:ea typeface="Lexend"/>
                <a:cs typeface="Lexend"/>
                <a:sym typeface="Lexend"/>
              </a:rPr>
              <a:t>https://example.com:80/api/person/</a:t>
            </a:r>
            <a:r>
              <a:rPr lang="en-US" sz="1800">
                <a:solidFill>
                  <a:schemeClr val="dk2"/>
                </a:solidFill>
                <a:latin typeface="Lexend"/>
                <a:ea typeface="Lexend"/>
                <a:cs typeface="Lexend"/>
                <a:sym typeface="Lexend"/>
              </a:rPr>
              <a:t>d8d39df3a47848c2b4c341bceeaa8058</a:t>
            </a:r>
            <a:r>
              <a:rPr lang="en-US" sz="1800">
                <a:solidFill>
                  <a:schemeClr val="dk1"/>
                </a:solidFill>
                <a:latin typeface="Lexend"/>
                <a:ea typeface="Lexend"/>
                <a:cs typeface="Lexend"/>
                <a:sym typeface="Lexend"/>
              </a:rPr>
              <a:t>/contacts</a:t>
            </a:r>
            <a:endParaRPr sz="18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t/>
            </a:r>
            <a:endParaRPr sz="2200">
              <a:solidFill>
                <a:schemeClr val="dk1"/>
              </a:solidFill>
              <a:latin typeface="Lexend"/>
              <a:ea typeface="Lexend"/>
              <a:cs typeface="Lexend"/>
              <a:sym typeface="Lexend"/>
            </a:endParaRPr>
          </a:p>
          <a:p>
            <a:pPr indent="-342900" lvl="0" marL="457200" rtl="0" algn="l">
              <a:lnSpc>
                <a:spcPct val="115000"/>
              </a:lnSpc>
              <a:spcBef>
                <a:spcPts val="0"/>
              </a:spcBef>
              <a:spcAft>
                <a:spcPts val="0"/>
              </a:spcAft>
              <a:buClr>
                <a:schemeClr val="dk1"/>
              </a:buClr>
              <a:buSzPts val="1800"/>
              <a:buFont typeface="Lexend"/>
              <a:buChar char="-"/>
            </a:pPr>
            <a:r>
              <a:rPr lang="en-US" sz="1800">
                <a:solidFill>
                  <a:schemeClr val="dk1"/>
                </a:solidFill>
                <a:latin typeface="Lexend"/>
                <a:ea typeface="Lexend"/>
                <a:cs typeface="Lexend"/>
                <a:sym typeface="Lexend"/>
              </a:rPr>
              <a:t>URI Parameters (sometimes referred to as Route / Path parameters) are parameters that are part of the resource path itself and are usually used to identify </a:t>
            </a:r>
            <a:r>
              <a:rPr b="1" lang="en-US" sz="1800">
                <a:solidFill>
                  <a:schemeClr val="dk1"/>
                </a:solidFill>
                <a:latin typeface="Lexend"/>
                <a:ea typeface="Lexend"/>
                <a:cs typeface="Lexend"/>
                <a:sym typeface="Lexend"/>
              </a:rPr>
              <a:t>which</a:t>
            </a:r>
            <a:r>
              <a:rPr lang="en-US" sz="1800">
                <a:solidFill>
                  <a:schemeClr val="dk1"/>
                </a:solidFill>
                <a:latin typeface="Lexend"/>
                <a:ea typeface="Lexend"/>
                <a:cs typeface="Lexend"/>
                <a:sym typeface="Lexend"/>
              </a:rPr>
              <a:t> resource to access</a:t>
            </a:r>
            <a:endParaRPr sz="1800">
              <a:solidFill>
                <a:schemeClr val="dk1"/>
              </a:solidFill>
              <a:latin typeface="Lexend"/>
              <a:ea typeface="Lexend"/>
              <a:cs typeface="Lexend"/>
              <a:sym typeface="Lexend"/>
            </a:endParaRPr>
          </a:p>
          <a:p>
            <a:pPr indent="-342900" lvl="0" marL="457200" rtl="0" algn="l">
              <a:lnSpc>
                <a:spcPct val="115000"/>
              </a:lnSpc>
              <a:spcBef>
                <a:spcPts val="0"/>
              </a:spcBef>
              <a:spcAft>
                <a:spcPts val="0"/>
              </a:spcAft>
              <a:buClr>
                <a:schemeClr val="dk1"/>
              </a:buClr>
              <a:buSzPts val="1800"/>
              <a:buFont typeface="Lexend"/>
              <a:buChar char="-"/>
            </a:pPr>
            <a:r>
              <a:rPr lang="en-US" sz="1800">
                <a:solidFill>
                  <a:schemeClr val="dk1"/>
                </a:solidFill>
                <a:latin typeface="Lexend"/>
                <a:ea typeface="Lexend"/>
                <a:cs typeface="Lexend"/>
                <a:sym typeface="Lexend"/>
              </a:rPr>
              <a:t>URI Parameters can be alphanumeric. </a:t>
            </a:r>
            <a:endParaRPr sz="1800">
              <a:solidFill>
                <a:schemeClr val="dk1"/>
              </a:solidFill>
              <a:latin typeface="Lexend"/>
              <a:ea typeface="Lexend"/>
              <a:cs typeface="Lexend"/>
              <a:sym typeface="Lexend"/>
            </a:endParaRPr>
          </a:p>
          <a:p>
            <a:pPr indent="-342900" lvl="0" marL="457200" rtl="0" algn="l">
              <a:lnSpc>
                <a:spcPct val="115000"/>
              </a:lnSpc>
              <a:spcBef>
                <a:spcPts val="0"/>
              </a:spcBef>
              <a:spcAft>
                <a:spcPts val="0"/>
              </a:spcAft>
              <a:buClr>
                <a:schemeClr val="dk1"/>
              </a:buClr>
              <a:buSzPts val="1800"/>
              <a:buFont typeface="Lexend"/>
              <a:buChar char="-"/>
            </a:pPr>
            <a:r>
              <a:rPr lang="en-US" sz="1800">
                <a:solidFill>
                  <a:schemeClr val="dk1"/>
                </a:solidFill>
                <a:latin typeface="Lexend"/>
                <a:ea typeface="Lexend"/>
                <a:cs typeface="Lexend"/>
                <a:sym typeface="Lexend"/>
              </a:rPr>
              <a:t>URI Parameters are dynamic values in the implementation of API. In the examples above, the API endpoint would typically look like /person/{personId}/contacts where {personId} is the value passed by the client.</a:t>
            </a:r>
            <a:endParaRPr sz="1800">
              <a:solidFill>
                <a:schemeClr val="dk1"/>
              </a:solidFill>
              <a:latin typeface="Lexend"/>
              <a:ea typeface="Lexend"/>
              <a:cs typeface="Lexend"/>
              <a:sym typeface="Lexend"/>
            </a:endParaRPr>
          </a:p>
          <a:p>
            <a:pPr indent="-342900" lvl="0" marL="457200" rtl="0" algn="l">
              <a:lnSpc>
                <a:spcPct val="115000"/>
              </a:lnSpc>
              <a:spcBef>
                <a:spcPts val="0"/>
              </a:spcBef>
              <a:spcAft>
                <a:spcPts val="0"/>
              </a:spcAft>
              <a:buClr>
                <a:schemeClr val="dk1"/>
              </a:buClr>
              <a:buSzPts val="1800"/>
              <a:buFont typeface="Lexend"/>
              <a:buChar char="-"/>
            </a:pPr>
            <a:r>
              <a:rPr lang="en-US" sz="1800">
                <a:solidFill>
                  <a:schemeClr val="dk1"/>
                </a:solidFill>
                <a:latin typeface="Lexend"/>
                <a:ea typeface="Lexend"/>
                <a:cs typeface="Lexend"/>
                <a:sym typeface="Lexend"/>
              </a:rPr>
              <a:t>The example above retrieves a Person entity with </a:t>
            </a:r>
            <a:r>
              <a:rPr lang="en-US" sz="1800">
                <a:solidFill>
                  <a:srgbClr val="9B1D23"/>
                </a:solidFill>
                <a:latin typeface="Lexend"/>
                <a:ea typeface="Lexend"/>
                <a:cs typeface="Lexend"/>
                <a:sym typeface="Lexend"/>
              </a:rPr>
              <a:t>1571</a:t>
            </a:r>
            <a:r>
              <a:rPr lang="en-US" sz="1800">
                <a:solidFill>
                  <a:schemeClr val="dk1"/>
                </a:solidFill>
                <a:latin typeface="Lexend"/>
                <a:ea typeface="Lexend"/>
                <a:cs typeface="Lexend"/>
                <a:sym typeface="Lexend"/>
              </a:rPr>
              <a:t> as the ID or </a:t>
            </a:r>
            <a:r>
              <a:rPr lang="en-US" sz="1800">
                <a:solidFill>
                  <a:srgbClr val="9B1D23"/>
                </a:solidFill>
                <a:latin typeface="Lexend"/>
                <a:ea typeface="Lexend"/>
                <a:cs typeface="Lexend"/>
                <a:sym typeface="Lexend"/>
              </a:rPr>
              <a:t>d8d39df3a47848c2b4c341bceeaa8058</a:t>
            </a:r>
            <a:r>
              <a:rPr lang="en-US" sz="1800">
                <a:solidFill>
                  <a:schemeClr val="dk1"/>
                </a:solidFill>
                <a:latin typeface="Lexend"/>
                <a:ea typeface="Lexend"/>
                <a:cs typeface="Lexend"/>
                <a:sym typeface="Lexend"/>
              </a:rPr>
              <a:t> as the UUID. </a:t>
            </a:r>
            <a:endParaRPr sz="1800">
              <a:solidFill>
                <a:schemeClr val="dk1"/>
              </a:solidFill>
              <a:latin typeface="Lexend"/>
              <a:ea typeface="Lexend"/>
              <a:cs typeface="Lexend"/>
              <a:sym typeface="Lexen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g3c35b158342_0_261"/>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326" name="Google Shape;326;g3c35b158342_0_261"/>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327" name="Google Shape;327;g3c35b158342_0_261"/>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25779"/>
              <a:buFont typeface="Arial"/>
              <a:buNone/>
            </a:pPr>
            <a:r>
              <a:rPr lang="en-US"/>
              <a:t>Headers</a:t>
            </a:r>
            <a:endParaRPr/>
          </a:p>
          <a:p>
            <a:pPr indent="0" lvl="0" marL="0" rtl="0" algn="l">
              <a:spcBef>
                <a:spcPts val="0"/>
              </a:spcBef>
              <a:spcAft>
                <a:spcPts val="0"/>
              </a:spcAft>
              <a:buClr>
                <a:schemeClr val="dk1"/>
              </a:buClr>
              <a:buSzPct val="25779"/>
              <a:buFont typeface="Arial"/>
              <a:buNone/>
            </a:pPr>
            <a:r>
              <a:t/>
            </a:r>
            <a:endParaRPr/>
          </a:p>
          <a:p>
            <a:pPr indent="0" lvl="0" marL="0" marR="0" rtl="0" algn="l">
              <a:lnSpc>
                <a:spcPct val="90000"/>
              </a:lnSpc>
              <a:spcBef>
                <a:spcPts val="0"/>
              </a:spcBef>
              <a:spcAft>
                <a:spcPts val="0"/>
              </a:spcAft>
              <a:buClr>
                <a:srgbClr val="9B1D23"/>
              </a:buClr>
              <a:buSzPct val="124209"/>
              <a:buFont typeface="Arial Black"/>
              <a:buNone/>
            </a:pPr>
            <a:r>
              <a:t/>
            </a:r>
            <a:endParaRPr/>
          </a:p>
        </p:txBody>
      </p:sp>
      <p:sp>
        <p:nvSpPr>
          <p:cNvPr id="328" name="Google Shape;328;g3c35b158342_0_261"/>
          <p:cNvSpPr txBox="1"/>
          <p:nvPr/>
        </p:nvSpPr>
        <p:spPr>
          <a:xfrm>
            <a:off x="517400" y="1764525"/>
            <a:ext cx="10150500" cy="2262600"/>
          </a:xfrm>
          <a:prstGeom prst="rect">
            <a:avLst/>
          </a:prstGeom>
          <a:noFill/>
          <a:ln>
            <a:noFill/>
          </a:ln>
        </p:spPr>
        <p:txBody>
          <a:bodyPr anchorCtr="0" anchor="t" bIns="91425" lIns="91425" spcFirstLastPara="1" rIns="91425" wrap="square" tIns="91425">
            <a:spAutoFit/>
          </a:bodyPr>
          <a:lstStyle/>
          <a:p>
            <a:pPr indent="-355600" lvl="0" marL="45720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Metadata passed with the request. In simple terms, it is data about the data you are sending to the server.</a:t>
            </a:r>
            <a:endParaRPr sz="2000">
              <a:solidFill>
                <a:schemeClr val="dk1"/>
              </a:solidFill>
              <a:latin typeface="Lexend"/>
              <a:ea typeface="Lexend"/>
              <a:cs typeface="Lexend"/>
              <a:sym typeface="Lexend"/>
            </a:endParaRPr>
          </a:p>
          <a:p>
            <a:pPr indent="-355600" lvl="0" marL="45720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Examples of headers are </a:t>
            </a:r>
            <a:r>
              <a:rPr b="1" lang="en-US" sz="2000">
                <a:solidFill>
                  <a:schemeClr val="dk1"/>
                </a:solidFill>
                <a:latin typeface="Lexend"/>
                <a:ea typeface="Lexend"/>
                <a:cs typeface="Lexend"/>
                <a:sym typeface="Lexend"/>
              </a:rPr>
              <a:t>Authorization</a:t>
            </a:r>
            <a:r>
              <a:rPr lang="en-US" sz="2000">
                <a:solidFill>
                  <a:schemeClr val="dk1"/>
                </a:solidFill>
                <a:latin typeface="Lexend"/>
                <a:ea typeface="Lexend"/>
                <a:cs typeface="Lexend"/>
                <a:sym typeface="Lexend"/>
              </a:rPr>
              <a:t> and </a:t>
            </a:r>
            <a:r>
              <a:rPr b="1" lang="en-US" sz="2000">
                <a:solidFill>
                  <a:schemeClr val="dk1"/>
                </a:solidFill>
                <a:latin typeface="Lexend"/>
                <a:ea typeface="Lexend"/>
                <a:cs typeface="Lexend"/>
                <a:sym typeface="Lexend"/>
              </a:rPr>
              <a:t>Content-Type</a:t>
            </a:r>
            <a:r>
              <a:rPr lang="en-US" sz="2000">
                <a:solidFill>
                  <a:schemeClr val="dk1"/>
                </a:solidFill>
                <a:latin typeface="Lexend"/>
                <a:ea typeface="Lexend"/>
                <a:cs typeface="Lexend"/>
                <a:sym typeface="Lexend"/>
              </a:rPr>
              <a:t> metadata which are respectively used to authenticate the user and to tell the server what is the content type of the request (application/json, application/xml, etc.). APIs may use custom headers.</a:t>
            </a:r>
            <a:endParaRPr sz="2000">
              <a:solidFill>
                <a:schemeClr val="dk1"/>
              </a:solidFill>
              <a:latin typeface="Lexend"/>
              <a:ea typeface="Lexend"/>
              <a:cs typeface="Lexend"/>
              <a:sym typeface="Lexen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g3c35b158342_0_225"/>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335" name="Google Shape;335;g3c35b158342_0_225"/>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336" name="Google Shape;336;g3c35b158342_0_225"/>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25779"/>
              <a:buFont typeface="Arial"/>
              <a:buNone/>
            </a:pPr>
            <a:r>
              <a:rPr lang="en-US"/>
              <a:t>Request Body / Response Body</a:t>
            </a:r>
            <a:endParaRPr/>
          </a:p>
          <a:p>
            <a:pPr indent="0" lvl="0" marL="0" rtl="0" algn="l">
              <a:spcBef>
                <a:spcPts val="0"/>
              </a:spcBef>
              <a:spcAft>
                <a:spcPts val="0"/>
              </a:spcAft>
              <a:buClr>
                <a:schemeClr val="dk1"/>
              </a:buClr>
              <a:buSzPct val="25779"/>
              <a:buFont typeface="Arial"/>
              <a:buNone/>
            </a:pPr>
            <a:r>
              <a:t/>
            </a:r>
            <a:endParaRPr/>
          </a:p>
          <a:p>
            <a:pPr indent="0" lvl="0" marL="0" rtl="0" algn="l">
              <a:spcBef>
                <a:spcPts val="0"/>
              </a:spcBef>
              <a:spcAft>
                <a:spcPts val="0"/>
              </a:spcAft>
              <a:buClr>
                <a:schemeClr val="dk1"/>
              </a:buClr>
              <a:buSzPct val="25779"/>
              <a:buFont typeface="Arial"/>
              <a:buNone/>
            </a:pPr>
            <a:r>
              <a:t/>
            </a:r>
            <a:endParaRPr/>
          </a:p>
          <a:p>
            <a:pPr indent="0" lvl="0" marL="0" rtl="0" algn="l">
              <a:spcBef>
                <a:spcPts val="0"/>
              </a:spcBef>
              <a:spcAft>
                <a:spcPts val="0"/>
              </a:spcAft>
              <a:buClr>
                <a:schemeClr val="dk1"/>
              </a:buClr>
              <a:buSzPct val="25779"/>
              <a:buFont typeface="Arial"/>
              <a:buNone/>
            </a:pPr>
            <a:r>
              <a:t/>
            </a:r>
            <a:endParaRPr/>
          </a:p>
          <a:p>
            <a:pPr indent="0" lvl="0" marL="0" marR="0" rtl="0" algn="l">
              <a:lnSpc>
                <a:spcPct val="90000"/>
              </a:lnSpc>
              <a:spcBef>
                <a:spcPts val="0"/>
              </a:spcBef>
              <a:spcAft>
                <a:spcPts val="0"/>
              </a:spcAft>
              <a:buClr>
                <a:srgbClr val="9B1D23"/>
              </a:buClr>
              <a:buSzPct val="124209"/>
              <a:buFont typeface="Arial Black"/>
              <a:buNone/>
            </a:pPr>
            <a:r>
              <a:t/>
            </a:r>
            <a:endParaRPr/>
          </a:p>
        </p:txBody>
      </p:sp>
      <p:sp>
        <p:nvSpPr>
          <p:cNvPr id="337" name="Google Shape;337;g3c35b158342_0_225"/>
          <p:cNvSpPr txBox="1"/>
          <p:nvPr/>
        </p:nvSpPr>
        <p:spPr>
          <a:xfrm>
            <a:off x="517400" y="1764525"/>
            <a:ext cx="10150500" cy="2616600"/>
          </a:xfrm>
          <a:prstGeom prst="rect">
            <a:avLst/>
          </a:prstGeom>
          <a:noFill/>
          <a:ln>
            <a:noFill/>
          </a:ln>
        </p:spPr>
        <p:txBody>
          <a:bodyPr anchorCtr="0" anchor="t" bIns="91425" lIns="91425" spcFirstLastPara="1" rIns="91425" wrap="square" tIns="91425">
            <a:spAutoFit/>
          </a:bodyPr>
          <a:lstStyle/>
          <a:p>
            <a:pPr indent="-355600" lvl="0" marL="45720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The data or payload representing an object.</a:t>
            </a:r>
            <a:endParaRPr sz="2000">
              <a:solidFill>
                <a:schemeClr val="dk1"/>
              </a:solidFill>
              <a:latin typeface="Lexend"/>
              <a:ea typeface="Lexend"/>
              <a:cs typeface="Lexend"/>
              <a:sym typeface="Lexend"/>
            </a:endParaRPr>
          </a:p>
          <a:p>
            <a:pPr indent="-355600" lvl="0" marL="457200" rtl="0" algn="l">
              <a:lnSpc>
                <a:spcPct val="115000"/>
              </a:lnSpc>
              <a:spcBef>
                <a:spcPts val="0"/>
              </a:spcBef>
              <a:spcAft>
                <a:spcPts val="0"/>
              </a:spcAft>
              <a:buClr>
                <a:schemeClr val="dk1"/>
              </a:buClr>
              <a:buSzPts val="2000"/>
              <a:buFont typeface="Lexend"/>
              <a:buChar char="●"/>
            </a:pPr>
            <a:r>
              <a:rPr b="1" lang="en-US" sz="2000">
                <a:solidFill>
                  <a:schemeClr val="dk1"/>
                </a:solidFill>
                <a:latin typeface="Lexend"/>
                <a:ea typeface="Lexend"/>
                <a:cs typeface="Lexend"/>
                <a:sym typeface="Lexend"/>
              </a:rPr>
              <a:t>Request Body </a:t>
            </a:r>
            <a:r>
              <a:rPr lang="en-US" sz="2000">
                <a:solidFill>
                  <a:schemeClr val="dk1"/>
                </a:solidFill>
                <a:latin typeface="Lexend"/>
                <a:ea typeface="Lexend"/>
                <a:cs typeface="Lexend"/>
                <a:sym typeface="Lexend"/>
              </a:rPr>
              <a:t>- the data sent by the client to the server. Typically used in creating a resource, updating a resource, sending any input to the server for processing.</a:t>
            </a:r>
            <a:endParaRPr sz="2000">
              <a:solidFill>
                <a:schemeClr val="dk1"/>
              </a:solidFill>
              <a:latin typeface="Lexend"/>
              <a:ea typeface="Lexend"/>
              <a:cs typeface="Lexend"/>
              <a:sym typeface="Lexend"/>
            </a:endParaRPr>
          </a:p>
          <a:p>
            <a:pPr indent="-355600" lvl="0" marL="457200" rtl="0" algn="l">
              <a:lnSpc>
                <a:spcPct val="115000"/>
              </a:lnSpc>
              <a:spcBef>
                <a:spcPts val="0"/>
              </a:spcBef>
              <a:spcAft>
                <a:spcPts val="0"/>
              </a:spcAft>
              <a:buClr>
                <a:schemeClr val="dk1"/>
              </a:buClr>
              <a:buSzPts val="2000"/>
              <a:buFont typeface="Lexend"/>
              <a:buChar char="●"/>
            </a:pPr>
            <a:r>
              <a:rPr b="1" lang="en-US" sz="2000">
                <a:solidFill>
                  <a:schemeClr val="dk1"/>
                </a:solidFill>
                <a:latin typeface="Lexend"/>
                <a:ea typeface="Lexend"/>
                <a:cs typeface="Lexend"/>
                <a:sym typeface="Lexend"/>
              </a:rPr>
              <a:t>Response Body</a:t>
            </a:r>
            <a:r>
              <a:rPr lang="en-US" sz="2000">
                <a:solidFill>
                  <a:schemeClr val="dk1"/>
                </a:solidFill>
                <a:latin typeface="Lexend"/>
                <a:ea typeface="Lexend"/>
                <a:cs typeface="Lexend"/>
                <a:sym typeface="Lexend"/>
              </a:rPr>
              <a:t> - the data returned by the server to the client. It contains the requested resource, the result of the request, or errors encountered when processing the request.</a:t>
            </a:r>
            <a:endParaRPr sz="2000">
              <a:solidFill>
                <a:schemeClr val="dk1"/>
              </a:solidFill>
              <a:latin typeface="Lexend"/>
              <a:ea typeface="Lexend"/>
              <a:cs typeface="Lexend"/>
              <a:sym typeface="Lexen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g3c35b158342_0_277"/>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344" name="Google Shape;344;g3c35b158342_0_277"/>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345" name="Google Shape;345;g3c35b158342_0_277"/>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25779"/>
              <a:buFont typeface="Arial"/>
              <a:buNone/>
            </a:pPr>
            <a:r>
              <a:rPr lang="en-US"/>
              <a:t>Status Code</a:t>
            </a:r>
            <a:endParaRPr/>
          </a:p>
          <a:p>
            <a:pPr indent="0" lvl="0" marL="0" rtl="0" algn="l">
              <a:spcBef>
                <a:spcPts val="0"/>
              </a:spcBef>
              <a:spcAft>
                <a:spcPts val="0"/>
              </a:spcAft>
              <a:buClr>
                <a:schemeClr val="dk1"/>
              </a:buClr>
              <a:buSzPct val="25779"/>
              <a:buFont typeface="Arial"/>
              <a:buNone/>
            </a:pPr>
            <a:r>
              <a:t/>
            </a:r>
            <a:endParaRPr/>
          </a:p>
          <a:p>
            <a:pPr indent="0" lvl="0" marL="0" rtl="0" algn="l">
              <a:spcBef>
                <a:spcPts val="0"/>
              </a:spcBef>
              <a:spcAft>
                <a:spcPts val="0"/>
              </a:spcAft>
              <a:buClr>
                <a:schemeClr val="dk1"/>
              </a:buClr>
              <a:buSzPct val="25779"/>
              <a:buFont typeface="Arial"/>
              <a:buNone/>
            </a:pPr>
            <a:r>
              <a:t/>
            </a:r>
            <a:endParaRPr/>
          </a:p>
          <a:p>
            <a:pPr indent="0" lvl="0" marL="0" rtl="0" algn="l">
              <a:spcBef>
                <a:spcPts val="0"/>
              </a:spcBef>
              <a:spcAft>
                <a:spcPts val="0"/>
              </a:spcAft>
              <a:buClr>
                <a:schemeClr val="dk1"/>
              </a:buClr>
              <a:buSzPct val="25779"/>
              <a:buFont typeface="Arial"/>
              <a:buNone/>
            </a:pPr>
            <a:r>
              <a:t/>
            </a:r>
            <a:endParaRPr/>
          </a:p>
          <a:p>
            <a:pPr indent="0" lvl="0" marL="0" marR="0" rtl="0" algn="l">
              <a:lnSpc>
                <a:spcPct val="90000"/>
              </a:lnSpc>
              <a:spcBef>
                <a:spcPts val="0"/>
              </a:spcBef>
              <a:spcAft>
                <a:spcPts val="0"/>
              </a:spcAft>
              <a:buClr>
                <a:srgbClr val="9B1D23"/>
              </a:buClr>
              <a:buSzPct val="124209"/>
              <a:buFont typeface="Arial Black"/>
              <a:buNone/>
            </a:pPr>
            <a:r>
              <a:t/>
            </a:r>
            <a:endParaRPr/>
          </a:p>
        </p:txBody>
      </p:sp>
      <p:sp>
        <p:nvSpPr>
          <p:cNvPr id="346" name="Google Shape;346;g3c35b158342_0_277"/>
          <p:cNvSpPr txBox="1"/>
          <p:nvPr/>
        </p:nvSpPr>
        <p:spPr>
          <a:xfrm>
            <a:off x="517400" y="1764525"/>
            <a:ext cx="10150500" cy="3678900"/>
          </a:xfrm>
          <a:prstGeom prst="rect">
            <a:avLst/>
          </a:prstGeom>
          <a:noFill/>
          <a:ln>
            <a:noFill/>
          </a:ln>
        </p:spPr>
        <p:txBody>
          <a:bodyPr anchorCtr="0" anchor="t" bIns="91425" lIns="91425" spcFirstLastPara="1" rIns="91425" wrap="square" tIns="91425">
            <a:spAutoFit/>
          </a:bodyPr>
          <a:lstStyle/>
          <a:p>
            <a:pPr indent="-355600" lvl="0" marL="45720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3-digit code that is sent back with the response. All codes have a specific meaning and provide information on the outcome of the request.</a:t>
            </a:r>
            <a:endParaRPr sz="2000">
              <a:solidFill>
                <a:schemeClr val="dk1"/>
              </a:solidFill>
              <a:latin typeface="Lexend"/>
              <a:ea typeface="Lexend"/>
              <a:cs typeface="Lexend"/>
              <a:sym typeface="Lexend"/>
            </a:endParaRPr>
          </a:p>
          <a:p>
            <a:pPr indent="-355600" lvl="0" marL="45720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The codes are grouped by their first digit, with each group indicating a different meaning:</a:t>
            </a:r>
            <a:endParaRPr sz="2000">
              <a:solidFill>
                <a:schemeClr val="dk1"/>
              </a:solidFill>
              <a:latin typeface="Lexend"/>
              <a:ea typeface="Lexend"/>
              <a:cs typeface="Lexend"/>
              <a:sym typeface="Lexend"/>
            </a:endParaRPr>
          </a:p>
          <a:p>
            <a:pPr indent="-355600" lvl="1" marL="91440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1xx: Informational</a:t>
            </a:r>
            <a:endParaRPr sz="2000">
              <a:solidFill>
                <a:schemeClr val="dk1"/>
              </a:solidFill>
              <a:latin typeface="Lexend"/>
              <a:ea typeface="Lexend"/>
              <a:cs typeface="Lexend"/>
              <a:sym typeface="Lexend"/>
            </a:endParaRPr>
          </a:p>
          <a:p>
            <a:pPr indent="-355600" lvl="1" marL="91440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2xx: Success</a:t>
            </a:r>
            <a:endParaRPr sz="2000">
              <a:solidFill>
                <a:schemeClr val="dk1"/>
              </a:solidFill>
              <a:latin typeface="Lexend"/>
              <a:ea typeface="Lexend"/>
              <a:cs typeface="Lexend"/>
              <a:sym typeface="Lexend"/>
            </a:endParaRPr>
          </a:p>
          <a:p>
            <a:pPr indent="-355600" lvl="1" marL="91440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3xx: Redirection</a:t>
            </a:r>
            <a:endParaRPr sz="2000">
              <a:solidFill>
                <a:schemeClr val="dk1"/>
              </a:solidFill>
              <a:latin typeface="Lexend"/>
              <a:ea typeface="Lexend"/>
              <a:cs typeface="Lexend"/>
              <a:sym typeface="Lexend"/>
            </a:endParaRPr>
          </a:p>
          <a:p>
            <a:pPr indent="-355600" lvl="1" marL="91440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4xx: Client Error</a:t>
            </a:r>
            <a:endParaRPr sz="2000">
              <a:solidFill>
                <a:schemeClr val="dk1"/>
              </a:solidFill>
              <a:latin typeface="Lexend"/>
              <a:ea typeface="Lexend"/>
              <a:cs typeface="Lexend"/>
              <a:sym typeface="Lexend"/>
            </a:endParaRPr>
          </a:p>
          <a:p>
            <a:pPr indent="-355600" lvl="1" marL="91440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5xx: Server Error</a:t>
            </a:r>
            <a:endParaRPr sz="2000">
              <a:solidFill>
                <a:schemeClr val="dk1"/>
              </a:solidFill>
              <a:latin typeface="Lexend"/>
              <a:ea typeface="Lexend"/>
              <a:cs typeface="Lexend"/>
              <a:sym typeface="Lexend"/>
            </a:endParaRPr>
          </a:p>
          <a:p>
            <a:pPr indent="0" lvl="0" marL="457200" rtl="0" algn="l">
              <a:lnSpc>
                <a:spcPct val="115000"/>
              </a:lnSpc>
              <a:spcBef>
                <a:spcPts val="0"/>
              </a:spcBef>
              <a:spcAft>
                <a:spcPts val="0"/>
              </a:spcAft>
              <a:buNone/>
            </a:pPr>
            <a:r>
              <a:t/>
            </a:r>
            <a:endParaRPr sz="2000">
              <a:solidFill>
                <a:schemeClr val="dk1"/>
              </a:solidFill>
              <a:latin typeface="Lexend"/>
              <a:ea typeface="Lexend"/>
              <a:cs typeface="Lexend"/>
              <a:sym typeface="Lexen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g3bcf8abf552_1_44"/>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353" name="Google Shape;353;g3bcf8abf552_1_44"/>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354" name="Google Shape;354;g3bcf8abf552_1_44"/>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25779"/>
              <a:buFont typeface="Arial"/>
              <a:buNone/>
            </a:pPr>
            <a:r>
              <a:rPr lang="en-US"/>
              <a:t>Common Status Codes</a:t>
            </a:r>
            <a:endParaRPr/>
          </a:p>
          <a:p>
            <a:pPr indent="0" lvl="0" marL="0" rtl="0" algn="l">
              <a:spcBef>
                <a:spcPts val="0"/>
              </a:spcBef>
              <a:spcAft>
                <a:spcPts val="0"/>
              </a:spcAft>
              <a:buClr>
                <a:schemeClr val="dk1"/>
              </a:buClr>
              <a:buSzPct val="25779"/>
              <a:buFont typeface="Arial"/>
              <a:buNone/>
            </a:pPr>
            <a:r>
              <a:t/>
            </a:r>
            <a:endParaRPr/>
          </a:p>
          <a:p>
            <a:pPr indent="0" lvl="0" marL="0" rtl="0" algn="l">
              <a:spcBef>
                <a:spcPts val="0"/>
              </a:spcBef>
              <a:spcAft>
                <a:spcPts val="0"/>
              </a:spcAft>
              <a:buClr>
                <a:schemeClr val="dk1"/>
              </a:buClr>
              <a:buSzPct val="25779"/>
              <a:buFont typeface="Arial"/>
              <a:buNone/>
            </a:pPr>
            <a:r>
              <a:t/>
            </a:r>
            <a:endParaRPr/>
          </a:p>
          <a:p>
            <a:pPr indent="0" lvl="0" marL="0" rtl="0" algn="l">
              <a:spcBef>
                <a:spcPts val="0"/>
              </a:spcBef>
              <a:spcAft>
                <a:spcPts val="0"/>
              </a:spcAft>
              <a:buClr>
                <a:schemeClr val="dk1"/>
              </a:buClr>
              <a:buSzPct val="25779"/>
              <a:buFont typeface="Arial"/>
              <a:buNone/>
            </a:pPr>
            <a:r>
              <a:t/>
            </a:r>
            <a:endParaRPr/>
          </a:p>
          <a:p>
            <a:pPr indent="0" lvl="0" marL="0" marR="0" rtl="0" algn="l">
              <a:lnSpc>
                <a:spcPct val="90000"/>
              </a:lnSpc>
              <a:spcBef>
                <a:spcPts val="0"/>
              </a:spcBef>
              <a:spcAft>
                <a:spcPts val="0"/>
              </a:spcAft>
              <a:buClr>
                <a:srgbClr val="9B1D23"/>
              </a:buClr>
              <a:buSzPct val="124209"/>
              <a:buFont typeface="Arial Black"/>
              <a:buNone/>
            </a:pPr>
            <a:r>
              <a:t/>
            </a:r>
            <a:endParaRPr/>
          </a:p>
        </p:txBody>
      </p:sp>
      <p:pic>
        <p:nvPicPr>
          <p:cNvPr id="355" name="Google Shape;355;g3bcf8abf552_1_44"/>
          <p:cNvPicPr preferRelativeResize="0"/>
          <p:nvPr/>
        </p:nvPicPr>
        <p:blipFill>
          <a:blip r:embed="rId3">
            <a:alphaModFix/>
          </a:blip>
          <a:stretch>
            <a:fillRect/>
          </a:stretch>
        </p:blipFill>
        <p:spPr>
          <a:xfrm>
            <a:off x="754925" y="1737275"/>
            <a:ext cx="9989175" cy="4690433"/>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g3bcf8abf552_1_55"/>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362" name="Google Shape;362;g3bcf8abf552_1_55"/>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363" name="Google Shape;363;g3bcf8abf552_1_55"/>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25779"/>
              <a:buFont typeface="Arial"/>
              <a:buNone/>
            </a:pPr>
            <a:r>
              <a:rPr lang="en-US"/>
              <a:t>JSON</a:t>
            </a:r>
            <a:endParaRPr/>
          </a:p>
          <a:p>
            <a:pPr indent="0" lvl="0" marL="0" marR="0" rtl="0" algn="l">
              <a:lnSpc>
                <a:spcPct val="90000"/>
              </a:lnSpc>
              <a:spcBef>
                <a:spcPts val="0"/>
              </a:spcBef>
              <a:spcAft>
                <a:spcPts val="0"/>
              </a:spcAft>
              <a:buClr>
                <a:srgbClr val="9B1D23"/>
              </a:buClr>
              <a:buSzPct val="124209"/>
              <a:buFont typeface="Arial Black"/>
              <a:buNone/>
            </a:pPr>
            <a:r>
              <a:t/>
            </a:r>
            <a:endParaRPr/>
          </a:p>
        </p:txBody>
      </p:sp>
      <p:sp>
        <p:nvSpPr>
          <p:cNvPr id="364" name="Google Shape;364;g3bcf8abf552_1_55"/>
          <p:cNvSpPr txBox="1"/>
          <p:nvPr/>
        </p:nvSpPr>
        <p:spPr>
          <a:xfrm>
            <a:off x="517400" y="1764525"/>
            <a:ext cx="10150500" cy="1908600"/>
          </a:xfrm>
          <a:prstGeom prst="rect">
            <a:avLst/>
          </a:prstGeom>
          <a:noFill/>
          <a:ln>
            <a:noFill/>
          </a:ln>
        </p:spPr>
        <p:txBody>
          <a:bodyPr anchorCtr="0" anchor="t" bIns="91425" lIns="91425" spcFirstLastPara="1" rIns="91425" wrap="square" tIns="91425">
            <a:spAutoFit/>
          </a:bodyPr>
          <a:lstStyle/>
          <a:p>
            <a:pPr indent="-355600" lvl="0" marL="45720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Stands for JavaScript Object Notation</a:t>
            </a:r>
            <a:endParaRPr sz="2000">
              <a:solidFill>
                <a:schemeClr val="dk1"/>
              </a:solidFill>
              <a:latin typeface="Lexend"/>
              <a:ea typeface="Lexend"/>
              <a:cs typeface="Lexend"/>
              <a:sym typeface="Lexend"/>
            </a:endParaRPr>
          </a:p>
          <a:p>
            <a:pPr indent="-355600" lvl="0" marL="45720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A lightweight format for representing data</a:t>
            </a:r>
            <a:endParaRPr sz="2000">
              <a:solidFill>
                <a:schemeClr val="dk1"/>
              </a:solidFill>
              <a:latin typeface="Lexend"/>
              <a:ea typeface="Lexend"/>
              <a:cs typeface="Lexend"/>
              <a:sym typeface="Lexend"/>
            </a:endParaRPr>
          </a:p>
          <a:p>
            <a:pPr indent="-355600" lvl="0" marL="45720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Commonly used by Modern RESTful APIs as the payload format</a:t>
            </a:r>
            <a:endParaRPr sz="2000">
              <a:solidFill>
                <a:schemeClr val="dk1"/>
              </a:solidFill>
              <a:latin typeface="Lexend"/>
              <a:ea typeface="Lexend"/>
              <a:cs typeface="Lexend"/>
              <a:sym typeface="Lexend"/>
            </a:endParaRPr>
          </a:p>
          <a:p>
            <a:pPr indent="-355600" lvl="0" marL="45720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Human-readable, easy for machines to parse, language-agnostic</a:t>
            </a:r>
            <a:endParaRPr sz="2000">
              <a:solidFill>
                <a:schemeClr val="dk1"/>
              </a:solidFill>
              <a:latin typeface="Lexend"/>
              <a:ea typeface="Lexend"/>
              <a:cs typeface="Lexend"/>
              <a:sym typeface="Lexend"/>
            </a:endParaRPr>
          </a:p>
          <a:p>
            <a:pPr indent="-355600" lvl="0" marL="45720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Derived from JavaScript but not exclusive to JavaScript</a:t>
            </a:r>
            <a:endParaRPr sz="2000">
              <a:solidFill>
                <a:schemeClr val="dk1"/>
              </a:solidFill>
              <a:latin typeface="Lexend"/>
              <a:ea typeface="Lexend"/>
              <a:cs typeface="Lexend"/>
              <a:sym typeface="Lexen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g3bcf8abf552_1_80"/>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371" name="Google Shape;371;g3bcf8abf552_1_80"/>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372" name="Google Shape;372;g3bcf8abf552_1_80"/>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25779"/>
              <a:buFont typeface="Arial"/>
              <a:buNone/>
            </a:pPr>
            <a:r>
              <a:rPr lang="en-US"/>
              <a:t>JSON - Example</a:t>
            </a:r>
            <a:endParaRPr/>
          </a:p>
          <a:p>
            <a:pPr indent="0" lvl="0" marL="0" rtl="0" algn="l">
              <a:spcBef>
                <a:spcPts val="0"/>
              </a:spcBef>
              <a:spcAft>
                <a:spcPts val="0"/>
              </a:spcAft>
              <a:buClr>
                <a:schemeClr val="dk1"/>
              </a:buClr>
              <a:buSzPct val="25779"/>
              <a:buFont typeface="Arial"/>
              <a:buNone/>
            </a:pPr>
            <a:r>
              <a:t/>
            </a:r>
            <a:endParaRPr/>
          </a:p>
          <a:p>
            <a:pPr indent="0" lvl="0" marL="0" marR="0" rtl="0" algn="l">
              <a:lnSpc>
                <a:spcPct val="90000"/>
              </a:lnSpc>
              <a:spcBef>
                <a:spcPts val="0"/>
              </a:spcBef>
              <a:spcAft>
                <a:spcPts val="0"/>
              </a:spcAft>
              <a:buClr>
                <a:srgbClr val="9B1D23"/>
              </a:buClr>
              <a:buSzPct val="124209"/>
              <a:buFont typeface="Arial Black"/>
              <a:buNone/>
            </a:pPr>
            <a:r>
              <a:t/>
            </a:r>
            <a:endParaRPr/>
          </a:p>
        </p:txBody>
      </p:sp>
      <p:sp>
        <p:nvSpPr>
          <p:cNvPr id="373" name="Google Shape;373;g3bcf8abf552_1_80"/>
          <p:cNvSpPr txBox="1"/>
          <p:nvPr/>
        </p:nvSpPr>
        <p:spPr>
          <a:xfrm>
            <a:off x="517400" y="4230900"/>
            <a:ext cx="10150500" cy="846600"/>
          </a:xfrm>
          <a:prstGeom prst="rect">
            <a:avLst/>
          </a:prstGeom>
          <a:noFill/>
          <a:ln>
            <a:noFill/>
          </a:ln>
        </p:spPr>
        <p:txBody>
          <a:bodyPr anchorCtr="0" anchor="t" bIns="91425" lIns="91425" spcFirstLastPara="1" rIns="91425" wrap="square" tIns="91425">
            <a:spAutoFit/>
          </a:bodyPr>
          <a:lstStyle/>
          <a:p>
            <a:pPr indent="-355600" lvl="0" marL="45720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On the left is the class definition of Person</a:t>
            </a:r>
            <a:endParaRPr sz="2000">
              <a:solidFill>
                <a:schemeClr val="dk1"/>
              </a:solidFill>
              <a:latin typeface="Lexend"/>
              <a:ea typeface="Lexend"/>
              <a:cs typeface="Lexend"/>
              <a:sym typeface="Lexend"/>
            </a:endParaRPr>
          </a:p>
          <a:p>
            <a:pPr indent="-355600" lvl="0" marL="45720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On the right is what an instance of a Person would look like in JSON format</a:t>
            </a:r>
            <a:endParaRPr sz="2000">
              <a:solidFill>
                <a:schemeClr val="dk1"/>
              </a:solidFill>
              <a:latin typeface="Lexend"/>
              <a:ea typeface="Lexend"/>
              <a:cs typeface="Lexend"/>
              <a:sym typeface="Lexend"/>
            </a:endParaRPr>
          </a:p>
        </p:txBody>
      </p:sp>
      <p:pic>
        <p:nvPicPr>
          <p:cNvPr id="374" name="Google Shape;374;g3bcf8abf552_1_80"/>
          <p:cNvPicPr preferRelativeResize="0"/>
          <p:nvPr/>
        </p:nvPicPr>
        <p:blipFill>
          <a:blip r:embed="rId3">
            <a:alphaModFix/>
          </a:blip>
          <a:stretch>
            <a:fillRect/>
          </a:stretch>
        </p:blipFill>
        <p:spPr>
          <a:xfrm>
            <a:off x="680925" y="1885000"/>
            <a:ext cx="4045575" cy="1902625"/>
          </a:xfrm>
          <a:prstGeom prst="rect">
            <a:avLst/>
          </a:prstGeom>
          <a:noFill/>
          <a:ln>
            <a:noFill/>
          </a:ln>
        </p:spPr>
      </p:pic>
      <p:sp>
        <p:nvSpPr>
          <p:cNvPr id="375" name="Google Shape;375;g3bcf8abf552_1_80"/>
          <p:cNvSpPr txBox="1"/>
          <p:nvPr/>
        </p:nvSpPr>
        <p:spPr>
          <a:xfrm>
            <a:off x="6213100" y="1764525"/>
            <a:ext cx="4530000" cy="1908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2000">
                <a:solidFill>
                  <a:schemeClr val="dk1"/>
                </a:solidFill>
                <a:latin typeface="Lexend"/>
                <a:ea typeface="Lexend"/>
                <a:cs typeface="Lexend"/>
                <a:sym typeface="Lexend"/>
              </a:rPr>
              <a:t>{</a:t>
            </a:r>
            <a:endParaRPr sz="20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rPr lang="en-US" sz="2000">
                <a:solidFill>
                  <a:schemeClr val="dk1"/>
                </a:solidFill>
                <a:latin typeface="Lexend"/>
                <a:ea typeface="Lexend"/>
                <a:cs typeface="Lexend"/>
                <a:sym typeface="Lexend"/>
              </a:rPr>
              <a:t>	“id”:  1517,</a:t>
            </a:r>
            <a:endParaRPr sz="20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rPr lang="en-US" sz="2000">
                <a:solidFill>
                  <a:schemeClr val="dk1"/>
                </a:solidFill>
                <a:latin typeface="Lexend"/>
                <a:ea typeface="Lexend"/>
                <a:cs typeface="Lexend"/>
                <a:sym typeface="Lexend"/>
              </a:rPr>
              <a:t>      “name”: “James”,</a:t>
            </a:r>
            <a:endParaRPr sz="20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rPr lang="en-US" sz="2000">
                <a:solidFill>
                  <a:schemeClr val="dk1"/>
                </a:solidFill>
                <a:latin typeface="Lexend"/>
                <a:ea typeface="Lexend"/>
                <a:cs typeface="Lexend"/>
                <a:sym typeface="Lexend"/>
              </a:rPr>
              <a:t>      “age”: 20</a:t>
            </a:r>
            <a:endParaRPr sz="20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rPr lang="en-US" sz="2000">
                <a:solidFill>
                  <a:schemeClr val="dk1"/>
                </a:solidFill>
                <a:latin typeface="Lexend"/>
                <a:ea typeface="Lexend"/>
                <a:cs typeface="Lexend"/>
                <a:sym typeface="Lexend"/>
              </a:rPr>
              <a:t>}</a:t>
            </a:r>
            <a:endParaRPr sz="2000">
              <a:solidFill>
                <a:schemeClr val="dk1"/>
              </a:solidFill>
              <a:latin typeface="Lexend"/>
              <a:ea typeface="Lexend"/>
              <a:cs typeface="Lexend"/>
              <a:sym typeface="Lexen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g3bcf8abf552_1_64"/>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382" name="Google Shape;382;g3bcf8abf552_1_64"/>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383" name="Google Shape;383;g3bcf8abf552_1_64"/>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25779"/>
              <a:buFont typeface="Arial"/>
              <a:buNone/>
            </a:pPr>
            <a:r>
              <a:rPr lang="en-US"/>
              <a:t>JSON Structure</a:t>
            </a:r>
            <a:endParaRPr/>
          </a:p>
          <a:p>
            <a:pPr indent="0" lvl="0" marL="0" rtl="0" algn="l">
              <a:spcBef>
                <a:spcPts val="0"/>
              </a:spcBef>
              <a:spcAft>
                <a:spcPts val="0"/>
              </a:spcAft>
              <a:buClr>
                <a:schemeClr val="dk1"/>
              </a:buClr>
              <a:buSzPct val="25779"/>
              <a:buFont typeface="Arial"/>
              <a:buNone/>
            </a:pPr>
            <a:r>
              <a:t/>
            </a:r>
            <a:endParaRPr/>
          </a:p>
          <a:p>
            <a:pPr indent="0" lvl="0" marL="0" marR="0" rtl="0" algn="l">
              <a:lnSpc>
                <a:spcPct val="90000"/>
              </a:lnSpc>
              <a:spcBef>
                <a:spcPts val="0"/>
              </a:spcBef>
              <a:spcAft>
                <a:spcPts val="0"/>
              </a:spcAft>
              <a:buClr>
                <a:srgbClr val="9B1D23"/>
              </a:buClr>
              <a:buSzPct val="124209"/>
              <a:buFont typeface="Arial Black"/>
              <a:buNone/>
            </a:pPr>
            <a:r>
              <a:t/>
            </a:r>
            <a:endParaRPr/>
          </a:p>
        </p:txBody>
      </p:sp>
      <p:sp>
        <p:nvSpPr>
          <p:cNvPr id="384" name="Google Shape;384;g3bcf8abf552_1_64"/>
          <p:cNvSpPr txBox="1"/>
          <p:nvPr/>
        </p:nvSpPr>
        <p:spPr>
          <a:xfrm>
            <a:off x="517400" y="1764525"/>
            <a:ext cx="10150500" cy="2970600"/>
          </a:xfrm>
          <a:prstGeom prst="rect">
            <a:avLst/>
          </a:prstGeom>
          <a:noFill/>
          <a:ln>
            <a:noFill/>
          </a:ln>
        </p:spPr>
        <p:txBody>
          <a:bodyPr anchorCtr="0" anchor="t" bIns="91425" lIns="91425" spcFirstLastPara="1" rIns="91425" wrap="square" tIns="91425">
            <a:spAutoFit/>
          </a:bodyPr>
          <a:lstStyle/>
          <a:p>
            <a:pPr indent="-355600" lvl="0" marL="45720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JSON Objects are wrapped in { }</a:t>
            </a:r>
            <a:endParaRPr sz="2000">
              <a:solidFill>
                <a:schemeClr val="dk1"/>
              </a:solidFill>
              <a:latin typeface="Lexend"/>
              <a:ea typeface="Lexend"/>
              <a:cs typeface="Lexend"/>
              <a:sym typeface="Lexend"/>
            </a:endParaRPr>
          </a:p>
          <a:p>
            <a:pPr indent="-355600" lvl="0" marL="45720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JSON Objects contain key-value pairs</a:t>
            </a:r>
            <a:endParaRPr sz="2000">
              <a:solidFill>
                <a:schemeClr val="dk1"/>
              </a:solidFill>
              <a:latin typeface="Lexend"/>
              <a:ea typeface="Lexend"/>
              <a:cs typeface="Lexend"/>
              <a:sym typeface="Lexend"/>
            </a:endParaRPr>
          </a:p>
          <a:p>
            <a:pPr indent="-355600" lvl="0" marL="45720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JSON keys are always strings</a:t>
            </a:r>
            <a:endParaRPr sz="2000">
              <a:solidFill>
                <a:schemeClr val="dk1"/>
              </a:solidFill>
              <a:latin typeface="Lexend"/>
              <a:ea typeface="Lexend"/>
              <a:cs typeface="Lexend"/>
              <a:sym typeface="Lexend"/>
            </a:endParaRPr>
          </a:p>
          <a:p>
            <a:pPr indent="-355600" lvl="0" marL="45720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JSON values can hold other data types such as:</a:t>
            </a:r>
            <a:endParaRPr sz="2000">
              <a:solidFill>
                <a:schemeClr val="dk1"/>
              </a:solidFill>
              <a:latin typeface="Lexend"/>
              <a:ea typeface="Lexend"/>
              <a:cs typeface="Lexend"/>
              <a:sym typeface="Lexend"/>
            </a:endParaRPr>
          </a:p>
          <a:p>
            <a:pPr indent="-355600" lvl="0" marL="45720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String, Number, Boolean, Null, Object (other JSON objects), Array</a:t>
            </a:r>
            <a:endParaRPr sz="2000">
              <a:solidFill>
                <a:schemeClr val="dk1"/>
              </a:solidFill>
              <a:latin typeface="Lexend"/>
              <a:ea typeface="Lexend"/>
              <a:cs typeface="Lexend"/>
              <a:sym typeface="Lexend"/>
            </a:endParaRPr>
          </a:p>
          <a:p>
            <a:pPr indent="-355600" lvl="0" marL="45720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JSON Arrays are wrapped in [ ]</a:t>
            </a:r>
            <a:endParaRPr sz="2000">
              <a:solidFill>
                <a:schemeClr val="dk1"/>
              </a:solidFill>
              <a:latin typeface="Lexend"/>
              <a:ea typeface="Lexend"/>
              <a:cs typeface="Lexend"/>
              <a:sym typeface="Lexend"/>
            </a:endParaRPr>
          </a:p>
          <a:p>
            <a:pPr indent="-355600" lvl="0" marL="45720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JSON Arrays contain an array of values which of any data type supported by JSON</a:t>
            </a:r>
            <a:endParaRPr sz="2000">
              <a:solidFill>
                <a:schemeClr val="dk1"/>
              </a:solidFill>
              <a:latin typeface="Lexend"/>
              <a:ea typeface="Lexend"/>
              <a:cs typeface="Lexend"/>
              <a:sym typeface="Lexen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g3bcf8abf552_1_92"/>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391" name="Google Shape;391;g3bcf8abf552_1_92"/>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392" name="Google Shape;392;g3bcf8abf552_1_92"/>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25779"/>
              <a:buFont typeface="Arial"/>
              <a:buNone/>
            </a:pPr>
            <a:r>
              <a:rPr lang="en-US"/>
              <a:t>JSON - Example</a:t>
            </a:r>
            <a:endParaRPr/>
          </a:p>
          <a:p>
            <a:pPr indent="0" lvl="0" marL="0" rtl="0" algn="l">
              <a:spcBef>
                <a:spcPts val="0"/>
              </a:spcBef>
              <a:spcAft>
                <a:spcPts val="0"/>
              </a:spcAft>
              <a:buClr>
                <a:schemeClr val="dk1"/>
              </a:buClr>
              <a:buSzPct val="25779"/>
              <a:buFont typeface="Arial"/>
              <a:buNone/>
            </a:pPr>
            <a:r>
              <a:t/>
            </a:r>
            <a:endParaRPr/>
          </a:p>
          <a:p>
            <a:pPr indent="0" lvl="0" marL="0" marR="0" rtl="0" algn="l">
              <a:lnSpc>
                <a:spcPct val="90000"/>
              </a:lnSpc>
              <a:spcBef>
                <a:spcPts val="0"/>
              </a:spcBef>
              <a:spcAft>
                <a:spcPts val="0"/>
              </a:spcAft>
              <a:buClr>
                <a:srgbClr val="9B1D23"/>
              </a:buClr>
              <a:buSzPct val="124209"/>
              <a:buFont typeface="Arial Black"/>
              <a:buNone/>
            </a:pPr>
            <a:r>
              <a:t/>
            </a:r>
            <a:endParaRPr/>
          </a:p>
        </p:txBody>
      </p:sp>
      <p:sp>
        <p:nvSpPr>
          <p:cNvPr id="393" name="Google Shape;393;g3bcf8abf552_1_92"/>
          <p:cNvSpPr txBox="1"/>
          <p:nvPr/>
        </p:nvSpPr>
        <p:spPr>
          <a:xfrm>
            <a:off x="517400" y="5489250"/>
            <a:ext cx="10150500" cy="846600"/>
          </a:xfrm>
          <a:prstGeom prst="rect">
            <a:avLst/>
          </a:prstGeom>
          <a:noFill/>
          <a:ln>
            <a:noFill/>
          </a:ln>
        </p:spPr>
        <p:txBody>
          <a:bodyPr anchorCtr="0" anchor="t" bIns="91425" lIns="91425" spcFirstLastPara="1" rIns="91425" wrap="square" tIns="91425">
            <a:spAutoFit/>
          </a:bodyPr>
          <a:lstStyle/>
          <a:p>
            <a:pPr indent="-355600" lvl="0" marL="45720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On the left is a single JSON object</a:t>
            </a:r>
            <a:endParaRPr sz="2000">
              <a:solidFill>
                <a:schemeClr val="dk1"/>
              </a:solidFill>
              <a:latin typeface="Lexend"/>
              <a:ea typeface="Lexend"/>
              <a:cs typeface="Lexend"/>
              <a:sym typeface="Lexend"/>
            </a:endParaRPr>
          </a:p>
          <a:p>
            <a:pPr indent="-355600" lvl="0" marL="45720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On the right is an array of JSON objects</a:t>
            </a:r>
            <a:endParaRPr sz="2000">
              <a:solidFill>
                <a:schemeClr val="dk1"/>
              </a:solidFill>
              <a:latin typeface="Lexend"/>
              <a:ea typeface="Lexend"/>
              <a:cs typeface="Lexend"/>
              <a:sym typeface="Lexend"/>
            </a:endParaRPr>
          </a:p>
        </p:txBody>
      </p:sp>
      <p:sp>
        <p:nvSpPr>
          <p:cNvPr id="394" name="Google Shape;394;g3bcf8abf552_1_92"/>
          <p:cNvSpPr txBox="1"/>
          <p:nvPr/>
        </p:nvSpPr>
        <p:spPr>
          <a:xfrm>
            <a:off x="789625" y="1953588"/>
            <a:ext cx="4530000" cy="1908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2000">
                <a:solidFill>
                  <a:schemeClr val="dk1"/>
                </a:solidFill>
                <a:latin typeface="Lexend"/>
                <a:ea typeface="Lexend"/>
                <a:cs typeface="Lexend"/>
                <a:sym typeface="Lexend"/>
              </a:rPr>
              <a:t>{</a:t>
            </a:r>
            <a:endParaRPr sz="20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rPr lang="en-US" sz="2000">
                <a:solidFill>
                  <a:schemeClr val="dk1"/>
                </a:solidFill>
                <a:latin typeface="Lexend"/>
                <a:ea typeface="Lexend"/>
                <a:cs typeface="Lexend"/>
                <a:sym typeface="Lexend"/>
              </a:rPr>
              <a:t>	“id”:  1517,</a:t>
            </a:r>
            <a:endParaRPr sz="20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rPr lang="en-US" sz="2000">
                <a:solidFill>
                  <a:schemeClr val="dk1"/>
                </a:solidFill>
                <a:latin typeface="Lexend"/>
                <a:ea typeface="Lexend"/>
                <a:cs typeface="Lexend"/>
                <a:sym typeface="Lexend"/>
              </a:rPr>
              <a:t>      “name”: “James”,</a:t>
            </a:r>
            <a:endParaRPr sz="20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rPr lang="en-US" sz="2000">
                <a:solidFill>
                  <a:schemeClr val="dk1"/>
                </a:solidFill>
                <a:latin typeface="Lexend"/>
                <a:ea typeface="Lexend"/>
                <a:cs typeface="Lexend"/>
                <a:sym typeface="Lexend"/>
              </a:rPr>
              <a:t>      “age”: 20</a:t>
            </a:r>
            <a:endParaRPr sz="20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rPr lang="en-US" sz="2000">
                <a:solidFill>
                  <a:schemeClr val="dk1"/>
                </a:solidFill>
                <a:latin typeface="Lexend"/>
                <a:ea typeface="Lexend"/>
                <a:cs typeface="Lexend"/>
                <a:sym typeface="Lexend"/>
              </a:rPr>
              <a:t>}</a:t>
            </a:r>
            <a:endParaRPr sz="2000">
              <a:solidFill>
                <a:schemeClr val="dk1"/>
              </a:solidFill>
              <a:latin typeface="Lexend"/>
              <a:ea typeface="Lexend"/>
              <a:cs typeface="Lexend"/>
              <a:sym typeface="Lexend"/>
            </a:endParaRPr>
          </a:p>
        </p:txBody>
      </p:sp>
      <p:sp>
        <p:nvSpPr>
          <p:cNvPr id="395" name="Google Shape;395;g3bcf8abf552_1_92"/>
          <p:cNvSpPr txBox="1"/>
          <p:nvPr/>
        </p:nvSpPr>
        <p:spPr>
          <a:xfrm>
            <a:off x="6615775" y="1227150"/>
            <a:ext cx="3976500" cy="510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a:solidFill>
                  <a:schemeClr val="dk1"/>
                </a:solidFill>
                <a:latin typeface="Lexend"/>
                <a:ea typeface="Lexend"/>
                <a:cs typeface="Lexend"/>
                <a:sym typeface="Lexend"/>
              </a:rPr>
              <a:t>[</a:t>
            </a:r>
            <a:endParaRPr>
              <a:solidFill>
                <a:schemeClr val="dk1"/>
              </a:solidFill>
              <a:latin typeface="Lexend"/>
              <a:ea typeface="Lexend"/>
              <a:cs typeface="Lexend"/>
              <a:sym typeface="Lexend"/>
            </a:endParaRPr>
          </a:p>
          <a:p>
            <a:pPr indent="457200" lvl="0" marL="0" rtl="0" algn="l">
              <a:lnSpc>
                <a:spcPct val="115000"/>
              </a:lnSpc>
              <a:spcBef>
                <a:spcPts val="0"/>
              </a:spcBef>
              <a:spcAft>
                <a:spcPts val="0"/>
              </a:spcAft>
              <a:buNone/>
            </a:pPr>
            <a:r>
              <a:rPr lang="en-US">
                <a:solidFill>
                  <a:schemeClr val="dk1"/>
                </a:solidFill>
                <a:latin typeface="Lexend"/>
                <a:ea typeface="Lexend"/>
                <a:cs typeface="Lexend"/>
                <a:sym typeface="Lexend"/>
              </a:rPr>
              <a:t>{</a:t>
            </a:r>
            <a:endParaRPr>
              <a:solidFill>
                <a:schemeClr val="dk1"/>
              </a:solidFill>
              <a:latin typeface="Lexend"/>
              <a:ea typeface="Lexend"/>
              <a:cs typeface="Lexend"/>
              <a:sym typeface="Lexend"/>
            </a:endParaRPr>
          </a:p>
          <a:p>
            <a:pPr indent="457200" lvl="0" marL="457200" rtl="0" algn="l">
              <a:lnSpc>
                <a:spcPct val="115000"/>
              </a:lnSpc>
              <a:spcBef>
                <a:spcPts val="0"/>
              </a:spcBef>
              <a:spcAft>
                <a:spcPts val="0"/>
              </a:spcAft>
              <a:buNone/>
            </a:pPr>
            <a:r>
              <a:rPr lang="en-US">
                <a:solidFill>
                  <a:schemeClr val="dk1"/>
                </a:solidFill>
                <a:latin typeface="Lexend"/>
                <a:ea typeface="Lexend"/>
                <a:cs typeface="Lexend"/>
                <a:sym typeface="Lexend"/>
              </a:rPr>
              <a:t>“id”:  1517,</a:t>
            </a:r>
            <a:endParaRPr>
              <a:solidFill>
                <a:schemeClr val="dk1"/>
              </a:solidFill>
              <a:latin typeface="Lexend"/>
              <a:ea typeface="Lexend"/>
              <a:cs typeface="Lexend"/>
              <a:sym typeface="Lexend"/>
            </a:endParaRPr>
          </a:p>
          <a:p>
            <a:pPr indent="0" lvl="0" marL="457200" rtl="0" algn="l">
              <a:lnSpc>
                <a:spcPct val="115000"/>
              </a:lnSpc>
              <a:spcBef>
                <a:spcPts val="0"/>
              </a:spcBef>
              <a:spcAft>
                <a:spcPts val="0"/>
              </a:spcAft>
              <a:buNone/>
            </a:pPr>
            <a:r>
              <a:rPr lang="en-US">
                <a:solidFill>
                  <a:schemeClr val="dk1"/>
                </a:solidFill>
                <a:latin typeface="Lexend"/>
                <a:ea typeface="Lexend"/>
                <a:cs typeface="Lexend"/>
                <a:sym typeface="Lexend"/>
              </a:rPr>
              <a:t>      	“name”: “</a:t>
            </a:r>
            <a:r>
              <a:rPr lang="en-US">
                <a:solidFill>
                  <a:schemeClr val="dk1"/>
                </a:solidFill>
                <a:latin typeface="Lexend"/>
                <a:ea typeface="Lexend"/>
                <a:cs typeface="Lexend"/>
                <a:sym typeface="Lexend"/>
              </a:rPr>
              <a:t>James</a:t>
            </a:r>
            <a:r>
              <a:rPr lang="en-US">
                <a:solidFill>
                  <a:schemeClr val="dk1"/>
                </a:solidFill>
                <a:latin typeface="Lexend"/>
                <a:ea typeface="Lexend"/>
                <a:cs typeface="Lexend"/>
                <a:sym typeface="Lexend"/>
              </a:rPr>
              <a:t>”,</a:t>
            </a:r>
            <a:endParaRPr>
              <a:solidFill>
                <a:schemeClr val="dk1"/>
              </a:solidFill>
              <a:latin typeface="Lexend"/>
              <a:ea typeface="Lexend"/>
              <a:cs typeface="Lexend"/>
              <a:sym typeface="Lexend"/>
            </a:endParaRPr>
          </a:p>
          <a:p>
            <a:pPr indent="0" lvl="0" marL="457200" rtl="0" algn="l">
              <a:lnSpc>
                <a:spcPct val="115000"/>
              </a:lnSpc>
              <a:spcBef>
                <a:spcPts val="0"/>
              </a:spcBef>
              <a:spcAft>
                <a:spcPts val="0"/>
              </a:spcAft>
              <a:buNone/>
            </a:pPr>
            <a:r>
              <a:rPr lang="en-US">
                <a:solidFill>
                  <a:schemeClr val="dk1"/>
                </a:solidFill>
                <a:latin typeface="Lexend"/>
                <a:ea typeface="Lexend"/>
                <a:cs typeface="Lexend"/>
                <a:sym typeface="Lexend"/>
              </a:rPr>
              <a:t>      	“age”: 20,</a:t>
            </a:r>
            <a:endParaRPr>
              <a:solidFill>
                <a:schemeClr val="dk1"/>
              </a:solidFill>
              <a:latin typeface="Lexend"/>
              <a:ea typeface="Lexend"/>
              <a:cs typeface="Lexend"/>
              <a:sym typeface="Lexend"/>
            </a:endParaRPr>
          </a:p>
          <a:p>
            <a:pPr indent="0" lvl="0" marL="457200" rtl="0" algn="l">
              <a:lnSpc>
                <a:spcPct val="115000"/>
              </a:lnSpc>
              <a:spcBef>
                <a:spcPts val="0"/>
              </a:spcBef>
              <a:spcAft>
                <a:spcPts val="0"/>
              </a:spcAft>
              <a:buNone/>
            </a:pPr>
            <a:r>
              <a:rPr lang="en-US">
                <a:solidFill>
                  <a:schemeClr val="dk1"/>
                </a:solidFill>
                <a:latin typeface="Lexend"/>
                <a:ea typeface="Lexend"/>
                <a:cs typeface="Lexend"/>
                <a:sym typeface="Lexend"/>
              </a:rPr>
              <a:t>	“favoriteNumbers”: [1, 2, 3, 5]</a:t>
            </a:r>
            <a:endParaRPr>
              <a:solidFill>
                <a:schemeClr val="dk1"/>
              </a:solidFill>
              <a:latin typeface="Lexend"/>
              <a:ea typeface="Lexend"/>
              <a:cs typeface="Lexend"/>
              <a:sym typeface="Lexend"/>
            </a:endParaRPr>
          </a:p>
          <a:p>
            <a:pPr indent="457200" lvl="0" marL="0" rtl="0" algn="l">
              <a:lnSpc>
                <a:spcPct val="115000"/>
              </a:lnSpc>
              <a:spcBef>
                <a:spcPts val="0"/>
              </a:spcBef>
              <a:spcAft>
                <a:spcPts val="0"/>
              </a:spcAft>
              <a:buNone/>
            </a:pPr>
            <a:r>
              <a:rPr lang="en-US">
                <a:solidFill>
                  <a:schemeClr val="dk1"/>
                </a:solidFill>
                <a:latin typeface="Lexend"/>
                <a:ea typeface="Lexend"/>
                <a:cs typeface="Lexend"/>
                <a:sym typeface="Lexend"/>
              </a:rPr>
              <a:t>},</a:t>
            </a:r>
            <a:endParaRPr>
              <a:solidFill>
                <a:schemeClr val="dk1"/>
              </a:solidFill>
              <a:latin typeface="Lexend"/>
              <a:ea typeface="Lexend"/>
              <a:cs typeface="Lexend"/>
              <a:sym typeface="Lexend"/>
            </a:endParaRPr>
          </a:p>
          <a:p>
            <a:pPr indent="457200" lvl="0" marL="0" rtl="0" algn="l">
              <a:lnSpc>
                <a:spcPct val="115000"/>
              </a:lnSpc>
              <a:spcBef>
                <a:spcPts val="0"/>
              </a:spcBef>
              <a:spcAft>
                <a:spcPts val="0"/>
              </a:spcAft>
              <a:buNone/>
            </a:pPr>
            <a:r>
              <a:rPr lang="en-US">
                <a:solidFill>
                  <a:schemeClr val="dk1"/>
                </a:solidFill>
                <a:latin typeface="Lexend"/>
                <a:ea typeface="Lexend"/>
                <a:cs typeface="Lexend"/>
                <a:sym typeface="Lexend"/>
              </a:rPr>
              <a:t>{</a:t>
            </a:r>
            <a:endParaRPr>
              <a:solidFill>
                <a:schemeClr val="dk1"/>
              </a:solidFill>
              <a:latin typeface="Lexend"/>
              <a:ea typeface="Lexend"/>
              <a:cs typeface="Lexend"/>
              <a:sym typeface="Lexend"/>
            </a:endParaRPr>
          </a:p>
          <a:p>
            <a:pPr indent="0" lvl="0" marL="0" rtl="0" algn="l">
              <a:lnSpc>
                <a:spcPct val="115000"/>
              </a:lnSpc>
              <a:spcBef>
                <a:spcPts val="0"/>
              </a:spcBef>
              <a:spcAft>
                <a:spcPts val="0"/>
              </a:spcAft>
              <a:buClr>
                <a:schemeClr val="dk1"/>
              </a:buClr>
              <a:buSzPts val="1100"/>
              <a:buFont typeface="Arial"/>
              <a:buNone/>
            </a:pPr>
            <a:r>
              <a:rPr lang="en-US">
                <a:solidFill>
                  <a:schemeClr val="dk1"/>
                </a:solidFill>
                <a:latin typeface="Lexend"/>
                <a:ea typeface="Lexend"/>
                <a:cs typeface="Lexend"/>
                <a:sym typeface="Lexend"/>
              </a:rPr>
              <a:t>		“id”:  1519,</a:t>
            </a:r>
            <a:endParaRPr>
              <a:solidFill>
                <a:schemeClr val="dk1"/>
              </a:solidFill>
              <a:latin typeface="Lexend"/>
              <a:ea typeface="Lexend"/>
              <a:cs typeface="Lexend"/>
              <a:sym typeface="Lexend"/>
            </a:endParaRPr>
          </a:p>
          <a:p>
            <a:pPr indent="0" lvl="0" marL="0" rtl="0" algn="l">
              <a:lnSpc>
                <a:spcPct val="115000"/>
              </a:lnSpc>
              <a:spcBef>
                <a:spcPts val="0"/>
              </a:spcBef>
              <a:spcAft>
                <a:spcPts val="0"/>
              </a:spcAft>
              <a:buClr>
                <a:schemeClr val="dk1"/>
              </a:buClr>
              <a:buSzPts val="1100"/>
              <a:buFont typeface="Arial"/>
              <a:buNone/>
            </a:pPr>
            <a:r>
              <a:rPr lang="en-US">
                <a:solidFill>
                  <a:schemeClr val="dk1"/>
                </a:solidFill>
                <a:latin typeface="Lexend"/>
                <a:ea typeface="Lexend"/>
                <a:cs typeface="Lexend"/>
                <a:sym typeface="Lexend"/>
              </a:rPr>
              <a:t>      		“name”: “Mark”,</a:t>
            </a:r>
            <a:endParaRPr>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rPr lang="en-US">
                <a:solidFill>
                  <a:schemeClr val="dk1"/>
                </a:solidFill>
                <a:latin typeface="Lexend"/>
                <a:ea typeface="Lexend"/>
                <a:cs typeface="Lexend"/>
                <a:sym typeface="Lexend"/>
              </a:rPr>
              <a:t>      		“age”: 25,</a:t>
            </a:r>
            <a:endParaRPr>
              <a:solidFill>
                <a:schemeClr val="dk1"/>
              </a:solidFill>
              <a:latin typeface="Lexend"/>
              <a:ea typeface="Lexend"/>
              <a:cs typeface="Lexend"/>
              <a:sym typeface="Lexend"/>
            </a:endParaRPr>
          </a:p>
          <a:p>
            <a:pPr indent="0" lvl="0" marL="0" rtl="0" algn="l">
              <a:lnSpc>
                <a:spcPct val="115000"/>
              </a:lnSpc>
              <a:spcBef>
                <a:spcPts val="0"/>
              </a:spcBef>
              <a:spcAft>
                <a:spcPts val="0"/>
              </a:spcAft>
              <a:buClr>
                <a:schemeClr val="dk1"/>
              </a:buClr>
              <a:buSzPts val="1100"/>
              <a:buFont typeface="Arial"/>
              <a:buNone/>
            </a:pPr>
            <a:r>
              <a:rPr lang="en-US">
                <a:solidFill>
                  <a:schemeClr val="dk1"/>
                </a:solidFill>
                <a:latin typeface="Lexend"/>
                <a:ea typeface="Lexend"/>
                <a:cs typeface="Lexend"/>
                <a:sym typeface="Lexend"/>
              </a:rPr>
              <a:t>		“favoriteNumbers”: [5, 9, 15]</a:t>
            </a:r>
            <a:endParaRPr>
              <a:solidFill>
                <a:schemeClr val="dk1"/>
              </a:solidFill>
              <a:latin typeface="Lexend"/>
              <a:ea typeface="Lexend"/>
              <a:cs typeface="Lexend"/>
              <a:sym typeface="Lexend"/>
            </a:endParaRPr>
          </a:p>
          <a:p>
            <a:pPr indent="457200" lvl="0" marL="0" rtl="0" algn="l">
              <a:lnSpc>
                <a:spcPct val="115000"/>
              </a:lnSpc>
              <a:spcBef>
                <a:spcPts val="0"/>
              </a:spcBef>
              <a:spcAft>
                <a:spcPts val="0"/>
              </a:spcAft>
              <a:buNone/>
            </a:pPr>
            <a:r>
              <a:rPr lang="en-US">
                <a:solidFill>
                  <a:schemeClr val="dk1"/>
                </a:solidFill>
                <a:latin typeface="Lexend"/>
                <a:ea typeface="Lexend"/>
                <a:cs typeface="Lexend"/>
                <a:sym typeface="Lexend"/>
              </a:rPr>
              <a:t>},</a:t>
            </a:r>
            <a:endParaRPr>
              <a:solidFill>
                <a:schemeClr val="dk1"/>
              </a:solidFill>
              <a:latin typeface="Lexend"/>
              <a:ea typeface="Lexend"/>
              <a:cs typeface="Lexend"/>
              <a:sym typeface="Lexend"/>
            </a:endParaRPr>
          </a:p>
          <a:p>
            <a:pPr indent="457200" lvl="0" marL="0" rtl="0" algn="l">
              <a:lnSpc>
                <a:spcPct val="115000"/>
              </a:lnSpc>
              <a:spcBef>
                <a:spcPts val="0"/>
              </a:spcBef>
              <a:spcAft>
                <a:spcPts val="0"/>
              </a:spcAft>
              <a:buNone/>
            </a:pPr>
            <a:r>
              <a:rPr lang="en-US">
                <a:solidFill>
                  <a:schemeClr val="dk1"/>
                </a:solidFill>
                <a:latin typeface="Lexend"/>
                <a:ea typeface="Lexend"/>
                <a:cs typeface="Lexend"/>
                <a:sym typeface="Lexend"/>
              </a:rPr>
              <a:t>{</a:t>
            </a:r>
            <a:endParaRPr>
              <a:solidFill>
                <a:schemeClr val="dk1"/>
              </a:solidFill>
              <a:latin typeface="Lexend"/>
              <a:ea typeface="Lexend"/>
              <a:cs typeface="Lexend"/>
              <a:sym typeface="Lexend"/>
            </a:endParaRPr>
          </a:p>
          <a:p>
            <a:pPr indent="0" lvl="0" marL="0" rtl="0" algn="l">
              <a:lnSpc>
                <a:spcPct val="115000"/>
              </a:lnSpc>
              <a:spcBef>
                <a:spcPts val="0"/>
              </a:spcBef>
              <a:spcAft>
                <a:spcPts val="0"/>
              </a:spcAft>
              <a:buClr>
                <a:schemeClr val="dk1"/>
              </a:buClr>
              <a:buSzPts val="1100"/>
              <a:buFont typeface="Arial"/>
              <a:buNone/>
            </a:pPr>
            <a:r>
              <a:rPr lang="en-US">
                <a:solidFill>
                  <a:schemeClr val="dk1"/>
                </a:solidFill>
                <a:latin typeface="Lexend"/>
                <a:ea typeface="Lexend"/>
                <a:cs typeface="Lexend"/>
                <a:sym typeface="Lexend"/>
              </a:rPr>
              <a:t>		“id”:  1521,</a:t>
            </a:r>
            <a:endParaRPr>
              <a:solidFill>
                <a:schemeClr val="dk1"/>
              </a:solidFill>
              <a:latin typeface="Lexend"/>
              <a:ea typeface="Lexend"/>
              <a:cs typeface="Lexend"/>
              <a:sym typeface="Lexend"/>
            </a:endParaRPr>
          </a:p>
          <a:p>
            <a:pPr indent="0" lvl="0" marL="0" rtl="0" algn="l">
              <a:lnSpc>
                <a:spcPct val="115000"/>
              </a:lnSpc>
              <a:spcBef>
                <a:spcPts val="0"/>
              </a:spcBef>
              <a:spcAft>
                <a:spcPts val="0"/>
              </a:spcAft>
              <a:buClr>
                <a:schemeClr val="dk1"/>
              </a:buClr>
              <a:buSzPts val="1100"/>
              <a:buFont typeface="Arial"/>
              <a:buNone/>
            </a:pPr>
            <a:r>
              <a:rPr lang="en-US">
                <a:solidFill>
                  <a:schemeClr val="dk1"/>
                </a:solidFill>
                <a:latin typeface="Lexend"/>
                <a:ea typeface="Lexend"/>
                <a:cs typeface="Lexend"/>
                <a:sym typeface="Lexend"/>
              </a:rPr>
              <a:t>      		“name”: “David”,</a:t>
            </a:r>
            <a:endParaRPr>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rPr lang="en-US">
                <a:solidFill>
                  <a:schemeClr val="dk1"/>
                </a:solidFill>
                <a:latin typeface="Lexend"/>
                <a:ea typeface="Lexend"/>
                <a:cs typeface="Lexend"/>
                <a:sym typeface="Lexend"/>
              </a:rPr>
              <a:t>      		“age”: 30,</a:t>
            </a:r>
            <a:endParaRPr>
              <a:solidFill>
                <a:schemeClr val="dk1"/>
              </a:solidFill>
              <a:latin typeface="Lexend"/>
              <a:ea typeface="Lexend"/>
              <a:cs typeface="Lexend"/>
              <a:sym typeface="Lexend"/>
            </a:endParaRPr>
          </a:p>
          <a:p>
            <a:pPr indent="0" lvl="0" marL="0" rtl="0" algn="l">
              <a:lnSpc>
                <a:spcPct val="115000"/>
              </a:lnSpc>
              <a:spcBef>
                <a:spcPts val="0"/>
              </a:spcBef>
              <a:spcAft>
                <a:spcPts val="0"/>
              </a:spcAft>
              <a:buClr>
                <a:schemeClr val="dk1"/>
              </a:buClr>
              <a:buSzPts val="1100"/>
              <a:buFont typeface="Arial"/>
              <a:buNone/>
            </a:pPr>
            <a:r>
              <a:rPr lang="en-US">
                <a:solidFill>
                  <a:schemeClr val="dk1"/>
                </a:solidFill>
                <a:latin typeface="Lexend"/>
                <a:ea typeface="Lexend"/>
                <a:cs typeface="Lexend"/>
                <a:sym typeface="Lexend"/>
              </a:rPr>
              <a:t>		“favoriteNumbers”: [99]</a:t>
            </a:r>
            <a:endParaRPr>
              <a:solidFill>
                <a:schemeClr val="dk1"/>
              </a:solidFill>
              <a:latin typeface="Lexend"/>
              <a:ea typeface="Lexend"/>
              <a:cs typeface="Lexend"/>
              <a:sym typeface="Lexend"/>
            </a:endParaRPr>
          </a:p>
          <a:p>
            <a:pPr indent="457200" lvl="0" marL="0" rtl="0" algn="l">
              <a:lnSpc>
                <a:spcPct val="115000"/>
              </a:lnSpc>
              <a:spcBef>
                <a:spcPts val="0"/>
              </a:spcBef>
              <a:spcAft>
                <a:spcPts val="0"/>
              </a:spcAft>
              <a:buNone/>
            </a:pPr>
            <a:r>
              <a:rPr lang="en-US">
                <a:solidFill>
                  <a:schemeClr val="dk1"/>
                </a:solidFill>
                <a:latin typeface="Lexend"/>
                <a:ea typeface="Lexend"/>
                <a:cs typeface="Lexend"/>
                <a:sym typeface="Lexend"/>
              </a:rPr>
              <a:t>}</a:t>
            </a:r>
            <a:endParaRPr>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rPr lang="en-US">
                <a:solidFill>
                  <a:schemeClr val="dk1"/>
                </a:solidFill>
                <a:latin typeface="Lexend"/>
                <a:ea typeface="Lexend"/>
                <a:cs typeface="Lexend"/>
                <a:sym typeface="Lexend"/>
              </a:rPr>
              <a:t>]</a:t>
            </a:r>
            <a:endParaRPr>
              <a:solidFill>
                <a:schemeClr val="dk1"/>
              </a:solidFill>
              <a:latin typeface="Lexend"/>
              <a:ea typeface="Lexend"/>
              <a:cs typeface="Lexend"/>
              <a:sym typeface="Lexen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g3bcf8abf552_1_113"/>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402" name="Google Shape;402;g3bcf8abf552_1_113"/>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403" name="Google Shape;403;g3bcf8abf552_1_113"/>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25779"/>
              <a:buFont typeface="Arial"/>
              <a:buNone/>
            </a:pPr>
            <a:r>
              <a:rPr lang="en-US"/>
              <a:t>Serialization</a:t>
            </a:r>
            <a:endParaRPr/>
          </a:p>
          <a:p>
            <a:pPr indent="0" lvl="0" marL="0" rtl="0" algn="l">
              <a:spcBef>
                <a:spcPts val="0"/>
              </a:spcBef>
              <a:spcAft>
                <a:spcPts val="0"/>
              </a:spcAft>
              <a:buClr>
                <a:schemeClr val="dk1"/>
              </a:buClr>
              <a:buSzPct val="25779"/>
              <a:buFont typeface="Arial"/>
              <a:buNone/>
            </a:pPr>
            <a:r>
              <a:t/>
            </a:r>
            <a:endParaRPr/>
          </a:p>
          <a:p>
            <a:pPr indent="0" lvl="0" marL="0" marR="0" rtl="0" algn="l">
              <a:lnSpc>
                <a:spcPct val="90000"/>
              </a:lnSpc>
              <a:spcBef>
                <a:spcPts val="0"/>
              </a:spcBef>
              <a:spcAft>
                <a:spcPts val="0"/>
              </a:spcAft>
              <a:buClr>
                <a:srgbClr val="9B1D23"/>
              </a:buClr>
              <a:buSzPct val="124209"/>
              <a:buFont typeface="Arial Black"/>
              <a:buNone/>
            </a:pPr>
            <a:r>
              <a:t/>
            </a:r>
            <a:endParaRPr/>
          </a:p>
        </p:txBody>
      </p:sp>
      <p:sp>
        <p:nvSpPr>
          <p:cNvPr id="404" name="Google Shape;404;g3bcf8abf552_1_113"/>
          <p:cNvSpPr txBox="1"/>
          <p:nvPr/>
        </p:nvSpPr>
        <p:spPr>
          <a:xfrm>
            <a:off x="517400" y="1764525"/>
            <a:ext cx="10150500" cy="2262600"/>
          </a:xfrm>
          <a:prstGeom prst="rect">
            <a:avLst/>
          </a:prstGeom>
          <a:noFill/>
          <a:ln>
            <a:noFill/>
          </a:ln>
        </p:spPr>
        <p:txBody>
          <a:bodyPr anchorCtr="0" anchor="t" bIns="91425" lIns="91425" spcFirstLastPara="1" rIns="91425" wrap="square" tIns="91425">
            <a:spAutoFit/>
          </a:bodyPr>
          <a:lstStyle/>
          <a:p>
            <a:pPr indent="-355600" lvl="0" marL="45720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The process of converting an object into a stream of bytes so that it can be sent over the network or saved to the database.</a:t>
            </a:r>
            <a:endParaRPr sz="2000">
              <a:solidFill>
                <a:schemeClr val="dk1"/>
              </a:solidFill>
              <a:latin typeface="Lexend"/>
              <a:ea typeface="Lexend"/>
              <a:cs typeface="Lexend"/>
              <a:sym typeface="Lexend"/>
            </a:endParaRPr>
          </a:p>
          <a:p>
            <a:pPr indent="-355600" lvl="0" marL="45720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Think of it as flattening an object into a simple yet compact format (serializing) and inflating it and reconstructing its exact state for later use (deserializing).</a:t>
            </a:r>
            <a:endParaRPr sz="2000">
              <a:solidFill>
                <a:schemeClr val="dk1"/>
              </a:solidFill>
              <a:latin typeface="Lexend"/>
              <a:ea typeface="Lexend"/>
              <a:cs typeface="Lexend"/>
              <a:sym typeface="Lexend"/>
            </a:endParaRPr>
          </a:p>
          <a:p>
            <a:pPr indent="-355600" lvl="0" marL="45720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Java objects are commonly serialized/deserialized to/from JSON.</a:t>
            </a:r>
            <a:endParaRPr sz="2000">
              <a:solidFill>
                <a:schemeClr val="dk1"/>
              </a:solidFill>
              <a:latin typeface="Lexend"/>
              <a:ea typeface="Lexend"/>
              <a:cs typeface="Lexend"/>
              <a:sym typeface="Lexen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g3bcf8abf552_1_123"/>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411" name="Google Shape;411;g3bcf8abf552_1_123"/>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412" name="Google Shape;412;g3bcf8abf552_1_123"/>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25779"/>
              <a:buFont typeface="Arial"/>
              <a:buNone/>
            </a:pPr>
            <a:r>
              <a:rPr lang="en-US"/>
              <a:t>Introduction to Jackson</a:t>
            </a:r>
            <a:endParaRPr/>
          </a:p>
          <a:p>
            <a:pPr indent="0" lvl="0" marL="0" rtl="0" algn="l">
              <a:spcBef>
                <a:spcPts val="0"/>
              </a:spcBef>
              <a:spcAft>
                <a:spcPts val="0"/>
              </a:spcAft>
              <a:buClr>
                <a:schemeClr val="dk1"/>
              </a:buClr>
              <a:buSzPct val="25779"/>
              <a:buFont typeface="Arial"/>
              <a:buNone/>
            </a:pPr>
            <a:r>
              <a:t/>
            </a:r>
            <a:endParaRPr/>
          </a:p>
          <a:p>
            <a:pPr indent="0" lvl="0" marL="0" marR="0" rtl="0" algn="l">
              <a:lnSpc>
                <a:spcPct val="90000"/>
              </a:lnSpc>
              <a:spcBef>
                <a:spcPts val="0"/>
              </a:spcBef>
              <a:spcAft>
                <a:spcPts val="0"/>
              </a:spcAft>
              <a:buClr>
                <a:srgbClr val="9B1D23"/>
              </a:buClr>
              <a:buSzPct val="124209"/>
              <a:buFont typeface="Arial Black"/>
              <a:buNone/>
            </a:pPr>
            <a:r>
              <a:t/>
            </a:r>
            <a:endParaRPr/>
          </a:p>
        </p:txBody>
      </p:sp>
      <p:sp>
        <p:nvSpPr>
          <p:cNvPr id="413" name="Google Shape;413;g3bcf8abf552_1_123"/>
          <p:cNvSpPr txBox="1"/>
          <p:nvPr/>
        </p:nvSpPr>
        <p:spPr>
          <a:xfrm>
            <a:off x="517400" y="1764525"/>
            <a:ext cx="10150500" cy="846600"/>
          </a:xfrm>
          <a:prstGeom prst="rect">
            <a:avLst/>
          </a:prstGeom>
          <a:noFill/>
          <a:ln>
            <a:noFill/>
          </a:ln>
        </p:spPr>
        <p:txBody>
          <a:bodyPr anchorCtr="0" anchor="t" bIns="91425" lIns="91425" spcFirstLastPara="1" rIns="91425" wrap="square" tIns="91425">
            <a:spAutoFit/>
          </a:bodyPr>
          <a:lstStyle/>
          <a:p>
            <a:pPr indent="-355600" lvl="0" marL="45720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Jackson is one Java Library commonly used for JSON serialization and JSON deserialization</a:t>
            </a:r>
            <a:endParaRPr sz="2000">
              <a:solidFill>
                <a:schemeClr val="dk1"/>
              </a:solidFill>
              <a:latin typeface="Lexend"/>
              <a:ea typeface="Lexend"/>
              <a:cs typeface="Lexend"/>
              <a:sym typeface="Lexen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g3bcf8abf552_1_133"/>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420" name="Google Shape;420;g3bcf8abf552_1_133"/>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421" name="Google Shape;421;g3bcf8abf552_1_133"/>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rgbClr val="9B1D23"/>
              </a:buClr>
              <a:buSzPct val="124209"/>
              <a:buFont typeface="Arial Black"/>
              <a:buNone/>
            </a:pPr>
            <a:r>
              <a:rPr lang="en-US"/>
              <a:t>Importing Jackson via Maven</a:t>
            </a:r>
            <a:endParaRPr/>
          </a:p>
        </p:txBody>
      </p:sp>
      <p:sp>
        <p:nvSpPr>
          <p:cNvPr id="422" name="Google Shape;422;g3bcf8abf552_1_133"/>
          <p:cNvSpPr txBox="1"/>
          <p:nvPr/>
        </p:nvSpPr>
        <p:spPr>
          <a:xfrm>
            <a:off x="517400" y="1764525"/>
            <a:ext cx="10150500" cy="46638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0"/>
              </a:spcBef>
              <a:spcAft>
                <a:spcPts val="0"/>
              </a:spcAft>
              <a:buClr>
                <a:schemeClr val="dk1"/>
              </a:buClr>
              <a:buSzPts val="1100"/>
              <a:buFont typeface="Arial"/>
              <a:buNone/>
            </a:pPr>
            <a:r>
              <a:rPr lang="en-US" sz="1500">
                <a:solidFill>
                  <a:schemeClr val="dk1"/>
                </a:solidFill>
              </a:rPr>
              <a:t>&lt;dependency&gt;</a:t>
            </a:r>
            <a:endParaRPr sz="1500">
              <a:solidFill>
                <a:schemeClr val="dk1"/>
              </a:solidFill>
            </a:endParaRPr>
          </a:p>
          <a:p>
            <a:pPr indent="0" lvl="0" marL="457200" rtl="0" algn="l">
              <a:lnSpc>
                <a:spcPct val="115000"/>
              </a:lnSpc>
              <a:spcBef>
                <a:spcPts val="0"/>
              </a:spcBef>
              <a:spcAft>
                <a:spcPts val="0"/>
              </a:spcAft>
              <a:buClr>
                <a:schemeClr val="dk1"/>
              </a:buClr>
              <a:buSzPts val="1100"/>
              <a:buFont typeface="Arial"/>
              <a:buNone/>
            </a:pPr>
            <a:r>
              <a:rPr lang="en-US" sz="1500">
                <a:solidFill>
                  <a:schemeClr val="dk1"/>
                </a:solidFill>
              </a:rPr>
              <a:t>    &lt;groupId&gt;com.fasterxml.jackson.core&lt;/groupId&gt;</a:t>
            </a:r>
            <a:endParaRPr sz="1500">
              <a:solidFill>
                <a:schemeClr val="dk1"/>
              </a:solidFill>
            </a:endParaRPr>
          </a:p>
          <a:p>
            <a:pPr indent="0" lvl="0" marL="457200" rtl="0" algn="l">
              <a:lnSpc>
                <a:spcPct val="115000"/>
              </a:lnSpc>
              <a:spcBef>
                <a:spcPts val="0"/>
              </a:spcBef>
              <a:spcAft>
                <a:spcPts val="0"/>
              </a:spcAft>
              <a:buClr>
                <a:schemeClr val="dk1"/>
              </a:buClr>
              <a:buSzPts val="1100"/>
              <a:buFont typeface="Arial"/>
              <a:buNone/>
            </a:pPr>
            <a:r>
              <a:rPr lang="en-US" sz="1500">
                <a:solidFill>
                  <a:schemeClr val="dk1"/>
                </a:solidFill>
              </a:rPr>
              <a:t>    &lt;artifactId&gt;jackson-core&lt;/artifactId&gt;</a:t>
            </a:r>
            <a:endParaRPr sz="1500">
              <a:solidFill>
                <a:schemeClr val="dk1"/>
              </a:solidFill>
            </a:endParaRPr>
          </a:p>
          <a:p>
            <a:pPr indent="0" lvl="0" marL="457200" rtl="0" algn="l">
              <a:lnSpc>
                <a:spcPct val="115000"/>
              </a:lnSpc>
              <a:spcBef>
                <a:spcPts val="0"/>
              </a:spcBef>
              <a:spcAft>
                <a:spcPts val="0"/>
              </a:spcAft>
              <a:buClr>
                <a:schemeClr val="dk1"/>
              </a:buClr>
              <a:buSzPts val="1100"/>
              <a:buFont typeface="Arial"/>
              <a:buNone/>
            </a:pPr>
            <a:r>
              <a:rPr lang="en-US" sz="1500">
                <a:solidFill>
                  <a:schemeClr val="dk1"/>
                </a:solidFill>
              </a:rPr>
              <a:t>    &lt;version&gt;2.12.4&lt;/version&gt;</a:t>
            </a:r>
            <a:endParaRPr sz="1500">
              <a:solidFill>
                <a:schemeClr val="dk1"/>
              </a:solidFill>
            </a:endParaRPr>
          </a:p>
          <a:p>
            <a:pPr indent="0" lvl="0" marL="457200" rtl="0" algn="l">
              <a:lnSpc>
                <a:spcPct val="115000"/>
              </a:lnSpc>
              <a:spcBef>
                <a:spcPts val="0"/>
              </a:spcBef>
              <a:spcAft>
                <a:spcPts val="0"/>
              </a:spcAft>
              <a:buNone/>
            </a:pPr>
            <a:r>
              <a:rPr lang="en-US" sz="1500">
                <a:solidFill>
                  <a:schemeClr val="dk1"/>
                </a:solidFill>
              </a:rPr>
              <a:t>&lt;/dependency&gt;</a:t>
            </a:r>
            <a:endParaRPr sz="1500">
              <a:solidFill>
                <a:schemeClr val="dk1"/>
              </a:solidFill>
            </a:endParaRPr>
          </a:p>
          <a:p>
            <a:pPr indent="0" lvl="0" marL="457200" rtl="0" algn="l">
              <a:lnSpc>
                <a:spcPct val="115000"/>
              </a:lnSpc>
              <a:spcBef>
                <a:spcPts val="0"/>
              </a:spcBef>
              <a:spcAft>
                <a:spcPts val="0"/>
              </a:spcAft>
              <a:buNone/>
            </a:pPr>
            <a:r>
              <a:t/>
            </a:r>
            <a:endParaRPr sz="1500">
              <a:solidFill>
                <a:schemeClr val="dk1"/>
              </a:solidFill>
            </a:endParaRPr>
          </a:p>
          <a:p>
            <a:pPr indent="0" lvl="0" marL="457200" rtl="0" algn="l">
              <a:lnSpc>
                <a:spcPct val="115000"/>
              </a:lnSpc>
              <a:spcBef>
                <a:spcPts val="0"/>
              </a:spcBef>
              <a:spcAft>
                <a:spcPts val="0"/>
              </a:spcAft>
              <a:buClr>
                <a:schemeClr val="dk1"/>
              </a:buClr>
              <a:buSzPts val="1100"/>
              <a:buFont typeface="Arial"/>
              <a:buNone/>
            </a:pPr>
            <a:r>
              <a:rPr lang="en-US" sz="1500">
                <a:solidFill>
                  <a:srgbClr val="FF0000"/>
                </a:solidFill>
              </a:rPr>
              <a:t>&lt;!-- The dependencies below are optional </a:t>
            </a:r>
            <a:r>
              <a:rPr lang="en-US" sz="1500">
                <a:solidFill>
                  <a:srgbClr val="FF0000"/>
                </a:solidFill>
              </a:rPr>
              <a:t>--&gt;</a:t>
            </a:r>
            <a:endParaRPr sz="1500">
              <a:solidFill>
                <a:srgbClr val="FF0000"/>
              </a:solidFill>
            </a:endParaRPr>
          </a:p>
          <a:p>
            <a:pPr indent="0" lvl="0" marL="457200" rtl="0" algn="l">
              <a:lnSpc>
                <a:spcPct val="115000"/>
              </a:lnSpc>
              <a:spcBef>
                <a:spcPts val="0"/>
              </a:spcBef>
              <a:spcAft>
                <a:spcPts val="0"/>
              </a:spcAft>
              <a:buClr>
                <a:schemeClr val="dk1"/>
              </a:buClr>
              <a:buSzPts val="1100"/>
              <a:buFont typeface="Arial"/>
              <a:buNone/>
            </a:pPr>
            <a:r>
              <a:rPr lang="en-US" sz="1500">
                <a:solidFill>
                  <a:schemeClr val="dk1"/>
                </a:solidFill>
              </a:rPr>
              <a:t>&lt;dependency&gt;</a:t>
            </a:r>
            <a:endParaRPr sz="1500">
              <a:solidFill>
                <a:schemeClr val="dk1"/>
              </a:solidFill>
            </a:endParaRPr>
          </a:p>
          <a:p>
            <a:pPr indent="0" lvl="0" marL="457200" rtl="0" algn="l">
              <a:lnSpc>
                <a:spcPct val="115000"/>
              </a:lnSpc>
              <a:spcBef>
                <a:spcPts val="0"/>
              </a:spcBef>
              <a:spcAft>
                <a:spcPts val="0"/>
              </a:spcAft>
              <a:buClr>
                <a:schemeClr val="dk1"/>
              </a:buClr>
              <a:buSzPts val="1100"/>
              <a:buFont typeface="Arial"/>
              <a:buNone/>
            </a:pPr>
            <a:r>
              <a:rPr lang="en-US" sz="1500">
                <a:solidFill>
                  <a:schemeClr val="dk1"/>
                </a:solidFill>
              </a:rPr>
              <a:t>    &lt;groupId&gt;com.fasterxml.jackson.core&lt;/groupId&gt;</a:t>
            </a:r>
            <a:endParaRPr sz="1500">
              <a:solidFill>
                <a:schemeClr val="dk1"/>
              </a:solidFill>
            </a:endParaRPr>
          </a:p>
          <a:p>
            <a:pPr indent="0" lvl="0" marL="457200" rtl="0" algn="l">
              <a:lnSpc>
                <a:spcPct val="115000"/>
              </a:lnSpc>
              <a:spcBef>
                <a:spcPts val="0"/>
              </a:spcBef>
              <a:spcAft>
                <a:spcPts val="0"/>
              </a:spcAft>
              <a:buClr>
                <a:schemeClr val="dk1"/>
              </a:buClr>
              <a:buSzPts val="1100"/>
              <a:buFont typeface="Arial"/>
              <a:buNone/>
            </a:pPr>
            <a:r>
              <a:rPr lang="en-US" sz="1500">
                <a:solidFill>
                  <a:schemeClr val="dk1"/>
                </a:solidFill>
              </a:rPr>
              <a:t>    &lt;artifactId&gt;jackson-annotations&lt;/artifactId&gt;</a:t>
            </a:r>
            <a:endParaRPr sz="1500">
              <a:solidFill>
                <a:schemeClr val="dk1"/>
              </a:solidFill>
            </a:endParaRPr>
          </a:p>
          <a:p>
            <a:pPr indent="0" lvl="0" marL="457200" rtl="0" algn="l">
              <a:lnSpc>
                <a:spcPct val="115000"/>
              </a:lnSpc>
              <a:spcBef>
                <a:spcPts val="0"/>
              </a:spcBef>
              <a:spcAft>
                <a:spcPts val="0"/>
              </a:spcAft>
              <a:buClr>
                <a:schemeClr val="dk1"/>
              </a:buClr>
              <a:buSzPts val="1100"/>
              <a:buFont typeface="Arial"/>
              <a:buNone/>
            </a:pPr>
            <a:r>
              <a:rPr lang="en-US" sz="1500">
                <a:solidFill>
                  <a:schemeClr val="dk1"/>
                </a:solidFill>
              </a:rPr>
              <a:t>    &lt;version&gt;2.12.4&lt;/version&gt;</a:t>
            </a:r>
            <a:endParaRPr sz="1500">
              <a:solidFill>
                <a:schemeClr val="dk1"/>
              </a:solidFill>
            </a:endParaRPr>
          </a:p>
          <a:p>
            <a:pPr indent="0" lvl="0" marL="457200" rtl="0" algn="l">
              <a:lnSpc>
                <a:spcPct val="115000"/>
              </a:lnSpc>
              <a:spcBef>
                <a:spcPts val="0"/>
              </a:spcBef>
              <a:spcAft>
                <a:spcPts val="0"/>
              </a:spcAft>
              <a:buClr>
                <a:schemeClr val="dk1"/>
              </a:buClr>
              <a:buSzPts val="1100"/>
              <a:buFont typeface="Arial"/>
              <a:buNone/>
            </a:pPr>
            <a:r>
              <a:rPr lang="en-US" sz="1500">
                <a:solidFill>
                  <a:schemeClr val="dk1"/>
                </a:solidFill>
              </a:rPr>
              <a:t>&lt;/dependency&gt;</a:t>
            </a:r>
            <a:endParaRPr sz="1500">
              <a:solidFill>
                <a:schemeClr val="dk1"/>
              </a:solidFill>
            </a:endParaRPr>
          </a:p>
          <a:p>
            <a:pPr indent="0" lvl="0" marL="457200" rtl="0" algn="l">
              <a:lnSpc>
                <a:spcPct val="115000"/>
              </a:lnSpc>
              <a:spcBef>
                <a:spcPts val="0"/>
              </a:spcBef>
              <a:spcAft>
                <a:spcPts val="0"/>
              </a:spcAft>
              <a:buClr>
                <a:schemeClr val="dk1"/>
              </a:buClr>
              <a:buSzPts val="1100"/>
              <a:buFont typeface="Arial"/>
              <a:buNone/>
            </a:pPr>
            <a:r>
              <a:rPr lang="en-US" sz="1500">
                <a:solidFill>
                  <a:schemeClr val="dk1"/>
                </a:solidFill>
              </a:rPr>
              <a:t>&lt;dependency&gt;</a:t>
            </a:r>
            <a:endParaRPr sz="1500">
              <a:solidFill>
                <a:schemeClr val="dk1"/>
              </a:solidFill>
            </a:endParaRPr>
          </a:p>
          <a:p>
            <a:pPr indent="0" lvl="0" marL="457200" rtl="0" algn="l">
              <a:lnSpc>
                <a:spcPct val="115000"/>
              </a:lnSpc>
              <a:spcBef>
                <a:spcPts val="0"/>
              </a:spcBef>
              <a:spcAft>
                <a:spcPts val="0"/>
              </a:spcAft>
              <a:buClr>
                <a:schemeClr val="dk1"/>
              </a:buClr>
              <a:buSzPts val="1100"/>
              <a:buFont typeface="Arial"/>
              <a:buNone/>
            </a:pPr>
            <a:r>
              <a:rPr lang="en-US" sz="1500">
                <a:solidFill>
                  <a:schemeClr val="dk1"/>
                </a:solidFill>
              </a:rPr>
              <a:t>    &lt;groupId&gt;com.fasterxml.jackson.core&lt;/groupId&gt;</a:t>
            </a:r>
            <a:endParaRPr sz="1500">
              <a:solidFill>
                <a:schemeClr val="dk1"/>
              </a:solidFill>
            </a:endParaRPr>
          </a:p>
          <a:p>
            <a:pPr indent="0" lvl="0" marL="457200" rtl="0" algn="l">
              <a:lnSpc>
                <a:spcPct val="115000"/>
              </a:lnSpc>
              <a:spcBef>
                <a:spcPts val="0"/>
              </a:spcBef>
              <a:spcAft>
                <a:spcPts val="0"/>
              </a:spcAft>
              <a:buClr>
                <a:schemeClr val="dk1"/>
              </a:buClr>
              <a:buSzPts val="1100"/>
              <a:buFont typeface="Arial"/>
              <a:buNone/>
            </a:pPr>
            <a:r>
              <a:rPr lang="en-US" sz="1500">
                <a:solidFill>
                  <a:schemeClr val="dk1"/>
                </a:solidFill>
              </a:rPr>
              <a:t>    &lt;artifactId&gt;jackson-databind&lt;/artifactId&gt;</a:t>
            </a:r>
            <a:endParaRPr sz="1500">
              <a:solidFill>
                <a:schemeClr val="dk1"/>
              </a:solidFill>
            </a:endParaRPr>
          </a:p>
          <a:p>
            <a:pPr indent="0" lvl="0" marL="457200" rtl="0" algn="l">
              <a:lnSpc>
                <a:spcPct val="115000"/>
              </a:lnSpc>
              <a:spcBef>
                <a:spcPts val="0"/>
              </a:spcBef>
              <a:spcAft>
                <a:spcPts val="0"/>
              </a:spcAft>
              <a:buClr>
                <a:schemeClr val="dk1"/>
              </a:buClr>
              <a:buSzPts val="1100"/>
              <a:buFont typeface="Arial"/>
              <a:buNone/>
            </a:pPr>
            <a:r>
              <a:rPr lang="en-US" sz="1500">
                <a:solidFill>
                  <a:schemeClr val="dk1"/>
                </a:solidFill>
              </a:rPr>
              <a:t>     &lt;version&gt;2.12.4&lt;/version&gt;</a:t>
            </a:r>
            <a:endParaRPr sz="1500">
              <a:solidFill>
                <a:schemeClr val="dk1"/>
              </a:solidFill>
            </a:endParaRPr>
          </a:p>
          <a:p>
            <a:pPr indent="0" lvl="0" marL="457200" rtl="0" algn="l">
              <a:lnSpc>
                <a:spcPct val="115000"/>
              </a:lnSpc>
              <a:spcBef>
                <a:spcPts val="0"/>
              </a:spcBef>
              <a:spcAft>
                <a:spcPts val="0"/>
              </a:spcAft>
              <a:buClr>
                <a:schemeClr val="dk1"/>
              </a:buClr>
              <a:buSzPts val="1100"/>
              <a:buFont typeface="Arial"/>
              <a:buNone/>
            </a:pPr>
            <a:r>
              <a:rPr lang="en-US" sz="1500">
                <a:solidFill>
                  <a:schemeClr val="dk1"/>
                </a:solidFill>
              </a:rPr>
              <a:t>&lt;/dependency&gt;</a:t>
            </a:r>
            <a:endParaRPr sz="2400">
              <a:solidFill>
                <a:schemeClr val="dk1"/>
              </a:solidFill>
              <a:latin typeface="Lexend"/>
              <a:ea typeface="Lexend"/>
              <a:cs typeface="Lexend"/>
              <a:sym typeface="Lexen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g3bcf8abf552_1_144"/>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429" name="Google Shape;429;g3bcf8abf552_1_144"/>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430" name="Google Shape;430;g3bcf8abf552_1_144"/>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9B1D23"/>
              </a:buClr>
              <a:buSzPts val="4770"/>
              <a:buFont typeface="Arial Black"/>
              <a:buNone/>
            </a:pPr>
            <a:r>
              <a:rPr lang="en-US" sz="3040"/>
              <a:t>Jackson - ObjectMapper</a:t>
            </a:r>
            <a:endParaRPr sz="3040"/>
          </a:p>
        </p:txBody>
      </p:sp>
      <p:sp>
        <p:nvSpPr>
          <p:cNvPr id="431" name="Google Shape;431;g3bcf8abf552_1_144"/>
          <p:cNvSpPr txBox="1"/>
          <p:nvPr/>
        </p:nvSpPr>
        <p:spPr>
          <a:xfrm>
            <a:off x="517400" y="1764525"/>
            <a:ext cx="10150500" cy="2262600"/>
          </a:xfrm>
          <a:prstGeom prst="rect">
            <a:avLst/>
          </a:prstGeom>
          <a:noFill/>
          <a:ln>
            <a:noFill/>
          </a:ln>
        </p:spPr>
        <p:txBody>
          <a:bodyPr anchorCtr="0" anchor="t" bIns="91425" lIns="91425" spcFirstLastPara="1" rIns="91425" wrap="square" tIns="91425">
            <a:spAutoFit/>
          </a:bodyPr>
          <a:lstStyle/>
          <a:p>
            <a:pPr indent="-355600" lvl="0" marL="45720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ObjectMapper provides </a:t>
            </a:r>
            <a:r>
              <a:rPr lang="en-US" sz="2000">
                <a:solidFill>
                  <a:schemeClr val="dk1"/>
                </a:solidFill>
                <a:latin typeface="Lexend"/>
                <a:ea typeface="Lexend"/>
                <a:cs typeface="Lexend"/>
                <a:sym typeface="Lexend"/>
              </a:rPr>
              <a:t>functions</a:t>
            </a:r>
            <a:r>
              <a:rPr lang="en-US" sz="2000">
                <a:solidFill>
                  <a:schemeClr val="dk1"/>
                </a:solidFill>
                <a:latin typeface="Lexend"/>
                <a:ea typeface="Lexend"/>
                <a:cs typeface="Lexend"/>
                <a:sym typeface="Lexend"/>
              </a:rPr>
              <a:t> to read and write JSON objects (among other functionalities)</a:t>
            </a:r>
            <a:endParaRPr sz="2000">
              <a:solidFill>
                <a:schemeClr val="dk1"/>
              </a:solidFill>
              <a:latin typeface="Lexend"/>
              <a:ea typeface="Lexend"/>
              <a:cs typeface="Lexend"/>
              <a:sym typeface="Lexend"/>
            </a:endParaRPr>
          </a:p>
          <a:p>
            <a:pPr indent="-355600" lvl="0" marL="45720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ObjectMapper.readValue(</a:t>
            </a:r>
            <a:r>
              <a:rPr b="1" lang="en-US" sz="2000">
                <a:solidFill>
                  <a:schemeClr val="dk1"/>
                </a:solidFill>
                <a:latin typeface="Lexend"/>
                <a:ea typeface="Lexend"/>
                <a:cs typeface="Lexend"/>
                <a:sym typeface="Lexend"/>
              </a:rPr>
              <a:t>String</a:t>
            </a:r>
            <a:r>
              <a:rPr lang="en-US" sz="2000">
                <a:solidFill>
                  <a:schemeClr val="dk1"/>
                </a:solidFill>
                <a:latin typeface="Lexend"/>
                <a:ea typeface="Lexend"/>
                <a:cs typeface="Lexend"/>
                <a:sym typeface="Lexend"/>
              </a:rPr>
              <a:t> src, </a:t>
            </a:r>
            <a:r>
              <a:rPr b="1" lang="en-US" sz="2000">
                <a:solidFill>
                  <a:schemeClr val="dk1"/>
                </a:solidFill>
                <a:latin typeface="Lexend"/>
                <a:ea typeface="Lexend"/>
                <a:cs typeface="Lexend"/>
                <a:sym typeface="Lexend"/>
              </a:rPr>
              <a:t>Class&lt;T&gt;</a:t>
            </a:r>
            <a:r>
              <a:rPr lang="en-US" sz="2000">
                <a:solidFill>
                  <a:schemeClr val="dk1"/>
                </a:solidFill>
                <a:latin typeface="Lexend"/>
                <a:ea typeface="Lexend"/>
                <a:cs typeface="Lexend"/>
                <a:sym typeface="Lexend"/>
              </a:rPr>
              <a:t> valueType) is a method for deserializing JSON content from a String into the given Java type (class)</a:t>
            </a:r>
            <a:endParaRPr sz="2000">
              <a:solidFill>
                <a:schemeClr val="dk1"/>
              </a:solidFill>
              <a:latin typeface="Lexend"/>
              <a:ea typeface="Lexend"/>
              <a:cs typeface="Lexend"/>
              <a:sym typeface="Lexend"/>
            </a:endParaRPr>
          </a:p>
          <a:p>
            <a:pPr indent="-355600" lvl="0" marL="45720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ObjectMapper.writeValueAsString(</a:t>
            </a:r>
            <a:r>
              <a:rPr b="1" lang="en-US" sz="2000">
                <a:solidFill>
                  <a:schemeClr val="dk1"/>
                </a:solidFill>
                <a:latin typeface="Lexend"/>
                <a:ea typeface="Lexend"/>
                <a:cs typeface="Lexend"/>
                <a:sym typeface="Lexend"/>
              </a:rPr>
              <a:t>Object</a:t>
            </a:r>
            <a:r>
              <a:rPr lang="en-US" sz="2000">
                <a:solidFill>
                  <a:schemeClr val="dk1"/>
                </a:solidFill>
                <a:latin typeface="Lexend"/>
                <a:ea typeface="Lexend"/>
                <a:cs typeface="Lexend"/>
                <a:sym typeface="Lexend"/>
              </a:rPr>
              <a:t> obj) is a method for serializing the given Java object into a JSON String</a:t>
            </a:r>
            <a:endParaRPr sz="2000">
              <a:solidFill>
                <a:schemeClr val="dk1"/>
              </a:solidFill>
              <a:latin typeface="Lexend"/>
              <a:ea typeface="Lexend"/>
              <a:cs typeface="Lexend"/>
              <a:sym typeface="Lexen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g3bcf8abf552_1_155"/>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438" name="Google Shape;438;g3bcf8abf552_1_155"/>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439" name="Google Shape;439;g3bcf8abf552_1_155"/>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9B1D23"/>
              </a:buClr>
              <a:buSzPts val="4770"/>
              <a:buFont typeface="Arial Black"/>
              <a:buNone/>
            </a:pPr>
            <a:r>
              <a:rPr lang="en-US" sz="3040"/>
              <a:t>Jackson - ObjectMapper (Example class)</a:t>
            </a:r>
            <a:endParaRPr sz="3040"/>
          </a:p>
        </p:txBody>
      </p:sp>
      <p:pic>
        <p:nvPicPr>
          <p:cNvPr id="440" name="Google Shape;440;g3bcf8abf552_1_155"/>
          <p:cNvPicPr preferRelativeResize="0"/>
          <p:nvPr/>
        </p:nvPicPr>
        <p:blipFill>
          <a:blip r:embed="rId3">
            <a:alphaModFix/>
          </a:blip>
          <a:stretch>
            <a:fillRect/>
          </a:stretch>
        </p:blipFill>
        <p:spPr>
          <a:xfrm>
            <a:off x="655800" y="1913450"/>
            <a:ext cx="9558899" cy="353882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g3bcf8abf552_1_164"/>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447" name="Google Shape;447;g3bcf8abf552_1_164"/>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448" name="Google Shape;448;g3bcf8abf552_1_164"/>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9B1D23"/>
              </a:buClr>
              <a:buSzPts val="4770"/>
              <a:buFont typeface="Arial Black"/>
              <a:buNone/>
            </a:pPr>
            <a:r>
              <a:rPr lang="en-US" sz="2840"/>
              <a:t>ObjectMapper.writeValueAsString(Object obj)</a:t>
            </a:r>
            <a:endParaRPr sz="2840"/>
          </a:p>
        </p:txBody>
      </p:sp>
      <p:pic>
        <p:nvPicPr>
          <p:cNvPr id="449" name="Google Shape;449;g3bcf8abf552_1_164"/>
          <p:cNvPicPr preferRelativeResize="0"/>
          <p:nvPr/>
        </p:nvPicPr>
        <p:blipFill>
          <a:blip r:embed="rId3">
            <a:alphaModFix/>
          </a:blip>
          <a:stretch>
            <a:fillRect/>
          </a:stretch>
        </p:blipFill>
        <p:spPr>
          <a:xfrm>
            <a:off x="689775" y="1649200"/>
            <a:ext cx="5821775" cy="2578850"/>
          </a:xfrm>
          <a:prstGeom prst="rect">
            <a:avLst/>
          </a:prstGeom>
          <a:noFill/>
          <a:ln>
            <a:noFill/>
          </a:ln>
        </p:spPr>
      </p:pic>
      <p:pic>
        <p:nvPicPr>
          <p:cNvPr id="450" name="Google Shape;450;g3bcf8abf552_1_164"/>
          <p:cNvPicPr preferRelativeResize="0"/>
          <p:nvPr/>
        </p:nvPicPr>
        <p:blipFill>
          <a:blip r:embed="rId4">
            <a:alphaModFix/>
          </a:blip>
          <a:stretch>
            <a:fillRect/>
          </a:stretch>
        </p:blipFill>
        <p:spPr>
          <a:xfrm>
            <a:off x="689775" y="4481125"/>
            <a:ext cx="10846125" cy="87945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g3bcf8abf552_1_174"/>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457" name="Google Shape;457;g3bcf8abf552_1_174"/>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458" name="Google Shape;458;g3bcf8abf552_1_174"/>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9B1D23"/>
              </a:buClr>
              <a:buSzPts val="4770"/>
              <a:buFont typeface="Arial Black"/>
              <a:buNone/>
            </a:pPr>
            <a:r>
              <a:rPr lang="en-US" sz="2440"/>
              <a:t>ObjectMapper.readValue(String value, Class&lt;T&gt; clazz)</a:t>
            </a:r>
            <a:endParaRPr sz="2440"/>
          </a:p>
        </p:txBody>
      </p:sp>
      <p:pic>
        <p:nvPicPr>
          <p:cNvPr id="459" name="Google Shape;459;g3bcf8abf552_1_174"/>
          <p:cNvPicPr preferRelativeResize="0"/>
          <p:nvPr/>
        </p:nvPicPr>
        <p:blipFill>
          <a:blip r:embed="rId3">
            <a:alphaModFix/>
          </a:blip>
          <a:stretch>
            <a:fillRect/>
          </a:stretch>
        </p:blipFill>
        <p:spPr>
          <a:xfrm>
            <a:off x="819325" y="1822100"/>
            <a:ext cx="7260124" cy="1512525"/>
          </a:xfrm>
          <a:prstGeom prst="rect">
            <a:avLst/>
          </a:prstGeom>
          <a:noFill/>
          <a:ln>
            <a:noFill/>
          </a:ln>
        </p:spPr>
      </p:pic>
      <p:pic>
        <p:nvPicPr>
          <p:cNvPr id="460" name="Google Shape;460;g3bcf8abf552_1_174"/>
          <p:cNvPicPr preferRelativeResize="0"/>
          <p:nvPr/>
        </p:nvPicPr>
        <p:blipFill>
          <a:blip r:embed="rId4">
            <a:alphaModFix/>
          </a:blip>
          <a:stretch>
            <a:fillRect/>
          </a:stretch>
        </p:blipFill>
        <p:spPr>
          <a:xfrm>
            <a:off x="931632" y="4040700"/>
            <a:ext cx="10735649" cy="5397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5_BPI2019">
  <a:themeElements>
    <a:clrScheme name="BPI Color Palette - Monitoring Competition">
      <a:dk1>
        <a:srgbClr val="000000"/>
      </a:dk1>
      <a:lt1>
        <a:srgbClr val="FFFFFF"/>
      </a:lt1>
      <a:dk2>
        <a:srgbClr val="84191D"/>
      </a:dk2>
      <a:lt2>
        <a:srgbClr val="F3E8EB"/>
      </a:lt2>
      <a:accent1>
        <a:srgbClr val="AF222B"/>
      </a:accent1>
      <a:accent2>
        <a:srgbClr val="DAA22B"/>
      </a:accent2>
      <a:accent3>
        <a:srgbClr val="1C43C9"/>
      </a:accent3>
      <a:accent4>
        <a:srgbClr val="1C9A0E"/>
      </a:accent4>
      <a:accent5>
        <a:srgbClr val="28B0F5"/>
      </a:accent5>
      <a:accent6>
        <a:srgbClr val="8A15FF"/>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2020-03-05T06:49:37Z</dcterms:created>
  <dc:creator>CHEESAMAE B. MANEJA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d6ac669-a8bf-47f5-a0d2-faaa744f7ecd_Enabled">
    <vt:lpwstr>true</vt:lpwstr>
  </property>
  <property fmtid="{D5CDD505-2E9C-101B-9397-08002B2CF9AE}" pid="3" name="MSIP_Label_4d6ac669-a8bf-47f5-a0d2-faaa744f7ecd_SetDate">
    <vt:lpwstr>2025-10-07T04:38:31Z</vt:lpwstr>
  </property>
  <property fmtid="{D5CDD505-2E9C-101B-9397-08002B2CF9AE}" pid="4" name="MSIP_Label_4d6ac669-a8bf-47f5-a0d2-faaa744f7ecd_Method">
    <vt:lpwstr>Standard</vt:lpwstr>
  </property>
  <property fmtid="{D5CDD505-2E9C-101B-9397-08002B2CF9AE}" pid="5" name="MSIP_Label_4d6ac669-a8bf-47f5-a0d2-faaa744f7ecd_Name">
    <vt:lpwstr>Confidential</vt:lpwstr>
  </property>
  <property fmtid="{D5CDD505-2E9C-101B-9397-08002B2CF9AE}" pid="6" name="MSIP_Label_4d6ac669-a8bf-47f5-a0d2-faaa744f7ecd_SiteId">
    <vt:lpwstr>24cf8460-6751-428a-ab19-a8eb04dfe447</vt:lpwstr>
  </property>
  <property fmtid="{D5CDD505-2E9C-101B-9397-08002B2CF9AE}" pid="7" name="MSIP_Label_4d6ac669-a8bf-47f5-a0d2-faaa744f7ecd_ActionId">
    <vt:lpwstr>469dbbbe-193a-48e7-a21a-e50eaa0fc1cb</vt:lpwstr>
  </property>
  <property fmtid="{D5CDD505-2E9C-101B-9397-08002B2CF9AE}" pid="8" name="MSIP_Label_4d6ac669-a8bf-47f5-a0d2-faaa744f7ecd_ContentBits">
    <vt:lpwstr>3</vt:lpwstr>
  </property>
  <property fmtid="{D5CDD505-2E9C-101B-9397-08002B2CF9AE}" pid="9" name="MSIP_Label_4d6ac669-a8bf-47f5-a0d2-faaa744f7ecd_Tag">
    <vt:lpwstr>50, 3, 0, 1</vt:lpwstr>
  </property>
  <property fmtid="{D5CDD505-2E9C-101B-9397-08002B2CF9AE}" pid="10" name="ClassificationContentMarkingFooterLocations">
    <vt:lpwstr>BPI2019:10\1_BPI Powerpoint Template 2019 - Internal Use:10\152_BPI2019:10\146_BPI2019:10\BPI PPT Theme:10\2_BPI2019:10\5_BPI2019:10\BPI Powerpoint Template 2019 - Internal Use:5</vt:lpwstr>
  </property>
  <property fmtid="{D5CDD505-2E9C-101B-9397-08002B2CF9AE}" pid="11" name="ClassificationContentMarkingFooterText">
    <vt:lpwstr>This document contains confidential data. It is intended solely for  the use of authorized recipient(s). Unauthorized use, disclosure, or reproduction  is strictly prohibited.</vt:lpwstr>
  </property>
  <property fmtid="{D5CDD505-2E9C-101B-9397-08002B2CF9AE}" pid="12" name="ClassificationContentMarkingHeaderLocations">
    <vt:lpwstr>BPI2019:9\1_BPI Powerpoint Template 2019 - Internal Use:9\152_BPI2019:9\146_BPI2019:9\BPI PPT Theme:9\2_BPI2019:9\5_BPI2019:9\BPI Powerpoint Template 2019 - Internal Use:4</vt:lpwstr>
  </property>
  <property fmtid="{D5CDD505-2E9C-101B-9397-08002B2CF9AE}" pid="13" name="ClassificationContentMarkingHeaderText">
    <vt:lpwstr>Confidential</vt:lpwstr>
  </property>
  <property fmtid="{D5CDD505-2E9C-101B-9397-08002B2CF9AE}" pid="14" name="ContentTypeId">
    <vt:lpwstr>0x010100C45ABA40644FCC4CAE4C6F68CADFC236</vt:lpwstr>
  </property>
</Properties>
</file>